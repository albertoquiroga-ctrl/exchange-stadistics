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050" r:id="rId1"/>
    <p:sldMasterId id="2147484052" r:id="rId2"/>
  </p:sldMasterIdLst>
  <p:notesMasterIdLst>
    <p:notesMasterId r:id="rId114"/>
  </p:notesMasterIdLst>
  <p:sldIdLst>
    <p:sldId id="367" r:id="rId3"/>
    <p:sldId id="366" r:id="rId4"/>
    <p:sldId id="270" r:id="rId5"/>
    <p:sldId id="271" r:id="rId6"/>
    <p:sldId id="269" r:id="rId7"/>
    <p:sldId id="260" r:id="rId8"/>
    <p:sldId id="261" r:id="rId9"/>
    <p:sldId id="262" r:id="rId10"/>
    <p:sldId id="264" r:id="rId11"/>
    <p:sldId id="265" r:id="rId12"/>
    <p:sldId id="267" r:id="rId13"/>
    <p:sldId id="288" r:id="rId14"/>
    <p:sldId id="272" r:id="rId15"/>
    <p:sldId id="273" r:id="rId16"/>
    <p:sldId id="274" r:id="rId17"/>
    <p:sldId id="275" r:id="rId18"/>
    <p:sldId id="277" r:id="rId19"/>
    <p:sldId id="278" r:id="rId20"/>
    <p:sldId id="289" r:id="rId21"/>
    <p:sldId id="291" r:id="rId22"/>
    <p:sldId id="290" r:id="rId23"/>
    <p:sldId id="327" r:id="rId24"/>
    <p:sldId id="365" r:id="rId25"/>
    <p:sldId id="328" r:id="rId26"/>
    <p:sldId id="329" r:id="rId27"/>
    <p:sldId id="330" r:id="rId28"/>
    <p:sldId id="331" r:id="rId29"/>
    <p:sldId id="332" r:id="rId30"/>
    <p:sldId id="333" r:id="rId31"/>
    <p:sldId id="334" r:id="rId32"/>
    <p:sldId id="335" r:id="rId33"/>
    <p:sldId id="336" r:id="rId34"/>
    <p:sldId id="364" r:id="rId35"/>
    <p:sldId id="338" r:id="rId36"/>
    <p:sldId id="339" r:id="rId37"/>
    <p:sldId id="340" r:id="rId38"/>
    <p:sldId id="341" r:id="rId39"/>
    <p:sldId id="342" r:id="rId40"/>
    <p:sldId id="343" r:id="rId41"/>
    <p:sldId id="344" r:id="rId42"/>
    <p:sldId id="345" r:id="rId43"/>
    <p:sldId id="346" r:id="rId44"/>
    <p:sldId id="363" r:id="rId45"/>
    <p:sldId id="348" r:id="rId46"/>
    <p:sldId id="349" r:id="rId47"/>
    <p:sldId id="350" r:id="rId48"/>
    <p:sldId id="352" r:id="rId49"/>
    <p:sldId id="353" r:id="rId50"/>
    <p:sldId id="354" r:id="rId51"/>
    <p:sldId id="355" r:id="rId52"/>
    <p:sldId id="351" r:id="rId53"/>
    <p:sldId id="511" r:id="rId54"/>
    <p:sldId id="356" r:id="rId55"/>
    <p:sldId id="357" r:id="rId56"/>
    <p:sldId id="358" r:id="rId57"/>
    <p:sldId id="360" r:id="rId58"/>
    <p:sldId id="361" r:id="rId59"/>
    <p:sldId id="362" r:id="rId60"/>
    <p:sldId id="368" r:id="rId61"/>
    <p:sldId id="369" r:id="rId62"/>
    <p:sldId id="370" r:id="rId63"/>
    <p:sldId id="371" r:id="rId64"/>
    <p:sldId id="372" r:id="rId65"/>
    <p:sldId id="375" r:id="rId66"/>
    <p:sldId id="376" r:id="rId67"/>
    <p:sldId id="377" r:id="rId68"/>
    <p:sldId id="378" r:id="rId69"/>
    <p:sldId id="379" r:id="rId70"/>
    <p:sldId id="380" r:id="rId71"/>
    <p:sldId id="381" r:id="rId72"/>
    <p:sldId id="382" r:id="rId73"/>
    <p:sldId id="384" r:id="rId74"/>
    <p:sldId id="385" r:id="rId75"/>
    <p:sldId id="386" r:id="rId76"/>
    <p:sldId id="388" r:id="rId77"/>
    <p:sldId id="389" r:id="rId78"/>
    <p:sldId id="390" r:id="rId79"/>
    <p:sldId id="391" r:id="rId80"/>
    <p:sldId id="393" r:id="rId81"/>
    <p:sldId id="399" r:id="rId82"/>
    <p:sldId id="406" r:id="rId83"/>
    <p:sldId id="404" r:id="rId84"/>
    <p:sldId id="405" r:id="rId85"/>
    <p:sldId id="408" r:id="rId86"/>
    <p:sldId id="409" r:id="rId87"/>
    <p:sldId id="410" r:id="rId88"/>
    <p:sldId id="411" r:id="rId89"/>
    <p:sldId id="412" r:id="rId90"/>
    <p:sldId id="413" r:id="rId91"/>
    <p:sldId id="414" r:id="rId92"/>
    <p:sldId id="415" r:id="rId93"/>
    <p:sldId id="416" r:id="rId94"/>
    <p:sldId id="417" r:id="rId95"/>
    <p:sldId id="418" r:id="rId96"/>
    <p:sldId id="509" r:id="rId97"/>
    <p:sldId id="421" r:id="rId98"/>
    <p:sldId id="422" r:id="rId99"/>
    <p:sldId id="423" r:id="rId100"/>
    <p:sldId id="424" r:id="rId101"/>
    <p:sldId id="425" r:id="rId102"/>
    <p:sldId id="426" r:id="rId103"/>
    <p:sldId id="427" r:id="rId104"/>
    <p:sldId id="432" r:id="rId105"/>
    <p:sldId id="433" r:id="rId106"/>
    <p:sldId id="434" r:id="rId107"/>
    <p:sldId id="435" r:id="rId108"/>
    <p:sldId id="440" r:id="rId109"/>
    <p:sldId id="441" r:id="rId110"/>
    <p:sldId id="504" r:id="rId111"/>
    <p:sldId id="505" r:id="rId112"/>
    <p:sldId id="506" r:id="rId113"/>
  </p:sldIdLst>
  <p:sldSz cx="9144000" cy="6858000" type="screen4x3"/>
  <p:notesSz cx="7008813" cy="9294813"/>
  <p:defaultTextStyle>
    <a:defPPr>
      <a:defRPr lang="en-GB"/>
    </a:defPPr>
    <a:lvl1pPr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1pPr>
    <a:lvl2pPr marL="742950" indent="-28575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2pPr>
    <a:lvl3pPr marL="11430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3pPr>
    <a:lvl4pPr marL="16002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4pPr>
    <a:lvl5pPr marL="2057400" indent="-228600" algn="l" defTabSz="449263" rtl="0" eaLnBrk="0" fontAlgn="base" hangingPunct="0">
      <a:spcBef>
        <a:spcPct val="0"/>
      </a:spcBef>
      <a:spcAft>
        <a:spcPct val="0"/>
      </a:spcAft>
      <a:defRPr sz="2400" kern="1200">
        <a:solidFill>
          <a:schemeClr val="bg1"/>
        </a:solidFill>
        <a:latin typeface="Times New Roman" panose="02020603050405020304" pitchFamily="18" charset="0"/>
        <a:ea typeface="Microsoft YaHei" panose="020B0503020204020204" pitchFamily="34" charset="-122"/>
        <a:cs typeface="+mn-cs"/>
      </a:defRPr>
    </a:lvl5pPr>
    <a:lvl6pPr marL="22860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6pPr>
    <a:lvl7pPr marL="27432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7pPr>
    <a:lvl8pPr marL="32004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8pPr>
    <a:lvl9pPr marL="3657600" algn="l" defTabSz="914400" rtl="0" eaLnBrk="1" latinLnBrk="0" hangingPunct="1">
      <a:defRPr sz="2400" kern="1200">
        <a:solidFill>
          <a:schemeClr val="bg1"/>
        </a:solidFill>
        <a:latin typeface="Times New Roman" panose="02020603050405020304" pitchFamily="18"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m Trim" initials="PT" lastIdx="4" clrIdx="0"/>
  <p:cmAuthor id="2" name="tech4mathed" initials=""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DA2FC5-8B02-4066-B876-D4A8F58D514A}" v="2" dt="2025-09-01T17:11:20.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29" autoAdjust="0"/>
    <p:restoredTop sz="94796" autoAdjust="0"/>
  </p:normalViewPr>
  <p:slideViewPr>
    <p:cSldViewPr>
      <p:cViewPr varScale="1">
        <p:scale>
          <a:sx n="90" d="100"/>
          <a:sy n="90" d="100"/>
        </p:scale>
        <p:origin x="912" y="32"/>
      </p:cViewPr>
      <p:guideLst>
        <p:guide orient="horz" pos="2160"/>
        <p:guide pos="2880"/>
      </p:guideLst>
    </p:cSldViewPr>
  </p:slideViewPr>
  <p:outlineViewPr>
    <p:cViewPr varScale="1">
      <p:scale>
        <a:sx n="170" d="200"/>
        <a:sy n="170" d="2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9" d="100"/>
          <a:sy n="59" d="100"/>
        </p:scale>
        <p:origin x="-1752" y="-72"/>
      </p:cViewPr>
      <p:guideLst>
        <p:guide orient="horz" pos="2880"/>
        <p:guide pos="2160"/>
      </p:guideLst>
    </p:cSldViewPr>
  </p:notesViewPr>
  <p:gridSpacing cx="77724" cy="77724"/>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viewProps" Target="view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notesMaster" Target="notesMasters/notesMaster1.xml"/><Relationship Id="rId119" Type="http://schemas.openxmlformats.org/officeDocument/2006/relationships/tableStyles" Target="tableStyles.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microsoft.com/office/2016/11/relationships/changesInfo" Target="changesInfos/changesInfo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commentAuthors" Target="commentAuthor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microsoft.com/office/2015/10/relationships/revisionInfo" Target="revisionInfo.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g Hua CAO" userId="80a060e7-d5a6-4feb-883e-c28f76a39cea" providerId="ADAL" clId="{BF3AE9CE-71A1-4FD2-B40E-2D9CEB0EC619}"/>
    <pc:docChg chg="delSld modSld">
      <pc:chgData name="Kang Hua CAO" userId="80a060e7-d5a6-4feb-883e-c28f76a39cea" providerId="ADAL" clId="{BF3AE9CE-71A1-4FD2-B40E-2D9CEB0EC619}" dt="2025-09-01T17:11:42.124" v="18" actId="2696"/>
      <pc:docMkLst>
        <pc:docMk/>
      </pc:docMkLst>
      <pc:sldChg chg="modSp mod">
        <pc:chgData name="Kang Hua CAO" userId="80a060e7-d5a6-4feb-883e-c28f76a39cea" providerId="ADAL" clId="{BF3AE9CE-71A1-4FD2-B40E-2D9CEB0EC619}" dt="2025-09-01T17:11:31.385" v="17" actId="20577"/>
        <pc:sldMkLst>
          <pc:docMk/>
          <pc:sldMk cId="0" sldId="336"/>
        </pc:sldMkLst>
        <pc:spChg chg="mod">
          <ac:chgData name="Kang Hua CAO" userId="80a060e7-d5a6-4feb-883e-c28f76a39cea" providerId="ADAL" clId="{BF3AE9CE-71A1-4FD2-B40E-2D9CEB0EC619}" dt="2025-09-01T17:11:31.385" v="17" actId="20577"/>
          <ac:spMkLst>
            <pc:docMk/>
            <pc:sldMk cId="0" sldId="336"/>
            <ac:spMk id="68610" creationId="{A4DC1CCB-261C-43E9-820F-CB38EFDE38CE}"/>
          </ac:spMkLst>
        </pc:spChg>
      </pc:sldChg>
      <pc:sldChg chg="del">
        <pc:chgData name="Kang Hua CAO" userId="80a060e7-d5a6-4feb-883e-c28f76a39cea" providerId="ADAL" clId="{BF3AE9CE-71A1-4FD2-B40E-2D9CEB0EC619}" dt="2025-09-01T17:11:42.124" v="18" actId="2696"/>
        <pc:sldMkLst>
          <pc:docMk/>
          <pc:sldMk cId="3909547763" sldId="512"/>
        </pc:sldMkLst>
      </pc:sldChg>
    </pc:docChg>
  </pc:docChgLst>
  <pc:docChgLst>
    <pc:chgData name="Kang Hua CAO" userId="80a060e7-d5a6-4feb-883e-c28f76a39cea" providerId="ADAL" clId="{67DA2FC5-8B02-4066-B876-D4A8F58D514A}"/>
    <pc:docChg chg="custSel addSld modSld">
      <pc:chgData name="Kang Hua CAO" userId="80a060e7-d5a6-4feb-883e-c28f76a39cea" providerId="ADAL" clId="{67DA2FC5-8B02-4066-B876-D4A8F58D514A}" dt="2025-08-28T03:30:44.849" v="157" actId="20577"/>
      <pc:docMkLst>
        <pc:docMk/>
      </pc:docMkLst>
      <pc:sldChg chg="modSp mod">
        <pc:chgData name="Kang Hua CAO" userId="80a060e7-d5a6-4feb-883e-c28f76a39cea" providerId="ADAL" clId="{67DA2FC5-8B02-4066-B876-D4A8F58D514A}" dt="2025-08-28T02:58:21.988" v="19" actId="20577"/>
        <pc:sldMkLst>
          <pc:docMk/>
          <pc:sldMk cId="0" sldId="290"/>
        </pc:sldMkLst>
        <pc:spChg chg="mod">
          <ac:chgData name="Kang Hua CAO" userId="80a060e7-d5a6-4feb-883e-c28f76a39cea" providerId="ADAL" clId="{67DA2FC5-8B02-4066-B876-D4A8F58D514A}" dt="2025-08-28T02:58:21.988" v="19" actId="20577"/>
          <ac:spMkLst>
            <pc:docMk/>
            <pc:sldMk cId="0" sldId="290"/>
            <ac:spMk id="46082" creationId="{25CC313B-526F-41DF-81A7-DA53058CA073}"/>
          </ac:spMkLst>
        </pc:spChg>
      </pc:sldChg>
      <pc:sldChg chg="modSp mod">
        <pc:chgData name="Kang Hua CAO" userId="80a060e7-d5a6-4feb-883e-c28f76a39cea" providerId="ADAL" clId="{67DA2FC5-8B02-4066-B876-D4A8F58D514A}" dt="2025-08-28T03:11:37.289" v="121" actId="20577"/>
        <pc:sldMkLst>
          <pc:docMk/>
          <pc:sldMk cId="0" sldId="329"/>
        </pc:sldMkLst>
        <pc:spChg chg="mod">
          <ac:chgData name="Kang Hua CAO" userId="80a060e7-d5a6-4feb-883e-c28f76a39cea" providerId="ADAL" clId="{67DA2FC5-8B02-4066-B876-D4A8F58D514A}" dt="2025-08-28T03:11:37.289" v="121" actId="20577"/>
          <ac:spMkLst>
            <pc:docMk/>
            <pc:sldMk cId="0" sldId="329"/>
            <ac:spMk id="54274" creationId="{B13F2E0A-2CD9-4A18-BFEF-6BEEFCB7C8F9}"/>
          </ac:spMkLst>
        </pc:spChg>
      </pc:sldChg>
      <pc:sldChg chg="modSp mod">
        <pc:chgData name="Kang Hua CAO" userId="80a060e7-d5a6-4feb-883e-c28f76a39cea" providerId="ADAL" clId="{67DA2FC5-8B02-4066-B876-D4A8F58D514A}" dt="2025-08-28T03:28:35.044" v="135" actId="20577"/>
        <pc:sldMkLst>
          <pc:docMk/>
          <pc:sldMk cId="0" sldId="336"/>
        </pc:sldMkLst>
        <pc:spChg chg="mod">
          <ac:chgData name="Kang Hua CAO" userId="80a060e7-d5a6-4feb-883e-c28f76a39cea" providerId="ADAL" clId="{67DA2FC5-8B02-4066-B876-D4A8F58D514A}" dt="2025-08-28T03:28:35.044" v="135" actId="20577"/>
          <ac:spMkLst>
            <pc:docMk/>
            <pc:sldMk cId="0" sldId="336"/>
            <ac:spMk id="68610" creationId="{A4DC1CCB-261C-43E9-820F-CB38EFDE38CE}"/>
          </ac:spMkLst>
        </pc:spChg>
      </pc:sldChg>
      <pc:sldChg chg="addSp mod">
        <pc:chgData name="Kang Hua CAO" userId="80a060e7-d5a6-4feb-883e-c28f76a39cea" providerId="ADAL" clId="{67DA2FC5-8B02-4066-B876-D4A8F58D514A}" dt="2025-08-28T03:30:21.337" v="136" actId="22"/>
        <pc:sldMkLst>
          <pc:docMk/>
          <pc:sldMk cId="0" sldId="339"/>
        </pc:sldMkLst>
        <pc:spChg chg="add">
          <ac:chgData name="Kang Hua CAO" userId="80a060e7-d5a6-4feb-883e-c28f76a39cea" providerId="ADAL" clId="{67DA2FC5-8B02-4066-B876-D4A8F58D514A}" dt="2025-08-28T03:30:21.337" v="136" actId="22"/>
          <ac:spMkLst>
            <pc:docMk/>
            <pc:sldMk cId="0" sldId="339"/>
            <ac:spMk id="3" creationId="{8DC22EE2-DE55-FD80-AC74-D754584103EE}"/>
          </ac:spMkLst>
        </pc:spChg>
      </pc:sldChg>
      <pc:sldChg chg="modSp new mod">
        <pc:chgData name="Kang Hua CAO" userId="80a060e7-d5a6-4feb-883e-c28f76a39cea" providerId="ADAL" clId="{67DA2FC5-8B02-4066-B876-D4A8F58D514A}" dt="2025-08-28T03:30:44.849" v="157" actId="20577"/>
        <pc:sldMkLst>
          <pc:docMk/>
          <pc:sldMk cId="3909547763" sldId="512"/>
        </pc:sldMkLst>
        <pc:spChg chg="mod">
          <ac:chgData name="Kang Hua CAO" userId="80a060e7-d5a6-4feb-883e-c28f76a39cea" providerId="ADAL" clId="{67DA2FC5-8B02-4066-B876-D4A8F58D514A}" dt="2025-08-28T03:30:44.849" v="157" actId="20577"/>
          <ac:spMkLst>
            <pc:docMk/>
            <pc:sldMk cId="3909547763" sldId="512"/>
            <ac:spMk id="3" creationId="{C28799E0-2BF6-65EA-F3B8-CEF7CB7FDEE9}"/>
          </ac:spMkLst>
        </pc:spChg>
      </pc:sldChg>
    </pc:docChg>
  </pc:docChgLst>
  <pc:docChgLst>
    <pc:chgData name="Kang Hua CAO" userId="80a060e7-d5a6-4feb-883e-c28f76a39cea" providerId="ADAL" clId="{4D83ADAE-9A99-4A5A-B174-67015F6F1F4D}"/>
    <pc:docChg chg="custSel addSld delSld modSld">
      <pc:chgData name="Kang Hua CAO" userId="80a060e7-d5a6-4feb-883e-c28f76a39cea" providerId="ADAL" clId="{4D83ADAE-9A99-4A5A-B174-67015F6F1F4D}" dt="2024-08-28T09:07:03.909" v="488" actId="20577"/>
      <pc:docMkLst>
        <pc:docMk/>
      </pc:docMkLst>
      <pc:sldChg chg="modSp mod">
        <pc:chgData name="Kang Hua CAO" userId="80a060e7-d5a6-4feb-883e-c28f76a39cea" providerId="ADAL" clId="{4D83ADAE-9A99-4A5A-B174-67015F6F1F4D}" dt="2024-08-28T03:11:22.041" v="100" actId="5793"/>
        <pc:sldMkLst>
          <pc:docMk/>
          <pc:sldMk cId="0" sldId="329"/>
        </pc:sldMkLst>
      </pc:sldChg>
      <pc:sldChg chg="modSp mod">
        <pc:chgData name="Kang Hua CAO" userId="80a060e7-d5a6-4feb-883e-c28f76a39cea" providerId="ADAL" clId="{4D83ADAE-9A99-4A5A-B174-67015F6F1F4D}" dt="2024-08-28T03:52:41.107" v="160" actId="20577"/>
        <pc:sldMkLst>
          <pc:docMk/>
          <pc:sldMk cId="0" sldId="336"/>
        </pc:sldMkLst>
      </pc:sldChg>
      <pc:sldChg chg="modSp mod">
        <pc:chgData name="Kang Hua CAO" userId="80a060e7-d5a6-4feb-883e-c28f76a39cea" providerId="ADAL" clId="{4D83ADAE-9A99-4A5A-B174-67015F6F1F4D}" dt="2024-08-28T04:19:06.781" v="189" actId="20577"/>
        <pc:sldMkLst>
          <pc:docMk/>
          <pc:sldMk cId="0" sldId="348"/>
        </pc:sldMkLst>
      </pc:sldChg>
      <pc:sldChg chg="modSp mod">
        <pc:chgData name="Kang Hua CAO" userId="80a060e7-d5a6-4feb-883e-c28f76a39cea" providerId="ADAL" clId="{4D83ADAE-9A99-4A5A-B174-67015F6F1F4D}" dt="2024-08-28T06:40:44.905" v="398" actId="20577"/>
        <pc:sldMkLst>
          <pc:docMk/>
          <pc:sldMk cId="0" sldId="351"/>
        </pc:sldMkLst>
      </pc:sldChg>
      <pc:sldChg chg="modSp mod">
        <pc:chgData name="Kang Hua CAO" userId="80a060e7-d5a6-4feb-883e-c28f76a39cea" providerId="ADAL" clId="{4D83ADAE-9A99-4A5A-B174-67015F6F1F4D}" dt="2024-08-28T07:12:08.016" v="403" actId="20577"/>
        <pc:sldMkLst>
          <pc:docMk/>
          <pc:sldMk cId="0" sldId="379"/>
        </pc:sldMkLst>
      </pc:sldChg>
      <pc:sldChg chg="modSp mod">
        <pc:chgData name="Kang Hua CAO" userId="80a060e7-d5a6-4feb-883e-c28f76a39cea" providerId="ADAL" clId="{4D83ADAE-9A99-4A5A-B174-67015F6F1F4D}" dt="2024-08-28T07:16:23.237" v="414" actId="20577"/>
        <pc:sldMkLst>
          <pc:docMk/>
          <pc:sldMk cId="0" sldId="381"/>
        </pc:sldMkLst>
      </pc:sldChg>
      <pc:sldChg chg="modSp mod">
        <pc:chgData name="Kang Hua CAO" userId="80a060e7-d5a6-4feb-883e-c28f76a39cea" providerId="ADAL" clId="{4D83ADAE-9A99-4A5A-B174-67015F6F1F4D}" dt="2024-08-28T07:59:04.238" v="465" actId="20577"/>
        <pc:sldMkLst>
          <pc:docMk/>
          <pc:sldMk cId="0" sldId="390"/>
        </pc:sldMkLst>
      </pc:sldChg>
      <pc:sldChg chg="modSp mod">
        <pc:chgData name="Kang Hua CAO" userId="80a060e7-d5a6-4feb-883e-c28f76a39cea" providerId="ADAL" clId="{4D83ADAE-9A99-4A5A-B174-67015F6F1F4D}" dt="2024-08-28T09:07:03.909" v="488" actId="20577"/>
        <pc:sldMkLst>
          <pc:docMk/>
          <pc:sldMk cId="0" sldId="416"/>
        </pc:sldMkLst>
      </pc:sldChg>
      <pc:sldChg chg="new del">
        <pc:chgData name="Kang Hua CAO" userId="80a060e7-d5a6-4feb-883e-c28f76a39cea" providerId="ADAL" clId="{4D83ADAE-9A99-4A5A-B174-67015F6F1F4D}" dt="2024-08-28T06:44:26.608" v="402" actId="2696"/>
        <pc:sldMkLst>
          <pc:docMk/>
          <pc:sldMk cId="1893410449" sldId="510"/>
        </pc:sldMkLst>
      </pc:sldChg>
      <pc:sldChg chg="del">
        <pc:chgData name="Kang Hua CAO" userId="80a060e7-d5a6-4feb-883e-c28f76a39cea" providerId="ADAL" clId="{4D83ADAE-9A99-4A5A-B174-67015F6F1F4D}" dt="2024-08-28T04:14:01.669" v="161" actId="47"/>
        <pc:sldMkLst>
          <pc:docMk/>
          <pc:sldMk cId="3326069247" sldId="510"/>
        </pc:sldMkLst>
      </pc:sldChg>
      <pc:sldChg chg="modSp add mod">
        <pc:chgData name="Kang Hua CAO" userId="80a060e7-d5a6-4feb-883e-c28f76a39cea" providerId="ADAL" clId="{4D83ADAE-9A99-4A5A-B174-67015F6F1F4D}" dt="2024-08-28T06:42:20.352" v="401" actId="20577"/>
        <pc:sldMkLst>
          <pc:docMk/>
          <pc:sldMk cId="2857723590" sldId="51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AutoShape 1">
            <a:extLst>
              <a:ext uri="{FF2B5EF4-FFF2-40B4-BE49-F238E27FC236}">
                <a16:creationId xmlns:a16="http://schemas.microsoft.com/office/drawing/2014/main" id="{1944E66B-1F57-4F0C-82F9-CB2A91ED9866}"/>
              </a:ext>
            </a:extLst>
          </p:cNvPr>
          <p:cNvSpPr>
            <a:spLocks noChangeArrowheads="1"/>
          </p:cNvSpPr>
          <p:nvPr/>
        </p:nvSpPr>
        <p:spPr bwMode="auto">
          <a:xfrm>
            <a:off x="0" y="0"/>
            <a:ext cx="7008813" cy="9294813"/>
          </a:xfrm>
          <a:prstGeom prst="roundRect">
            <a:avLst>
              <a:gd name="adj" fmla="val 19"/>
            </a:avLst>
          </a:prstGeom>
          <a:solidFill>
            <a:srgbClr val="FFFFFF"/>
          </a:solidFill>
          <a:ln>
            <a:noFill/>
          </a:ln>
          <a:extLst>
            <a:ext uri="{91240B29-F687-4F45-9708-019B960494DF}">
              <a14:hiddenLine xmlns:a14="http://schemas.microsoft.com/office/drawing/2010/main" w="9360">
                <a:solidFill>
                  <a:srgbClr val="000000"/>
                </a:solidFill>
                <a:miter lim="800000"/>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123" name="AutoShape 2">
            <a:extLst>
              <a:ext uri="{FF2B5EF4-FFF2-40B4-BE49-F238E27FC236}">
                <a16:creationId xmlns:a16="http://schemas.microsoft.com/office/drawing/2014/main" id="{8784A25E-9561-4A80-9833-B95DD96C49CE}"/>
              </a:ext>
            </a:extLst>
          </p:cNvPr>
          <p:cNvSpPr>
            <a:spLocks noChangeArrowheads="1"/>
          </p:cNvSpPr>
          <p:nvPr/>
        </p:nvSpPr>
        <p:spPr bwMode="auto">
          <a:xfrm>
            <a:off x="0" y="0"/>
            <a:ext cx="7008813" cy="9294813"/>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124" name="AutoShape 3">
            <a:extLst>
              <a:ext uri="{FF2B5EF4-FFF2-40B4-BE49-F238E27FC236}">
                <a16:creationId xmlns:a16="http://schemas.microsoft.com/office/drawing/2014/main" id="{D9EDA655-8675-47FC-AC96-4C05C11E6188}"/>
              </a:ext>
            </a:extLst>
          </p:cNvPr>
          <p:cNvSpPr>
            <a:spLocks noChangeArrowheads="1"/>
          </p:cNvSpPr>
          <p:nvPr/>
        </p:nvSpPr>
        <p:spPr bwMode="auto">
          <a:xfrm>
            <a:off x="0" y="0"/>
            <a:ext cx="7008813" cy="9294813"/>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125" name="AutoShape 4">
            <a:extLst>
              <a:ext uri="{FF2B5EF4-FFF2-40B4-BE49-F238E27FC236}">
                <a16:creationId xmlns:a16="http://schemas.microsoft.com/office/drawing/2014/main" id="{BAEB2A50-E457-49E6-AE7A-025A5533FF58}"/>
              </a:ext>
            </a:extLst>
          </p:cNvPr>
          <p:cNvSpPr>
            <a:spLocks noChangeArrowheads="1"/>
          </p:cNvSpPr>
          <p:nvPr/>
        </p:nvSpPr>
        <p:spPr bwMode="auto">
          <a:xfrm>
            <a:off x="0" y="0"/>
            <a:ext cx="7008813" cy="9294813"/>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5126" name="AutoShape 5">
            <a:extLst>
              <a:ext uri="{FF2B5EF4-FFF2-40B4-BE49-F238E27FC236}">
                <a16:creationId xmlns:a16="http://schemas.microsoft.com/office/drawing/2014/main" id="{FF25B737-B780-4786-B34C-CCAF57F44EFD}"/>
              </a:ext>
            </a:extLst>
          </p:cNvPr>
          <p:cNvSpPr>
            <a:spLocks noChangeArrowheads="1"/>
          </p:cNvSpPr>
          <p:nvPr/>
        </p:nvSpPr>
        <p:spPr bwMode="auto">
          <a:xfrm>
            <a:off x="0" y="0"/>
            <a:ext cx="7008813" cy="9294813"/>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2" name="Rectangle 6">
            <a:extLst>
              <a:ext uri="{FF2B5EF4-FFF2-40B4-BE49-F238E27FC236}">
                <a16:creationId xmlns:a16="http://schemas.microsoft.com/office/drawing/2014/main" id="{06EDC927-7834-473A-A43D-DB40CB4DB1A9}"/>
              </a:ext>
            </a:extLst>
          </p:cNvPr>
          <p:cNvSpPr>
            <a:spLocks noGrp="1" noChangeArrowheads="1"/>
          </p:cNvSpPr>
          <p:nvPr>
            <p:ph type="hdr"/>
          </p:nvPr>
        </p:nvSpPr>
        <p:spPr bwMode="auto">
          <a:xfrm>
            <a:off x="0" y="0"/>
            <a:ext cx="3030538" cy="457200"/>
          </a:xfrm>
          <a:prstGeom prst="rect">
            <a:avLst/>
          </a:prstGeom>
          <a:noFill/>
          <a:ln>
            <a:noFill/>
          </a:ln>
          <a:effectLst/>
        </p:spPr>
        <p:txBody>
          <a:bodyPr vert="horz" wrap="square" lIns="90000" tIns="46800" rIns="90000" bIns="46800" numCol="1" anchor="t" anchorCtr="0" compatLnSpc="1">
            <a:prstTxWarp prst="textNoShape">
              <a:avLst/>
            </a:prstTxWarp>
          </a:bodyPr>
          <a:lstStyle>
            <a:lvl1pP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ea typeface="Arial Unicode MS" panose="020B0604020202020204" pitchFamily="34" charset="-128"/>
                <a:cs typeface="Arial Unicode MS" panose="020B0604020202020204" pitchFamily="34" charset="-128"/>
              </a:defRPr>
            </a:lvl1pPr>
          </a:lstStyle>
          <a:p>
            <a:pPr>
              <a:defRPr/>
            </a:pPr>
            <a:endParaRPr lang="en-US" altLang="en-US"/>
          </a:p>
        </p:txBody>
      </p:sp>
      <p:sp>
        <p:nvSpPr>
          <p:cNvPr id="4103" name="Rectangle 7">
            <a:extLst>
              <a:ext uri="{FF2B5EF4-FFF2-40B4-BE49-F238E27FC236}">
                <a16:creationId xmlns:a16="http://schemas.microsoft.com/office/drawing/2014/main" id="{D4A518C5-E97C-43F3-8133-EB67E92FFBBD}"/>
              </a:ext>
            </a:extLst>
          </p:cNvPr>
          <p:cNvSpPr>
            <a:spLocks noGrp="1" noChangeArrowheads="1"/>
          </p:cNvSpPr>
          <p:nvPr>
            <p:ph type="dt"/>
          </p:nvPr>
        </p:nvSpPr>
        <p:spPr bwMode="auto">
          <a:xfrm>
            <a:off x="3970338" y="0"/>
            <a:ext cx="3030537" cy="457200"/>
          </a:xfrm>
          <a:prstGeom prst="rect">
            <a:avLst/>
          </a:prstGeom>
          <a:noFill/>
          <a:ln>
            <a:noFill/>
          </a:ln>
          <a:effectLst/>
        </p:spPr>
        <p:txBody>
          <a:bodyPr vert="horz" wrap="square" lIns="90000" tIns="46800" rIns="90000" bIns="46800" numCol="1" anchor="t" anchorCtr="0" compatLnSpc="1">
            <a:prstTxWarp prst="textNoShape">
              <a:avLst/>
            </a:prstTxWarp>
          </a:bodyPr>
          <a:lstStyle>
            <a:lvl1pPr algn="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ea typeface="Arial Unicode MS" panose="020B0604020202020204" pitchFamily="34" charset="-128"/>
                <a:cs typeface="Arial Unicode MS" panose="020B0604020202020204" pitchFamily="34" charset="-128"/>
              </a:defRPr>
            </a:lvl1pPr>
          </a:lstStyle>
          <a:p>
            <a:pPr>
              <a:defRPr/>
            </a:pPr>
            <a:endParaRPr lang="en-US" altLang="en-US"/>
          </a:p>
        </p:txBody>
      </p:sp>
      <p:sp>
        <p:nvSpPr>
          <p:cNvPr id="5129" name="Rectangle 8">
            <a:extLst>
              <a:ext uri="{FF2B5EF4-FFF2-40B4-BE49-F238E27FC236}">
                <a16:creationId xmlns:a16="http://schemas.microsoft.com/office/drawing/2014/main" id="{31120A0E-88CD-44F4-B817-BF4FEACB7A1F}"/>
              </a:ext>
            </a:extLst>
          </p:cNvPr>
          <p:cNvSpPr>
            <a:spLocks noGrp="1" noRot="1" noChangeAspect="1" noChangeArrowheads="1"/>
          </p:cNvSpPr>
          <p:nvPr>
            <p:ph type="sldImg"/>
          </p:nvPr>
        </p:nvSpPr>
        <p:spPr bwMode="auto">
          <a:xfrm>
            <a:off x="1181100" y="696913"/>
            <a:ext cx="4640263" cy="3478212"/>
          </a:xfrm>
          <a:prstGeom prst="rect">
            <a:avLst/>
          </a:prstGeom>
          <a:solidFill>
            <a:srgbClr val="FFFFFF"/>
          </a:solidFill>
          <a:ln w="9360">
            <a:solidFill>
              <a:srgbClr val="000000"/>
            </a:solidFill>
            <a:miter lim="800000"/>
            <a:headEnd/>
            <a:tailEnd/>
          </a:ln>
        </p:spPr>
      </p:sp>
      <p:sp>
        <p:nvSpPr>
          <p:cNvPr id="4105" name="Rectangle 9">
            <a:extLst>
              <a:ext uri="{FF2B5EF4-FFF2-40B4-BE49-F238E27FC236}">
                <a16:creationId xmlns:a16="http://schemas.microsoft.com/office/drawing/2014/main" id="{FF06C508-6CCF-45BE-8CAA-B831C77AD56C}"/>
              </a:ext>
            </a:extLst>
          </p:cNvPr>
          <p:cNvSpPr>
            <a:spLocks noGrp="1" noChangeArrowheads="1"/>
          </p:cNvSpPr>
          <p:nvPr>
            <p:ph type="body"/>
          </p:nvPr>
        </p:nvSpPr>
        <p:spPr bwMode="auto">
          <a:xfrm>
            <a:off x="701675" y="4416425"/>
            <a:ext cx="5599113" cy="4175125"/>
          </a:xfrm>
          <a:prstGeom prst="rect">
            <a:avLst/>
          </a:prstGeom>
          <a:noFill/>
          <a:ln>
            <a:noFill/>
          </a:ln>
          <a:effectLst/>
        </p:spPr>
        <p:txBody>
          <a:bodyPr vert="horz" wrap="square" lIns="90000" tIns="46800" rIns="90000" bIns="46800" numCol="1" anchor="t" anchorCtr="0" compatLnSpc="1">
            <a:prstTxWarp prst="textNoShape">
              <a:avLst/>
            </a:prstTxWarp>
          </a:bodyPr>
          <a:lstStyle/>
          <a:p>
            <a:pPr lvl="0"/>
            <a:endParaRPr lang="en-US" noProof="0"/>
          </a:p>
        </p:txBody>
      </p:sp>
      <p:sp>
        <p:nvSpPr>
          <p:cNvPr id="4106" name="Rectangle 10">
            <a:extLst>
              <a:ext uri="{FF2B5EF4-FFF2-40B4-BE49-F238E27FC236}">
                <a16:creationId xmlns:a16="http://schemas.microsoft.com/office/drawing/2014/main" id="{C8A7CA76-64F3-46F8-8518-19BAB961F02F}"/>
              </a:ext>
            </a:extLst>
          </p:cNvPr>
          <p:cNvSpPr>
            <a:spLocks noGrp="1" noChangeArrowheads="1"/>
          </p:cNvSpPr>
          <p:nvPr>
            <p:ph type="ftr"/>
          </p:nvPr>
        </p:nvSpPr>
        <p:spPr bwMode="auto">
          <a:xfrm>
            <a:off x="0" y="8829675"/>
            <a:ext cx="3030538" cy="457200"/>
          </a:xfrm>
          <a:prstGeom prst="rect">
            <a:avLst/>
          </a:prstGeom>
          <a:noFill/>
          <a:ln>
            <a:noFill/>
          </a:ln>
          <a:effectLst/>
        </p:spPr>
        <p:txBody>
          <a:bodyPr vert="horz" wrap="square" lIns="90000" tIns="46800" rIns="90000" bIns="46800" numCol="1" anchor="b" anchorCtr="0" compatLnSpc="1">
            <a:prstTxWarp prst="textNoShape">
              <a:avLst/>
            </a:prstTxWarp>
          </a:bodyPr>
          <a:lstStyle>
            <a:lvl1pP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ea typeface="Arial Unicode MS" panose="020B0604020202020204" pitchFamily="34" charset="-128"/>
                <a:cs typeface="Arial Unicode MS" panose="020B0604020202020204" pitchFamily="34" charset="-128"/>
              </a:defRPr>
            </a:lvl1pPr>
          </a:lstStyle>
          <a:p>
            <a:pPr>
              <a:defRPr/>
            </a:pPr>
            <a:endParaRPr lang="en-US" altLang="en-US"/>
          </a:p>
        </p:txBody>
      </p:sp>
      <p:sp>
        <p:nvSpPr>
          <p:cNvPr id="4107" name="Rectangle 11">
            <a:extLst>
              <a:ext uri="{FF2B5EF4-FFF2-40B4-BE49-F238E27FC236}">
                <a16:creationId xmlns:a16="http://schemas.microsoft.com/office/drawing/2014/main" id="{682B0442-5616-450C-96B8-121DD7746843}"/>
              </a:ext>
            </a:extLst>
          </p:cNvPr>
          <p:cNvSpPr>
            <a:spLocks noGrp="1" noChangeArrowheads="1"/>
          </p:cNvSpPr>
          <p:nvPr>
            <p:ph type="sldNum"/>
          </p:nvPr>
        </p:nvSpPr>
        <p:spPr bwMode="auto">
          <a:xfrm>
            <a:off x="3970338" y="8829675"/>
            <a:ext cx="3030537" cy="457200"/>
          </a:xfrm>
          <a:prstGeom prst="rect">
            <a:avLst/>
          </a:prstGeom>
          <a:noFill/>
          <a:ln>
            <a:noFill/>
          </a:ln>
          <a:effectLst/>
        </p:spPr>
        <p:txBody>
          <a:bodyPr vert="horz" wrap="square" lIns="90000" tIns="46800" rIns="90000" bIns="46800" numCol="1" anchor="b" anchorCtr="0" compatLnSpc="1">
            <a:prstTxWarp prst="textNoShape">
              <a:avLst/>
            </a:prstTxWarp>
          </a:bodyPr>
          <a:lstStyle>
            <a:lvl1pPr algn="r" eaLnBrk="1" hangingPunct="1">
              <a:buSzPct val="450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defRPr>
            </a:lvl1pPr>
          </a:lstStyle>
          <a:p>
            <a:pPr>
              <a:defRPr/>
            </a:pPr>
            <a:fld id="{43DBDE10-2A84-43FC-9945-3E37CF1E0E9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stats.stackexchange.com/questions/3931/intuitive-explanation-for-dividing-by-n-1-when-calculating-standard-deviation"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3EEF2457-A2B3-4113-A624-E0D4BFC38358}"/>
              </a:ext>
            </a:extLst>
          </p:cNvPr>
          <p:cNvSpPr>
            <a:spLocks noGrp="1" noRot="1" noChangeAspect="1" noChangeArrowheads="1" noTextEdit="1"/>
          </p:cNvSpPr>
          <p:nvPr>
            <p:ph type="sldImg"/>
          </p:nvPr>
        </p:nvSpPr>
        <p:spPr>
          <a:xfrm>
            <a:off x="1182688" y="696913"/>
            <a:ext cx="4637087" cy="3478212"/>
          </a:xfrm>
          <a:ln/>
        </p:spPr>
      </p:sp>
      <p:sp>
        <p:nvSpPr>
          <p:cNvPr id="8195" name="Notes Placeholder 2">
            <a:extLst>
              <a:ext uri="{FF2B5EF4-FFF2-40B4-BE49-F238E27FC236}">
                <a16:creationId xmlns:a16="http://schemas.microsoft.com/office/drawing/2014/main" id="{6DCECE33-4D8C-4826-811A-5C4B75192FE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8196" name="Slide Number Placeholder 3">
            <a:extLst>
              <a:ext uri="{FF2B5EF4-FFF2-40B4-BE49-F238E27FC236}">
                <a16:creationId xmlns:a16="http://schemas.microsoft.com/office/drawing/2014/main" id="{4B8AE08A-4DDF-4ED5-B58D-FCE4AA986A53}"/>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2F978704-DFD5-48E5-A528-55F100A947C4}" type="slidenum">
              <a:rPr lang="en-US" altLang="en-US" sz="1200" smtClean="0">
                <a:solidFill>
                  <a:srgbClr val="000000"/>
                </a:solidFill>
              </a:rPr>
              <a:pPr/>
              <a:t>2</a:t>
            </a:fld>
            <a:endParaRPr lang="en-US" altLang="en-US" sz="1200">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1E809CC2-B714-4966-B9DC-9E57FD875DA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2ABD2CDB-6350-4B6C-BE32-247BF4EB4492}" type="slidenum">
              <a:rPr lang="en-US" altLang="en-US" sz="1200" smtClean="0">
                <a:solidFill>
                  <a:srgbClr val="000000"/>
                </a:solidFill>
              </a:rPr>
              <a:pPr/>
              <a:t>3</a:t>
            </a:fld>
            <a:endParaRPr lang="en-US" altLang="en-US" sz="1200">
              <a:solidFill>
                <a:srgbClr val="000000"/>
              </a:solidFill>
            </a:endParaRPr>
          </a:p>
        </p:txBody>
      </p:sp>
      <p:sp>
        <p:nvSpPr>
          <p:cNvPr id="26627" name="Rectangle 2">
            <a:extLst>
              <a:ext uri="{FF2B5EF4-FFF2-40B4-BE49-F238E27FC236}">
                <a16:creationId xmlns:a16="http://schemas.microsoft.com/office/drawing/2014/main" id="{31110F12-036A-46BB-BA99-154E7F7BAB12}"/>
              </a:ext>
            </a:extLst>
          </p:cNvPr>
          <p:cNvSpPr>
            <a:spLocks noGrp="1" noRot="1" noChangeAspect="1" noChangeArrowheads="1" noTextEdit="1"/>
          </p:cNvSpPr>
          <p:nvPr>
            <p:ph type="sldImg"/>
          </p:nvPr>
        </p:nvSpPr>
        <p:spPr>
          <a:xfrm>
            <a:off x="1182688" y="696913"/>
            <a:ext cx="4637087" cy="3478212"/>
          </a:xfrm>
          <a:ln/>
        </p:spPr>
      </p:sp>
      <p:sp>
        <p:nvSpPr>
          <p:cNvPr id="26628" name="Rectangle 3">
            <a:extLst>
              <a:ext uri="{FF2B5EF4-FFF2-40B4-BE49-F238E27FC236}">
                <a16:creationId xmlns:a16="http://schemas.microsoft.com/office/drawing/2014/main" id="{EC420BE9-74A8-442A-8D74-6B0E022DA10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47358B5D-C61C-416C-A8B2-CF84D4B06EE6}"/>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DFA37792-AC6C-40BE-BF29-1E49E78C7B0F}" type="slidenum">
              <a:rPr lang="en-US" altLang="en-US" sz="1200" smtClean="0">
                <a:solidFill>
                  <a:srgbClr val="000000"/>
                </a:solidFill>
              </a:rPr>
              <a:pPr/>
              <a:t>4</a:t>
            </a:fld>
            <a:endParaRPr lang="en-US" altLang="en-US" sz="1200">
              <a:solidFill>
                <a:srgbClr val="000000"/>
              </a:solidFill>
            </a:endParaRPr>
          </a:p>
        </p:txBody>
      </p:sp>
      <p:sp>
        <p:nvSpPr>
          <p:cNvPr id="28675" name="Rectangle 2">
            <a:extLst>
              <a:ext uri="{FF2B5EF4-FFF2-40B4-BE49-F238E27FC236}">
                <a16:creationId xmlns:a16="http://schemas.microsoft.com/office/drawing/2014/main" id="{46DB24FA-31D4-46C2-B2BB-EB3E2AF99FC9}"/>
              </a:ext>
            </a:extLst>
          </p:cNvPr>
          <p:cNvSpPr>
            <a:spLocks noGrp="1" noRot="1" noChangeAspect="1" noChangeArrowheads="1" noTextEdit="1"/>
          </p:cNvSpPr>
          <p:nvPr>
            <p:ph type="sldImg"/>
          </p:nvPr>
        </p:nvSpPr>
        <p:spPr>
          <a:xfrm>
            <a:off x="1182688" y="696913"/>
            <a:ext cx="4637087" cy="3478212"/>
          </a:xfrm>
          <a:ln/>
        </p:spPr>
      </p:sp>
      <p:sp>
        <p:nvSpPr>
          <p:cNvPr id="28676" name="Rectangle 3">
            <a:extLst>
              <a:ext uri="{FF2B5EF4-FFF2-40B4-BE49-F238E27FC236}">
                <a16:creationId xmlns:a16="http://schemas.microsoft.com/office/drawing/2014/main" id="{D511CFF2-F22D-45FF-91EA-0F3E1FA28AC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C0D292ED-AE47-4F45-A015-C23CDE476E81}"/>
              </a:ext>
            </a:extLst>
          </p:cNvPr>
          <p:cNvSpPr>
            <a:spLocks noGrp="1" noRot="1" noChangeAspect="1" noChangeArrowheads="1" noTextEdit="1"/>
          </p:cNvSpPr>
          <p:nvPr>
            <p:ph type="sldImg"/>
          </p:nvPr>
        </p:nvSpPr>
        <p:spPr>
          <a:xfrm>
            <a:off x="1182688" y="696913"/>
            <a:ext cx="4637087" cy="3478212"/>
          </a:xfrm>
          <a:ln/>
        </p:spPr>
      </p:sp>
      <p:sp>
        <p:nvSpPr>
          <p:cNvPr id="24579" name="Notes Placeholder 2">
            <a:extLst>
              <a:ext uri="{FF2B5EF4-FFF2-40B4-BE49-F238E27FC236}">
                <a16:creationId xmlns:a16="http://schemas.microsoft.com/office/drawing/2014/main" id="{07E1A205-3613-4BB3-A7D3-F6B812B70F3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24580" name="Slide Number Placeholder 3">
            <a:extLst>
              <a:ext uri="{FF2B5EF4-FFF2-40B4-BE49-F238E27FC236}">
                <a16:creationId xmlns:a16="http://schemas.microsoft.com/office/drawing/2014/main" id="{0FE6EC1A-5A62-47A3-B0E8-B7CA14302155}"/>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B8D0219C-B1FA-4430-8E57-030F5E050E72}" type="slidenum">
              <a:rPr lang="en-US" altLang="en-US" sz="1200" smtClean="0">
                <a:solidFill>
                  <a:srgbClr val="000000"/>
                </a:solidFill>
              </a:rPr>
              <a:pPr/>
              <a:t>5</a:t>
            </a:fld>
            <a:endParaRPr lang="en-US" altLang="en-US" sz="1200">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66F356DB-823B-45F2-88C3-CD0293827EB1}"/>
              </a:ext>
            </a:extLst>
          </p:cNvPr>
          <p:cNvSpPr>
            <a:spLocks noGrp="1" noRot="1" noChangeAspect="1" noChangeArrowheads="1" noTextEdit="1"/>
          </p:cNvSpPr>
          <p:nvPr>
            <p:ph type="sldImg"/>
          </p:nvPr>
        </p:nvSpPr>
        <p:spPr>
          <a:xfrm>
            <a:off x="1182688" y="696913"/>
            <a:ext cx="4637087" cy="3478212"/>
          </a:xfrm>
          <a:ln/>
        </p:spPr>
      </p:sp>
      <p:sp>
        <p:nvSpPr>
          <p:cNvPr id="10243" name="Notes Placeholder 2">
            <a:extLst>
              <a:ext uri="{FF2B5EF4-FFF2-40B4-BE49-F238E27FC236}">
                <a16:creationId xmlns:a16="http://schemas.microsoft.com/office/drawing/2014/main" id="{C57EC8DF-4179-4CE1-AAA5-D55DB3B9D68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0244" name="Slide Number Placeholder 3">
            <a:extLst>
              <a:ext uri="{FF2B5EF4-FFF2-40B4-BE49-F238E27FC236}">
                <a16:creationId xmlns:a16="http://schemas.microsoft.com/office/drawing/2014/main" id="{37726F20-C8EA-4E60-86AB-549E3589DB05}"/>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CFF85BAB-0221-4E5D-9C91-1B846B2528F9}" type="slidenum">
              <a:rPr lang="en-US" altLang="en-US" sz="1200" smtClean="0">
                <a:solidFill>
                  <a:srgbClr val="000000"/>
                </a:solidFill>
              </a:rPr>
              <a:pPr/>
              <a:t>6</a:t>
            </a:fld>
            <a:endParaRPr lang="en-US" altLang="en-US" sz="1200">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52027769-0458-43A1-ABB6-46E1ADDF5DF3}"/>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9F8826A0-927D-4635-871C-CEB12A39F46D}" type="slidenum">
              <a:rPr lang="en-US" altLang="en-US" sz="1200" smtClean="0">
                <a:solidFill>
                  <a:srgbClr val="000000"/>
                </a:solidFill>
              </a:rPr>
              <a:pPr/>
              <a:t>7</a:t>
            </a:fld>
            <a:endParaRPr lang="en-US" altLang="en-US" sz="1200">
              <a:solidFill>
                <a:srgbClr val="000000"/>
              </a:solidFill>
            </a:endParaRPr>
          </a:p>
        </p:txBody>
      </p:sp>
      <p:sp>
        <p:nvSpPr>
          <p:cNvPr id="12291" name="Rectangle 2">
            <a:extLst>
              <a:ext uri="{FF2B5EF4-FFF2-40B4-BE49-F238E27FC236}">
                <a16:creationId xmlns:a16="http://schemas.microsoft.com/office/drawing/2014/main" id="{DEB1D3A1-8088-486C-91DA-156ECF8E5DB9}"/>
              </a:ext>
            </a:extLst>
          </p:cNvPr>
          <p:cNvSpPr>
            <a:spLocks noGrp="1" noRot="1" noChangeAspect="1" noChangeArrowheads="1" noTextEdit="1"/>
          </p:cNvSpPr>
          <p:nvPr>
            <p:ph type="sldImg"/>
          </p:nvPr>
        </p:nvSpPr>
        <p:spPr>
          <a:xfrm>
            <a:off x="1182688" y="696913"/>
            <a:ext cx="4637087" cy="3478212"/>
          </a:xfrm>
          <a:ln/>
        </p:spPr>
      </p:sp>
      <p:sp>
        <p:nvSpPr>
          <p:cNvPr id="12292" name="Rectangle 3">
            <a:extLst>
              <a:ext uri="{FF2B5EF4-FFF2-40B4-BE49-F238E27FC236}">
                <a16:creationId xmlns:a16="http://schemas.microsoft.com/office/drawing/2014/main" id="{A91FDDE0-2126-41C7-9C94-F27B75B7B89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2774D62D-C5F4-4F9F-A1FA-FF84ABE1A50B}"/>
              </a:ext>
            </a:extLst>
          </p:cNvPr>
          <p:cNvSpPr>
            <a:spLocks noGrp="1" noRot="1" noChangeAspect="1" noChangeArrowheads="1" noTextEdit="1"/>
          </p:cNvSpPr>
          <p:nvPr>
            <p:ph type="sldImg"/>
          </p:nvPr>
        </p:nvSpPr>
        <p:spPr>
          <a:xfrm>
            <a:off x="1182688" y="696913"/>
            <a:ext cx="4637087" cy="3478212"/>
          </a:xfrm>
          <a:ln/>
        </p:spPr>
      </p:sp>
      <p:sp>
        <p:nvSpPr>
          <p:cNvPr id="14339" name="Notes Placeholder 2">
            <a:extLst>
              <a:ext uri="{FF2B5EF4-FFF2-40B4-BE49-F238E27FC236}">
                <a16:creationId xmlns:a16="http://schemas.microsoft.com/office/drawing/2014/main" id="{E70E01C4-0B22-4C2A-B71F-F69FE48F15F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4340" name="Slide Number Placeholder 3">
            <a:extLst>
              <a:ext uri="{FF2B5EF4-FFF2-40B4-BE49-F238E27FC236}">
                <a16:creationId xmlns:a16="http://schemas.microsoft.com/office/drawing/2014/main" id="{A100BC56-42CC-4C39-9DAA-6C857153CF7D}"/>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243321C1-2FA8-4DD1-8998-A3A69FD74BB6}" type="slidenum">
              <a:rPr lang="en-US" altLang="en-US" sz="1200" smtClean="0">
                <a:solidFill>
                  <a:srgbClr val="000000"/>
                </a:solidFill>
              </a:rPr>
              <a:pPr/>
              <a:t>8</a:t>
            </a:fld>
            <a:endParaRPr lang="en-US" altLang="en-US" sz="1200">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02653F73-8AC2-47C9-8BAD-86542E717857}"/>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1B6F6CB1-9427-4A11-ABE8-8C5F6A9C0639}" type="slidenum">
              <a:rPr lang="en-US" altLang="en-US" sz="1200" smtClean="0">
                <a:solidFill>
                  <a:srgbClr val="000000"/>
                </a:solidFill>
              </a:rPr>
              <a:pPr/>
              <a:t>9</a:t>
            </a:fld>
            <a:endParaRPr lang="en-US" altLang="en-US" sz="1200">
              <a:solidFill>
                <a:srgbClr val="000000"/>
              </a:solidFill>
            </a:endParaRPr>
          </a:p>
        </p:txBody>
      </p:sp>
      <p:sp>
        <p:nvSpPr>
          <p:cNvPr id="16387" name="Rectangle 2">
            <a:extLst>
              <a:ext uri="{FF2B5EF4-FFF2-40B4-BE49-F238E27FC236}">
                <a16:creationId xmlns:a16="http://schemas.microsoft.com/office/drawing/2014/main" id="{20C421AC-8513-422C-BF5E-AA72093670C3}"/>
              </a:ext>
            </a:extLst>
          </p:cNvPr>
          <p:cNvSpPr>
            <a:spLocks noGrp="1" noRot="1" noChangeAspect="1" noChangeArrowheads="1" noTextEdit="1"/>
          </p:cNvSpPr>
          <p:nvPr>
            <p:ph type="sldImg"/>
          </p:nvPr>
        </p:nvSpPr>
        <p:spPr>
          <a:xfrm>
            <a:off x="1182688" y="696913"/>
            <a:ext cx="4637087" cy="3478212"/>
          </a:xfrm>
          <a:ln/>
        </p:spPr>
      </p:sp>
      <p:sp>
        <p:nvSpPr>
          <p:cNvPr id="16388" name="Rectangle 3">
            <a:extLst>
              <a:ext uri="{FF2B5EF4-FFF2-40B4-BE49-F238E27FC236}">
                <a16:creationId xmlns:a16="http://schemas.microsoft.com/office/drawing/2014/main" id="{D9B8F166-0E99-4547-88A3-FD7DA16C66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B8DB62EC-D440-4CC9-A178-9E68681A9215}"/>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0B20DD2D-5B43-4CBF-AA82-51F6853A89D5}" type="slidenum">
              <a:rPr lang="en-US" altLang="en-US" sz="1200" smtClean="0">
                <a:solidFill>
                  <a:srgbClr val="000000"/>
                </a:solidFill>
              </a:rPr>
              <a:pPr/>
              <a:t>10</a:t>
            </a:fld>
            <a:endParaRPr lang="en-US" altLang="en-US" sz="1200">
              <a:solidFill>
                <a:srgbClr val="000000"/>
              </a:solidFill>
            </a:endParaRPr>
          </a:p>
        </p:txBody>
      </p:sp>
      <p:sp>
        <p:nvSpPr>
          <p:cNvPr id="18435" name="Rectangle 2">
            <a:extLst>
              <a:ext uri="{FF2B5EF4-FFF2-40B4-BE49-F238E27FC236}">
                <a16:creationId xmlns:a16="http://schemas.microsoft.com/office/drawing/2014/main" id="{0C6B842A-47F4-4729-BBF9-03D2CB8716DD}"/>
              </a:ext>
            </a:extLst>
          </p:cNvPr>
          <p:cNvSpPr>
            <a:spLocks noGrp="1" noRot="1" noChangeAspect="1" noChangeArrowheads="1" noTextEdit="1"/>
          </p:cNvSpPr>
          <p:nvPr>
            <p:ph type="sldImg"/>
          </p:nvPr>
        </p:nvSpPr>
        <p:spPr>
          <a:xfrm>
            <a:off x="1182688" y="696913"/>
            <a:ext cx="4637087" cy="3478212"/>
          </a:xfrm>
          <a:ln/>
        </p:spPr>
      </p:sp>
      <p:sp>
        <p:nvSpPr>
          <p:cNvPr id="18436" name="Rectangle 3">
            <a:extLst>
              <a:ext uri="{FF2B5EF4-FFF2-40B4-BE49-F238E27FC236}">
                <a16:creationId xmlns:a16="http://schemas.microsoft.com/office/drawing/2014/main" id="{A44B5BC4-4049-42F6-8283-CAFB906EF53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00797A5-FD6D-4277-BA61-8F8CACE21F30}"/>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85A078FE-41F6-4F99-B468-CBFE0E265741}" type="slidenum">
              <a:rPr lang="en-US" altLang="en-US" sz="1200" smtClean="0">
                <a:solidFill>
                  <a:srgbClr val="000000"/>
                </a:solidFill>
              </a:rPr>
              <a:pPr/>
              <a:t>11</a:t>
            </a:fld>
            <a:endParaRPr lang="en-US" altLang="en-US" sz="1200">
              <a:solidFill>
                <a:srgbClr val="000000"/>
              </a:solidFill>
            </a:endParaRPr>
          </a:p>
        </p:txBody>
      </p:sp>
      <p:sp>
        <p:nvSpPr>
          <p:cNvPr id="20483" name="Rectangle 2">
            <a:extLst>
              <a:ext uri="{FF2B5EF4-FFF2-40B4-BE49-F238E27FC236}">
                <a16:creationId xmlns:a16="http://schemas.microsoft.com/office/drawing/2014/main" id="{3713462E-3158-4F7F-B28F-45EDDED68E1E}"/>
              </a:ext>
            </a:extLst>
          </p:cNvPr>
          <p:cNvSpPr>
            <a:spLocks noGrp="1" noRot="1" noChangeAspect="1" noChangeArrowheads="1" noTextEdit="1"/>
          </p:cNvSpPr>
          <p:nvPr>
            <p:ph type="sldImg"/>
          </p:nvPr>
        </p:nvSpPr>
        <p:spPr>
          <a:xfrm>
            <a:off x="1182688" y="696913"/>
            <a:ext cx="4637087" cy="3478212"/>
          </a:xfrm>
          <a:ln/>
        </p:spPr>
      </p:sp>
      <p:sp>
        <p:nvSpPr>
          <p:cNvPr id="20484" name="Rectangle 3">
            <a:extLst>
              <a:ext uri="{FF2B5EF4-FFF2-40B4-BE49-F238E27FC236}">
                <a16:creationId xmlns:a16="http://schemas.microsoft.com/office/drawing/2014/main" id="{F17D7187-5898-47B6-9D21-34E8744C63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861D958F-C4DD-4E09-8007-5C3519ED47DD}"/>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DA4D58FF-41E2-47D3-8845-0ACCF321537F}" type="slidenum">
              <a:rPr lang="en-US" altLang="en-US" sz="1200" smtClean="0">
                <a:solidFill>
                  <a:srgbClr val="000000"/>
                </a:solidFill>
              </a:rPr>
              <a:pPr/>
              <a:t>12</a:t>
            </a:fld>
            <a:endParaRPr lang="en-US" altLang="en-US" sz="1200">
              <a:solidFill>
                <a:srgbClr val="000000"/>
              </a:solidFill>
            </a:endParaRPr>
          </a:p>
        </p:txBody>
      </p:sp>
      <p:sp>
        <p:nvSpPr>
          <p:cNvPr id="22531" name="Rectangle 2">
            <a:extLst>
              <a:ext uri="{FF2B5EF4-FFF2-40B4-BE49-F238E27FC236}">
                <a16:creationId xmlns:a16="http://schemas.microsoft.com/office/drawing/2014/main" id="{9B65D27E-431B-464D-854B-774AB862978E}"/>
              </a:ext>
            </a:extLst>
          </p:cNvPr>
          <p:cNvSpPr>
            <a:spLocks noGrp="1" noRot="1" noChangeAspect="1" noChangeArrowheads="1" noTextEdit="1"/>
          </p:cNvSpPr>
          <p:nvPr>
            <p:ph type="sldImg"/>
          </p:nvPr>
        </p:nvSpPr>
        <p:spPr>
          <a:xfrm>
            <a:off x="1182688" y="696913"/>
            <a:ext cx="4637087" cy="3478212"/>
          </a:xfrm>
          <a:ln/>
        </p:spPr>
      </p:sp>
      <p:sp>
        <p:nvSpPr>
          <p:cNvPr id="22532" name="Rectangle 3">
            <a:extLst>
              <a:ext uri="{FF2B5EF4-FFF2-40B4-BE49-F238E27FC236}">
                <a16:creationId xmlns:a16="http://schemas.microsoft.com/office/drawing/2014/main" id="{94CC5755-63EA-47D4-A23A-36CE941B90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22B6146D-9F1C-4BA3-A2A8-55AE5D148B96}"/>
              </a:ext>
            </a:extLst>
          </p:cNvPr>
          <p:cNvSpPr>
            <a:spLocks noGrp="1" noRot="1" noChangeAspect="1" noChangeArrowheads="1" noTextEdit="1"/>
          </p:cNvSpPr>
          <p:nvPr>
            <p:ph type="sldImg"/>
          </p:nvPr>
        </p:nvSpPr>
        <p:spPr>
          <a:xfrm>
            <a:off x="1182688" y="696913"/>
            <a:ext cx="4637087" cy="3478212"/>
          </a:xfrm>
          <a:ln/>
        </p:spPr>
      </p:sp>
      <p:sp>
        <p:nvSpPr>
          <p:cNvPr id="30723" name="Notes Placeholder 2">
            <a:extLst>
              <a:ext uri="{FF2B5EF4-FFF2-40B4-BE49-F238E27FC236}">
                <a16:creationId xmlns:a16="http://schemas.microsoft.com/office/drawing/2014/main" id="{0080D550-305A-4AEB-82F0-18B90DEA507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0724" name="Slide Number Placeholder 3">
            <a:extLst>
              <a:ext uri="{FF2B5EF4-FFF2-40B4-BE49-F238E27FC236}">
                <a16:creationId xmlns:a16="http://schemas.microsoft.com/office/drawing/2014/main" id="{46189C98-156C-41B7-A5D2-B9FF57535B2F}"/>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F3FF0F6A-DC29-42C2-B540-01D72D3CC782}" type="slidenum">
              <a:rPr lang="en-US" altLang="en-US" sz="1200" smtClean="0">
                <a:solidFill>
                  <a:srgbClr val="000000"/>
                </a:solidFill>
              </a:rPr>
              <a:pPr/>
              <a:t>13</a:t>
            </a:fld>
            <a:endParaRPr lang="en-US" altLang="en-US" sz="1200">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EDA4C7F6-8942-456E-8508-47C3C0E2A9B2}"/>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62248ED4-CE37-45CE-ABC2-7063C178205A}" type="slidenum">
              <a:rPr lang="en-US" altLang="en-US" sz="1200" smtClean="0">
                <a:solidFill>
                  <a:srgbClr val="000000"/>
                </a:solidFill>
              </a:rPr>
              <a:pPr/>
              <a:t>14</a:t>
            </a:fld>
            <a:endParaRPr lang="en-US" altLang="en-US" sz="1200">
              <a:solidFill>
                <a:srgbClr val="000000"/>
              </a:solidFill>
            </a:endParaRPr>
          </a:p>
        </p:txBody>
      </p:sp>
      <p:sp>
        <p:nvSpPr>
          <p:cNvPr id="32771" name="Rectangle 2">
            <a:extLst>
              <a:ext uri="{FF2B5EF4-FFF2-40B4-BE49-F238E27FC236}">
                <a16:creationId xmlns:a16="http://schemas.microsoft.com/office/drawing/2014/main" id="{3391DA5B-2B45-42EA-8D73-7BB625E5CD36}"/>
              </a:ext>
            </a:extLst>
          </p:cNvPr>
          <p:cNvSpPr>
            <a:spLocks noGrp="1" noRot="1" noChangeAspect="1" noChangeArrowheads="1" noTextEdit="1"/>
          </p:cNvSpPr>
          <p:nvPr>
            <p:ph type="sldImg"/>
          </p:nvPr>
        </p:nvSpPr>
        <p:spPr>
          <a:xfrm>
            <a:off x="1182688" y="696913"/>
            <a:ext cx="4637087" cy="3478212"/>
          </a:xfrm>
          <a:ln/>
        </p:spPr>
      </p:sp>
      <p:sp>
        <p:nvSpPr>
          <p:cNvPr id="32772" name="Rectangle 3">
            <a:extLst>
              <a:ext uri="{FF2B5EF4-FFF2-40B4-BE49-F238E27FC236}">
                <a16:creationId xmlns:a16="http://schemas.microsoft.com/office/drawing/2014/main" id="{2A00643F-3ED4-4997-A97F-F0F248C07E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8B4E7343-E441-4A40-BA4B-3646131743F9}"/>
              </a:ext>
            </a:extLst>
          </p:cNvPr>
          <p:cNvSpPr>
            <a:spLocks noGrp="1" noRot="1" noChangeAspect="1" noChangeArrowheads="1" noTextEdit="1"/>
          </p:cNvSpPr>
          <p:nvPr>
            <p:ph type="sldImg"/>
          </p:nvPr>
        </p:nvSpPr>
        <p:spPr>
          <a:xfrm>
            <a:off x="1182688" y="696913"/>
            <a:ext cx="4637087" cy="3478212"/>
          </a:xfrm>
          <a:ln/>
        </p:spPr>
      </p:sp>
      <p:sp>
        <p:nvSpPr>
          <p:cNvPr id="34819" name="Notes Placeholder 2">
            <a:extLst>
              <a:ext uri="{FF2B5EF4-FFF2-40B4-BE49-F238E27FC236}">
                <a16:creationId xmlns:a16="http://schemas.microsoft.com/office/drawing/2014/main" id="{8BE93881-568F-47F2-949D-65A6F6381050}"/>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4820" name="Slide Number Placeholder 3">
            <a:extLst>
              <a:ext uri="{FF2B5EF4-FFF2-40B4-BE49-F238E27FC236}">
                <a16:creationId xmlns:a16="http://schemas.microsoft.com/office/drawing/2014/main" id="{EF36C8F2-0AD4-4391-8E13-0FAB71FACE45}"/>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B15F888D-606D-4EB0-B563-FE5EE15C64FF}" type="slidenum">
              <a:rPr lang="en-US" altLang="en-US" sz="1200" smtClean="0">
                <a:solidFill>
                  <a:srgbClr val="000000"/>
                </a:solidFill>
              </a:rPr>
              <a:pPr/>
              <a:t>15</a:t>
            </a:fld>
            <a:endParaRPr lang="en-US" altLang="en-US" sz="1200">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014ECCF1-4A64-4F93-86BE-FC9E1A52FCD5}"/>
              </a:ext>
            </a:extLst>
          </p:cNvPr>
          <p:cNvSpPr>
            <a:spLocks noGrp="1" noRot="1" noChangeAspect="1" noChangeArrowheads="1" noTextEdit="1"/>
          </p:cNvSpPr>
          <p:nvPr>
            <p:ph type="sldImg"/>
          </p:nvPr>
        </p:nvSpPr>
        <p:spPr>
          <a:xfrm>
            <a:off x="1182688" y="696913"/>
            <a:ext cx="4637087" cy="3478212"/>
          </a:xfrm>
          <a:ln/>
        </p:spPr>
      </p:sp>
      <p:sp>
        <p:nvSpPr>
          <p:cNvPr id="36867" name="Notes Placeholder 2">
            <a:extLst>
              <a:ext uri="{FF2B5EF4-FFF2-40B4-BE49-F238E27FC236}">
                <a16:creationId xmlns:a16="http://schemas.microsoft.com/office/drawing/2014/main" id="{72D2C46A-60A2-42EA-81E3-7A3EAFCDA61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6868" name="Slide Number Placeholder 3">
            <a:extLst>
              <a:ext uri="{FF2B5EF4-FFF2-40B4-BE49-F238E27FC236}">
                <a16:creationId xmlns:a16="http://schemas.microsoft.com/office/drawing/2014/main" id="{C1C8C640-65AC-49E8-8F67-54A1AAB12897}"/>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7E30E4D7-4822-43D3-9350-A00D01632530}" type="slidenum">
              <a:rPr lang="en-US" altLang="en-US" sz="1200" smtClean="0">
                <a:solidFill>
                  <a:srgbClr val="000000"/>
                </a:solidFill>
              </a:rPr>
              <a:pPr/>
              <a:t>16</a:t>
            </a:fld>
            <a:endParaRPr lang="en-US" altLang="en-US" sz="1200">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6AE20D76-53BE-4714-BB72-4D9DD383876B}"/>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B6E3F0C8-15BB-4F67-8850-AA474FB3B1F1}" type="slidenum">
              <a:rPr lang="en-US" altLang="en-US" sz="1200" smtClean="0">
                <a:solidFill>
                  <a:srgbClr val="000000"/>
                </a:solidFill>
              </a:rPr>
              <a:pPr/>
              <a:t>17</a:t>
            </a:fld>
            <a:endParaRPr lang="en-US" altLang="en-US" sz="1200">
              <a:solidFill>
                <a:srgbClr val="000000"/>
              </a:solidFill>
            </a:endParaRPr>
          </a:p>
        </p:txBody>
      </p:sp>
      <p:sp>
        <p:nvSpPr>
          <p:cNvPr id="38915" name="Rectangle 2">
            <a:extLst>
              <a:ext uri="{FF2B5EF4-FFF2-40B4-BE49-F238E27FC236}">
                <a16:creationId xmlns:a16="http://schemas.microsoft.com/office/drawing/2014/main" id="{4928031C-97A6-4A7B-B9B6-22E19F4F0412}"/>
              </a:ext>
            </a:extLst>
          </p:cNvPr>
          <p:cNvSpPr>
            <a:spLocks noGrp="1" noRot="1" noChangeAspect="1" noChangeArrowheads="1" noTextEdit="1"/>
          </p:cNvSpPr>
          <p:nvPr>
            <p:ph type="sldImg"/>
          </p:nvPr>
        </p:nvSpPr>
        <p:spPr>
          <a:xfrm>
            <a:off x="1182688" y="696913"/>
            <a:ext cx="4637087" cy="3478212"/>
          </a:xfrm>
          <a:ln/>
        </p:spPr>
      </p:sp>
      <p:sp>
        <p:nvSpPr>
          <p:cNvPr id="38916" name="Rectangle 3">
            <a:extLst>
              <a:ext uri="{FF2B5EF4-FFF2-40B4-BE49-F238E27FC236}">
                <a16:creationId xmlns:a16="http://schemas.microsoft.com/office/drawing/2014/main" id="{B6020C1C-A21B-440B-B86C-63D7BD83DDB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83210432-B384-44A4-BD59-C54FA5B37479}"/>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D077E3BA-85EB-4BF4-B955-F53CD7573F28}" type="slidenum">
              <a:rPr lang="en-US" altLang="en-US" sz="1200" smtClean="0">
                <a:solidFill>
                  <a:srgbClr val="000000"/>
                </a:solidFill>
              </a:rPr>
              <a:pPr/>
              <a:t>18</a:t>
            </a:fld>
            <a:endParaRPr lang="en-US" altLang="en-US" sz="1200">
              <a:solidFill>
                <a:srgbClr val="000000"/>
              </a:solidFill>
            </a:endParaRPr>
          </a:p>
        </p:txBody>
      </p:sp>
      <p:sp>
        <p:nvSpPr>
          <p:cNvPr id="40963" name="Rectangle 2">
            <a:extLst>
              <a:ext uri="{FF2B5EF4-FFF2-40B4-BE49-F238E27FC236}">
                <a16:creationId xmlns:a16="http://schemas.microsoft.com/office/drawing/2014/main" id="{326FCC6E-0F6F-441C-9C25-8AF6C8340228}"/>
              </a:ext>
            </a:extLst>
          </p:cNvPr>
          <p:cNvSpPr>
            <a:spLocks noGrp="1" noRot="1" noChangeAspect="1" noChangeArrowheads="1" noTextEdit="1"/>
          </p:cNvSpPr>
          <p:nvPr>
            <p:ph type="sldImg"/>
          </p:nvPr>
        </p:nvSpPr>
        <p:spPr>
          <a:xfrm>
            <a:off x="1182688" y="696913"/>
            <a:ext cx="4637087" cy="3478212"/>
          </a:xfrm>
          <a:ln/>
        </p:spPr>
      </p:sp>
      <p:sp>
        <p:nvSpPr>
          <p:cNvPr id="40964" name="Rectangle 3">
            <a:extLst>
              <a:ext uri="{FF2B5EF4-FFF2-40B4-BE49-F238E27FC236}">
                <a16:creationId xmlns:a16="http://schemas.microsoft.com/office/drawing/2014/main" id="{D14EAD25-61EA-40C9-9DBF-19CA49BEBA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24AD847E-0B3F-434C-9033-660162D296A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FF178B0E-3F81-4220-8BA3-872741FB1100}" type="slidenum">
              <a:rPr lang="en-US" altLang="en-US" sz="1200" smtClean="0">
                <a:solidFill>
                  <a:srgbClr val="000000"/>
                </a:solidFill>
              </a:rPr>
              <a:pPr/>
              <a:t>19</a:t>
            </a:fld>
            <a:endParaRPr lang="en-US" altLang="en-US" sz="1200">
              <a:solidFill>
                <a:srgbClr val="000000"/>
              </a:solidFill>
            </a:endParaRPr>
          </a:p>
        </p:txBody>
      </p:sp>
      <p:sp>
        <p:nvSpPr>
          <p:cNvPr id="43011" name="Rectangle 2">
            <a:extLst>
              <a:ext uri="{FF2B5EF4-FFF2-40B4-BE49-F238E27FC236}">
                <a16:creationId xmlns:a16="http://schemas.microsoft.com/office/drawing/2014/main" id="{6F7AD32A-F1E5-414E-8B7E-4897FA9A5B25}"/>
              </a:ext>
            </a:extLst>
          </p:cNvPr>
          <p:cNvSpPr>
            <a:spLocks noGrp="1" noRot="1" noChangeAspect="1" noChangeArrowheads="1" noTextEdit="1"/>
          </p:cNvSpPr>
          <p:nvPr>
            <p:ph type="sldImg"/>
          </p:nvPr>
        </p:nvSpPr>
        <p:spPr>
          <a:xfrm>
            <a:off x="1182688" y="696913"/>
            <a:ext cx="4637087" cy="3478212"/>
          </a:xfrm>
          <a:ln/>
        </p:spPr>
      </p:sp>
      <p:sp>
        <p:nvSpPr>
          <p:cNvPr id="43012" name="Rectangle 3">
            <a:extLst>
              <a:ext uri="{FF2B5EF4-FFF2-40B4-BE49-F238E27FC236}">
                <a16:creationId xmlns:a16="http://schemas.microsoft.com/office/drawing/2014/main" id="{45655EF4-15EC-4788-A6B5-58EB6AE43F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7061E99C-01E5-4DC3-852B-F9465CABDEBC}"/>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BA1B395F-7712-4850-A203-B61A98E54729}" type="slidenum">
              <a:rPr lang="en-US" altLang="en-US" sz="1200" smtClean="0">
                <a:solidFill>
                  <a:srgbClr val="000000"/>
                </a:solidFill>
              </a:rPr>
              <a:pPr/>
              <a:t>20</a:t>
            </a:fld>
            <a:endParaRPr lang="en-US" altLang="en-US" sz="1200">
              <a:solidFill>
                <a:srgbClr val="000000"/>
              </a:solidFill>
            </a:endParaRPr>
          </a:p>
        </p:txBody>
      </p:sp>
      <p:sp>
        <p:nvSpPr>
          <p:cNvPr id="45059" name="Rectangle 2">
            <a:extLst>
              <a:ext uri="{FF2B5EF4-FFF2-40B4-BE49-F238E27FC236}">
                <a16:creationId xmlns:a16="http://schemas.microsoft.com/office/drawing/2014/main" id="{2A3D7C17-793B-493C-A6BF-E82CA8D9A504}"/>
              </a:ext>
            </a:extLst>
          </p:cNvPr>
          <p:cNvSpPr>
            <a:spLocks noGrp="1" noRot="1" noChangeAspect="1" noChangeArrowheads="1" noTextEdit="1"/>
          </p:cNvSpPr>
          <p:nvPr>
            <p:ph type="sldImg"/>
          </p:nvPr>
        </p:nvSpPr>
        <p:spPr>
          <a:xfrm>
            <a:off x="1182688" y="696913"/>
            <a:ext cx="4637087" cy="3478212"/>
          </a:xfrm>
          <a:ln/>
        </p:spPr>
      </p:sp>
      <p:sp>
        <p:nvSpPr>
          <p:cNvPr id="45060" name="Rectangle 3">
            <a:extLst>
              <a:ext uri="{FF2B5EF4-FFF2-40B4-BE49-F238E27FC236}">
                <a16:creationId xmlns:a16="http://schemas.microsoft.com/office/drawing/2014/main" id="{DF62C14B-B732-4CFC-BD11-CC8E19D3FE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D4A8CFA6-E325-4839-8440-8905AC5A292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991DEC0E-ACFC-4AE4-9816-2ABB7D84EE8D}" type="slidenum">
              <a:rPr lang="en-US" altLang="en-US" sz="1200" smtClean="0">
                <a:solidFill>
                  <a:srgbClr val="000000"/>
                </a:solidFill>
              </a:rPr>
              <a:pPr/>
              <a:t>21</a:t>
            </a:fld>
            <a:endParaRPr lang="en-US" altLang="en-US" sz="1200">
              <a:solidFill>
                <a:srgbClr val="000000"/>
              </a:solidFill>
            </a:endParaRPr>
          </a:p>
        </p:txBody>
      </p:sp>
      <p:sp>
        <p:nvSpPr>
          <p:cNvPr id="47107" name="Rectangle 2">
            <a:extLst>
              <a:ext uri="{FF2B5EF4-FFF2-40B4-BE49-F238E27FC236}">
                <a16:creationId xmlns:a16="http://schemas.microsoft.com/office/drawing/2014/main" id="{1901F530-D22C-4468-98C7-36557CD61882}"/>
              </a:ext>
            </a:extLst>
          </p:cNvPr>
          <p:cNvSpPr>
            <a:spLocks noGrp="1" noRot="1" noChangeAspect="1" noChangeArrowheads="1" noTextEdit="1"/>
          </p:cNvSpPr>
          <p:nvPr>
            <p:ph type="sldImg"/>
          </p:nvPr>
        </p:nvSpPr>
        <p:spPr>
          <a:xfrm>
            <a:off x="1182688" y="696913"/>
            <a:ext cx="4637087" cy="3478212"/>
          </a:xfrm>
          <a:ln/>
        </p:spPr>
      </p:sp>
      <p:sp>
        <p:nvSpPr>
          <p:cNvPr id="47108" name="Rectangle 3">
            <a:extLst>
              <a:ext uri="{FF2B5EF4-FFF2-40B4-BE49-F238E27FC236}">
                <a16:creationId xmlns:a16="http://schemas.microsoft.com/office/drawing/2014/main" id="{0A4A3232-3BAA-42FD-9C7C-CCC82ED917D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E1269D80-3D84-4993-92DF-5076ED13A4FF}"/>
              </a:ext>
            </a:extLst>
          </p:cNvPr>
          <p:cNvSpPr>
            <a:spLocks noGrp="1" noRot="1" noChangeAspect="1" noChangeArrowheads="1" noTextEdit="1"/>
          </p:cNvSpPr>
          <p:nvPr>
            <p:ph type="sldImg"/>
          </p:nvPr>
        </p:nvSpPr>
        <p:spPr>
          <a:xfrm>
            <a:off x="1182688" y="696913"/>
            <a:ext cx="4637087" cy="3478212"/>
          </a:xfrm>
          <a:ln/>
        </p:spPr>
      </p:sp>
      <p:sp>
        <p:nvSpPr>
          <p:cNvPr id="49155" name="Notes Placeholder 2">
            <a:extLst>
              <a:ext uri="{FF2B5EF4-FFF2-40B4-BE49-F238E27FC236}">
                <a16:creationId xmlns:a16="http://schemas.microsoft.com/office/drawing/2014/main" id="{6953AC77-4C43-42E5-9AE6-26DED19551D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49156" name="Slide Number Placeholder 3">
            <a:extLst>
              <a:ext uri="{FF2B5EF4-FFF2-40B4-BE49-F238E27FC236}">
                <a16:creationId xmlns:a16="http://schemas.microsoft.com/office/drawing/2014/main" id="{277CA152-50A3-4C77-A14E-4690405127B1}"/>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92CE027A-1914-4E05-AC18-D7CC0D6F6E62}" type="slidenum">
              <a:rPr lang="en-US" altLang="en-US" sz="1200" smtClean="0">
                <a:solidFill>
                  <a:srgbClr val="000000"/>
                </a:solidFill>
              </a:rPr>
              <a:pPr/>
              <a:t>22</a:t>
            </a:fld>
            <a:endParaRPr lang="en-US" altLang="en-US" sz="1200">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a:extLst>
              <a:ext uri="{FF2B5EF4-FFF2-40B4-BE49-F238E27FC236}">
                <a16:creationId xmlns:a16="http://schemas.microsoft.com/office/drawing/2014/main" id="{3E914657-6AC6-4331-BDE5-B86ABFF1A262}"/>
              </a:ext>
            </a:extLst>
          </p:cNvPr>
          <p:cNvSpPr>
            <a:spLocks noGrp="1" noRot="1" noChangeAspect="1" noChangeArrowheads="1" noTextEdit="1"/>
          </p:cNvSpPr>
          <p:nvPr>
            <p:ph type="sldImg"/>
          </p:nvPr>
        </p:nvSpPr>
        <p:spPr>
          <a:xfrm>
            <a:off x="1182688" y="696913"/>
            <a:ext cx="4637087" cy="3478212"/>
          </a:xfrm>
          <a:ln/>
        </p:spPr>
      </p:sp>
      <p:sp>
        <p:nvSpPr>
          <p:cNvPr id="51203" name="Notes Placeholder 2">
            <a:extLst>
              <a:ext uri="{FF2B5EF4-FFF2-40B4-BE49-F238E27FC236}">
                <a16:creationId xmlns:a16="http://schemas.microsoft.com/office/drawing/2014/main" id="{5CAC703D-A50F-4FE9-A7F9-10C1728ECD57}"/>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1204" name="Slide Number Placeholder 3">
            <a:extLst>
              <a:ext uri="{FF2B5EF4-FFF2-40B4-BE49-F238E27FC236}">
                <a16:creationId xmlns:a16="http://schemas.microsoft.com/office/drawing/2014/main" id="{C0825655-2F9B-4836-8018-FDABC2834E40}"/>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E901F197-C992-4AB1-8BC2-E794A3BD69A7}" type="slidenum">
              <a:rPr lang="en-US" altLang="en-US" sz="1200" smtClean="0">
                <a:solidFill>
                  <a:srgbClr val="000000"/>
                </a:solidFill>
              </a:rPr>
              <a:pPr/>
              <a:t>23</a:t>
            </a:fld>
            <a:endParaRPr lang="en-US" altLang="en-US" sz="1200">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4E5F9F1A-D3DF-4D46-92BA-3304816E1DD1}"/>
              </a:ext>
            </a:extLst>
          </p:cNvPr>
          <p:cNvSpPr>
            <a:spLocks noGrp="1" noRot="1" noChangeAspect="1" noChangeArrowheads="1" noTextEdit="1"/>
          </p:cNvSpPr>
          <p:nvPr>
            <p:ph type="sldImg"/>
          </p:nvPr>
        </p:nvSpPr>
        <p:spPr>
          <a:xfrm>
            <a:off x="1182688" y="696913"/>
            <a:ext cx="4637087" cy="3478212"/>
          </a:xfrm>
          <a:ln/>
        </p:spPr>
      </p:sp>
      <p:sp>
        <p:nvSpPr>
          <p:cNvPr id="53251" name="Notes Placeholder 2">
            <a:extLst>
              <a:ext uri="{FF2B5EF4-FFF2-40B4-BE49-F238E27FC236}">
                <a16:creationId xmlns:a16="http://schemas.microsoft.com/office/drawing/2014/main" id="{934FA7CF-76A0-49FC-A05F-40DE8848B55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3252" name="Slide Number Placeholder 3">
            <a:extLst>
              <a:ext uri="{FF2B5EF4-FFF2-40B4-BE49-F238E27FC236}">
                <a16:creationId xmlns:a16="http://schemas.microsoft.com/office/drawing/2014/main" id="{AFB28F5A-9666-4BB2-A530-8386FB33F340}"/>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87889B43-6E16-4DFC-B7BB-D024C37E6543}" type="slidenum">
              <a:rPr lang="en-US" altLang="en-US" sz="1200" smtClean="0">
                <a:solidFill>
                  <a:srgbClr val="000000"/>
                </a:solidFill>
              </a:rPr>
              <a:pPr/>
              <a:t>24</a:t>
            </a:fld>
            <a:endParaRPr lang="en-US" altLang="en-US" sz="1200">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4AFA03D6-5ACE-4C10-9588-0B1EC7757D93}"/>
              </a:ext>
            </a:extLst>
          </p:cNvPr>
          <p:cNvSpPr>
            <a:spLocks noGrp="1" noRot="1" noChangeAspect="1" noChangeArrowheads="1" noTextEdit="1"/>
          </p:cNvSpPr>
          <p:nvPr>
            <p:ph type="sldImg"/>
          </p:nvPr>
        </p:nvSpPr>
        <p:spPr>
          <a:xfrm>
            <a:off x="1182688" y="696913"/>
            <a:ext cx="4637087" cy="3478212"/>
          </a:xfrm>
          <a:ln/>
        </p:spPr>
      </p:sp>
      <p:sp>
        <p:nvSpPr>
          <p:cNvPr id="55299" name="Notes Placeholder 2">
            <a:extLst>
              <a:ext uri="{FF2B5EF4-FFF2-40B4-BE49-F238E27FC236}">
                <a16:creationId xmlns:a16="http://schemas.microsoft.com/office/drawing/2014/main" id="{2464C289-1DBD-40C7-ADC6-D39ADE83309C}"/>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5300" name="Slide Number Placeholder 3">
            <a:extLst>
              <a:ext uri="{FF2B5EF4-FFF2-40B4-BE49-F238E27FC236}">
                <a16:creationId xmlns:a16="http://schemas.microsoft.com/office/drawing/2014/main" id="{D3410D90-DCBF-41A4-9F56-94A999ABAE1C}"/>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3F456754-740D-43A2-8A53-1C867775DB97}" type="slidenum">
              <a:rPr lang="en-US" altLang="en-US" sz="1200" smtClean="0">
                <a:solidFill>
                  <a:srgbClr val="000000"/>
                </a:solidFill>
              </a:rPr>
              <a:pPr/>
              <a:t>25</a:t>
            </a:fld>
            <a:endParaRPr lang="en-US" altLang="en-US" sz="1200">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E2C5B574-EC40-467D-B32F-872163746991}"/>
              </a:ext>
            </a:extLst>
          </p:cNvPr>
          <p:cNvSpPr>
            <a:spLocks noGrp="1" noRot="1" noChangeAspect="1" noChangeArrowheads="1" noTextEdit="1"/>
          </p:cNvSpPr>
          <p:nvPr>
            <p:ph type="sldImg"/>
          </p:nvPr>
        </p:nvSpPr>
        <p:spPr>
          <a:xfrm>
            <a:off x="1182688" y="696913"/>
            <a:ext cx="4637087" cy="3478212"/>
          </a:xfrm>
          <a:ln/>
        </p:spPr>
      </p:sp>
      <p:sp>
        <p:nvSpPr>
          <p:cNvPr id="57347" name="Notes Placeholder 2">
            <a:extLst>
              <a:ext uri="{FF2B5EF4-FFF2-40B4-BE49-F238E27FC236}">
                <a16:creationId xmlns:a16="http://schemas.microsoft.com/office/drawing/2014/main" id="{10100171-E1AD-4213-AD56-CE9AD31D4EB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57348" name="Slide Number Placeholder 3">
            <a:extLst>
              <a:ext uri="{FF2B5EF4-FFF2-40B4-BE49-F238E27FC236}">
                <a16:creationId xmlns:a16="http://schemas.microsoft.com/office/drawing/2014/main" id="{5DD1F54C-684B-40CF-8F6A-F9493B7B226C}"/>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FF824E3D-DCE2-477F-8A56-3865B117436C}" type="slidenum">
              <a:rPr lang="en-US" altLang="en-US" sz="1200" smtClean="0">
                <a:solidFill>
                  <a:srgbClr val="000000"/>
                </a:solidFill>
              </a:rPr>
              <a:pPr/>
              <a:t>26</a:t>
            </a:fld>
            <a:endParaRPr lang="en-US" altLang="en-US" sz="1200">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8B0E28C4-CC8C-4BE5-9350-4EEE39D49A1E}"/>
              </a:ext>
            </a:extLst>
          </p:cNvPr>
          <p:cNvSpPr>
            <a:spLocks noGrp="1" noRot="1" noChangeAspect="1" noChangeArrowheads="1" noTextEdit="1"/>
          </p:cNvSpPr>
          <p:nvPr>
            <p:ph type="sldImg"/>
          </p:nvPr>
        </p:nvSpPr>
        <p:spPr>
          <a:xfrm>
            <a:off x="1182688" y="696913"/>
            <a:ext cx="4637087" cy="3478212"/>
          </a:xfrm>
          <a:ln/>
        </p:spPr>
      </p:sp>
      <p:sp>
        <p:nvSpPr>
          <p:cNvPr id="59395" name="Rectangle 3">
            <a:extLst>
              <a:ext uri="{FF2B5EF4-FFF2-40B4-BE49-F238E27FC236}">
                <a16:creationId xmlns:a16="http://schemas.microsoft.com/office/drawing/2014/main" id="{D8265172-E10D-49C4-B682-157E4C95C26B}"/>
              </a:ext>
            </a:extLst>
          </p:cNvPr>
          <p:cNvSpPr>
            <a:spLocks noGrp="1" noChangeArrowheads="1"/>
          </p:cNvSpPr>
          <p:nvPr>
            <p:ph type="body" idx="1"/>
          </p:nvPr>
        </p:nvSpPr>
        <p:spPr>
          <a:xfrm>
            <a:off x="701675" y="4416425"/>
            <a:ext cx="5607050"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F9808C9-04E2-46C0-9BF8-EBD54D4894C2}"/>
              </a:ext>
            </a:extLst>
          </p:cNvPr>
          <p:cNvSpPr>
            <a:spLocks noGrp="1" noRot="1" noChangeAspect="1" noChangeArrowheads="1" noTextEdit="1"/>
          </p:cNvSpPr>
          <p:nvPr>
            <p:ph type="sldImg"/>
          </p:nvPr>
        </p:nvSpPr>
        <p:spPr>
          <a:xfrm>
            <a:off x="1182688" y="696913"/>
            <a:ext cx="4637087" cy="3478212"/>
          </a:xfrm>
          <a:ln/>
        </p:spPr>
      </p:sp>
      <p:sp>
        <p:nvSpPr>
          <p:cNvPr id="61443" name="Rectangle 3">
            <a:extLst>
              <a:ext uri="{FF2B5EF4-FFF2-40B4-BE49-F238E27FC236}">
                <a16:creationId xmlns:a16="http://schemas.microsoft.com/office/drawing/2014/main" id="{5AEE8126-646C-4569-B703-0C5B549CA8D9}"/>
              </a:ext>
            </a:extLst>
          </p:cNvPr>
          <p:cNvSpPr>
            <a:spLocks noGrp="1" noChangeArrowheads="1"/>
          </p:cNvSpPr>
          <p:nvPr>
            <p:ph type="body" idx="1"/>
          </p:nvPr>
        </p:nvSpPr>
        <p:spPr>
          <a:xfrm>
            <a:off x="701675" y="4416425"/>
            <a:ext cx="5607050"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8A2BCFCC-5824-41F2-93A8-5340C241F57C}"/>
              </a:ext>
            </a:extLst>
          </p:cNvPr>
          <p:cNvSpPr>
            <a:spLocks noGrp="1" noRot="1" noChangeAspect="1" noChangeArrowheads="1" noTextEdit="1"/>
          </p:cNvSpPr>
          <p:nvPr>
            <p:ph type="sldImg"/>
          </p:nvPr>
        </p:nvSpPr>
        <p:spPr>
          <a:xfrm>
            <a:off x="1182688" y="696913"/>
            <a:ext cx="4637087" cy="3478212"/>
          </a:xfrm>
          <a:ln/>
        </p:spPr>
      </p:sp>
      <p:sp>
        <p:nvSpPr>
          <p:cNvPr id="63491" name="Notes Placeholder 2">
            <a:extLst>
              <a:ext uri="{FF2B5EF4-FFF2-40B4-BE49-F238E27FC236}">
                <a16:creationId xmlns:a16="http://schemas.microsoft.com/office/drawing/2014/main" id="{C7AF73EF-3DB8-4EE0-8F96-163D0B6776A9}"/>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63492" name="Slide Number Placeholder 3">
            <a:extLst>
              <a:ext uri="{FF2B5EF4-FFF2-40B4-BE49-F238E27FC236}">
                <a16:creationId xmlns:a16="http://schemas.microsoft.com/office/drawing/2014/main" id="{B5FA85CB-8F3C-4582-87DA-18BF32359156}"/>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F3740CA1-F35C-41DD-AAA3-D161FCA993D7}" type="slidenum">
              <a:rPr lang="en-US" altLang="en-US" sz="1200" smtClean="0">
                <a:solidFill>
                  <a:srgbClr val="000000"/>
                </a:solidFill>
              </a:rPr>
              <a:pPr/>
              <a:t>29</a:t>
            </a:fld>
            <a:endParaRPr lang="en-US" altLang="en-US" sz="1200">
              <a:solidFill>
                <a:srgbClr val="000000"/>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13CEE395-AA58-4A44-A5DE-2CE270A849B8}"/>
              </a:ext>
            </a:extLst>
          </p:cNvPr>
          <p:cNvSpPr>
            <a:spLocks noGrp="1" noRot="1" noChangeAspect="1" noChangeArrowheads="1" noTextEdit="1"/>
          </p:cNvSpPr>
          <p:nvPr>
            <p:ph type="sldImg"/>
          </p:nvPr>
        </p:nvSpPr>
        <p:spPr>
          <a:xfrm>
            <a:off x="1182688" y="696913"/>
            <a:ext cx="4637087" cy="3478212"/>
          </a:xfrm>
          <a:ln/>
        </p:spPr>
      </p:sp>
      <p:sp>
        <p:nvSpPr>
          <p:cNvPr id="65539" name="Notes Placeholder 2">
            <a:extLst>
              <a:ext uri="{FF2B5EF4-FFF2-40B4-BE49-F238E27FC236}">
                <a16:creationId xmlns:a16="http://schemas.microsoft.com/office/drawing/2014/main" id="{5D4F29A3-4D06-4302-93DC-49675D9D13C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65540" name="Slide Number Placeholder 3">
            <a:extLst>
              <a:ext uri="{FF2B5EF4-FFF2-40B4-BE49-F238E27FC236}">
                <a16:creationId xmlns:a16="http://schemas.microsoft.com/office/drawing/2014/main" id="{672C372B-ACEB-42CF-B5F6-341A049BB0EF}"/>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A1DD89F3-D4A6-4821-BEE7-C4929D681555}" type="slidenum">
              <a:rPr lang="en-US" altLang="en-US" sz="1200" smtClean="0">
                <a:solidFill>
                  <a:srgbClr val="000000"/>
                </a:solidFill>
              </a:rPr>
              <a:pPr/>
              <a:t>30</a:t>
            </a:fld>
            <a:endParaRPr lang="en-US" altLang="en-US" sz="1200">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51CE8BD4-BF06-42B6-9E23-7C346E208ABB}"/>
              </a:ext>
            </a:extLst>
          </p:cNvPr>
          <p:cNvSpPr>
            <a:spLocks noGrp="1" noRot="1" noChangeAspect="1" noChangeArrowheads="1" noTextEdit="1"/>
          </p:cNvSpPr>
          <p:nvPr>
            <p:ph type="sldImg"/>
          </p:nvPr>
        </p:nvSpPr>
        <p:spPr>
          <a:xfrm>
            <a:off x="1182688" y="696913"/>
            <a:ext cx="4637087" cy="3478212"/>
          </a:xfrm>
          <a:ln/>
        </p:spPr>
      </p:sp>
      <p:sp>
        <p:nvSpPr>
          <p:cNvPr id="67587" name="Notes Placeholder 2">
            <a:extLst>
              <a:ext uri="{FF2B5EF4-FFF2-40B4-BE49-F238E27FC236}">
                <a16:creationId xmlns:a16="http://schemas.microsoft.com/office/drawing/2014/main" id="{FAC54C5B-C11B-4F39-A133-D974AFB7CF1E}"/>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67588" name="Slide Number Placeholder 3">
            <a:extLst>
              <a:ext uri="{FF2B5EF4-FFF2-40B4-BE49-F238E27FC236}">
                <a16:creationId xmlns:a16="http://schemas.microsoft.com/office/drawing/2014/main" id="{D4E7BDC6-3291-444B-9E3E-9F26A9790A69}"/>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9AC58B0D-FE56-4D91-811E-51248F66A9E2}" type="slidenum">
              <a:rPr lang="en-US" altLang="en-US" sz="1200" smtClean="0">
                <a:solidFill>
                  <a:srgbClr val="000000"/>
                </a:solidFill>
              </a:rPr>
              <a:pPr/>
              <a:t>31</a:t>
            </a:fld>
            <a:endParaRPr lang="en-US" altLang="en-US" sz="1200">
              <a:solidFill>
                <a:srgbClr val="00000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2CE3194C-CC7C-4689-B91A-49A18E6BC5AB}"/>
              </a:ext>
            </a:extLst>
          </p:cNvPr>
          <p:cNvSpPr>
            <a:spLocks noGrp="1" noRot="1" noChangeAspect="1" noChangeArrowheads="1" noTextEdit="1"/>
          </p:cNvSpPr>
          <p:nvPr>
            <p:ph type="sldImg"/>
          </p:nvPr>
        </p:nvSpPr>
        <p:spPr>
          <a:xfrm>
            <a:off x="1182688" y="696913"/>
            <a:ext cx="4637087" cy="3478212"/>
          </a:xfrm>
          <a:ln/>
        </p:spPr>
      </p:sp>
      <p:sp>
        <p:nvSpPr>
          <p:cNvPr id="69635" name="Notes Placeholder 2">
            <a:extLst>
              <a:ext uri="{FF2B5EF4-FFF2-40B4-BE49-F238E27FC236}">
                <a16:creationId xmlns:a16="http://schemas.microsoft.com/office/drawing/2014/main" id="{5F7359A2-BD30-45AE-A93B-8EBEA02A801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69636" name="Slide Number Placeholder 3">
            <a:extLst>
              <a:ext uri="{FF2B5EF4-FFF2-40B4-BE49-F238E27FC236}">
                <a16:creationId xmlns:a16="http://schemas.microsoft.com/office/drawing/2014/main" id="{1E375808-FF13-49D9-854A-35CCE1494790}"/>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FBC4AFB4-7173-4972-AA84-D3C963E2DC97}" type="slidenum">
              <a:rPr lang="en-US" altLang="en-US" sz="1200" smtClean="0">
                <a:solidFill>
                  <a:srgbClr val="000000"/>
                </a:solidFill>
              </a:rPr>
              <a:pPr/>
              <a:t>32</a:t>
            </a:fld>
            <a:endParaRPr lang="en-US" altLang="en-US" sz="1200">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E52062A4-45B9-4F97-8FEF-0B72BD43A116}"/>
              </a:ext>
            </a:extLst>
          </p:cNvPr>
          <p:cNvSpPr>
            <a:spLocks noGrp="1" noRot="1" noChangeAspect="1" noChangeArrowheads="1" noTextEdit="1"/>
          </p:cNvSpPr>
          <p:nvPr>
            <p:ph type="sldImg"/>
          </p:nvPr>
        </p:nvSpPr>
        <p:spPr>
          <a:xfrm>
            <a:off x="1187450" y="701675"/>
            <a:ext cx="4632325" cy="3475038"/>
          </a:xfrm>
          <a:noFill/>
          <a:ln w="12700" cap="flat">
            <a:solidFill>
              <a:schemeClr val="tx1"/>
            </a:solidFill>
          </a:ln>
          <a:extLst>
            <a:ext uri="{909E8E84-426E-40DD-AFC4-6F175D3DCCD1}">
              <a14:hiddenFill xmlns:a14="http://schemas.microsoft.com/office/drawing/2010/main">
                <a:solidFill>
                  <a:srgbClr val="FFFFFF"/>
                </a:solidFill>
              </a14:hiddenFill>
            </a:ext>
          </a:extLst>
        </p:spPr>
      </p:sp>
      <p:sp>
        <p:nvSpPr>
          <p:cNvPr id="71683" name="Rectangle 3">
            <a:extLst>
              <a:ext uri="{FF2B5EF4-FFF2-40B4-BE49-F238E27FC236}">
                <a16:creationId xmlns:a16="http://schemas.microsoft.com/office/drawing/2014/main" id="{0DC41119-2AF2-4443-A6AB-75B8033F01D6}"/>
              </a:ext>
            </a:extLst>
          </p:cNvPr>
          <p:cNvSpPr>
            <a:spLocks noGrp="1" noChangeArrowheads="1"/>
          </p:cNvSpPr>
          <p:nvPr>
            <p:ph type="body" idx="1"/>
          </p:nvPr>
        </p:nvSpPr>
        <p:spPr>
          <a:xfrm>
            <a:off x="933450" y="4416425"/>
            <a:ext cx="514191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867" tIns="46139" rIns="93867" bIns="46139"/>
          <a:lstStyle/>
          <a:p>
            <a:pPr defTabSz="947738"/>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B891C983-26BA-4622-8C10-D99C805D02D2}"/>
              </a:ext>
            </a:extLst>
          </p:cNvPr>
          <p:cNvSpPr>
            <a:spLocks noGrp="1" noRot="1" noChangeAspect="1" noChangeArrowheads="1" noTextEdit="1"/>
          </p:cNvSpPr>
          <p:nvPr>
            <p:ph type="sldImg"/>
          </p:nvPr>
        </p:nvSpPr>
        <p:spPr>
          <a:xfrm>
            <a:off x="1187450" y="701675"/>
            <a:ext cx="4632325" cy="3475038"/>
          </a:xfrm>
          <a:noFill/>
          <a:ln w="12700" cap="flat">
            <a:solidFill>
              <a:schemeClr val="tx1"/>
            </a:solidFill>
          </a:ln>
          <a:extLst>
            <a:ext uri="{909E8E84-426E-40DD-AFC4-6F175D3DCCD1}">
              <a14:hiddenFill xmlns:a14="http://schemas.microsoft.com/office/drawing/2010/main">
                <a:solidFill>
                  <a:srgbClr val="FFFFFF"/>
                </a:solidFill>
              </a14:hiddenFill>
            </a:ext>
          </a:extLst>
        </p:spPr>
      </p:sp>
      <p:sp>
        <p:nvSpPr>
          <p:cNvPr id="73731" name="Rectangle 3">
            <a:extLst>
              <a:ext uri="{FF2B5EF4-FFF2-40B4-BE49-F238E27FC236}">
                <a16:creationId xmlns:a16="http://schemas.microsoft.com/office/drawing/2014/main" id="{AE82C4D5-EC8E-422D-A4C9-A636B683A5E8}"/>
              </a:ext>
            </a:extLst>
          </p:cNvPr>
          <p:cNvSpPr>
            <a:spLocks noGrp="1" noChangeArrowheads="1"/>
          </p:cNvSpPr>
          <p:nvPr>
            <p:ph type="body" idx="1"/>
          </p:nvPr>
        </p:nvSpPr>
        <p:spPr>
          <a:xfrm>
            <a:off x="933450" y="4416425"/>
            <a:ext cx="514191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867" tIns="46139" rIns="93867" bIns="46139"/>
          <a:lstStyle/>
          <a:p>
            <a:pPr defTabSz="947738"/>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BA3B13A5-21C6-4DD5-8B35-88123FD84012}"/>
              </a:ext>
            </a:extLst>
          </p:cNvPr>
          <p:cNvSpPr>
            <a:spLocks noGrp="1" noRot="1" noChangeAspect="1" noChangeArrowheads="1" noTextEdit="1"/>
          </p:cNvSpPr>
          <p:nvPr>
            <p:ph type="sldImg"/>
          </p:nvPr>
        </p:nvSpPr>
        <p:spPr>
          <a:xfrm>
            <a:off x="1187450" y="701675"/>
            <a:ext cx="4632325" cy="3475038"/>
          </a:xfrm>
          <a:noFill/>
          <a:ln w="12700" cap="flat">
            <a:solidFill>
              <a:schemeClr val="tx1"/>
            </a:solidFill>
          </a:ln>
          <a:extLst>
            <a:ext uri="{909E8E84-426E-40DD-AFC4-6F175D3DCCD1}">
              <a14:hiddenFill xmlns:a14="http://schemas.microsoft.com/office/drawing/2010/main">
                <a:solidFill>
                  <a:srgbClr val="FFFFFF"/>
                </a:solidFill>
              </a14:hiddenFill>
            </a:ext>
          </a:extLst>
        </p:spPr>
      </p:sp>
      <p:sp>
        <p:nvSpPr>
          <p:cNvPr id="75779" name="Rectangle 3">
            <a:extLst>
              <a:ext uri="{FF2B5EF4-FFF2-40B4-BE49-F238E27FC236}">
                <a16:creationId xmlns:a16="http://schemas.microsoft.com/office/drawing/2014/main" id="{44B4204E-A869-4CC8-BF61-5228650C6A7D}"/>
              </a:ext>
            </a:extLst>
          </p:cNvPr>
          <p:cNvSpPr>
            <a:spLocks noGrp="1" noChangeArrowheads="1"/>
          </p:cNvSpPr>
          <p:nvPr>
            <p:ph type="body" idx="1"/>
          </p:nvPr>
        </p:nvSpPr>
        <p:spPr>
          <a:xfrm>
            <a:off x="933450" y="4416425"/>
            <a:ext cx="514191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867" tIns="46139" rIns="93867" bIns="46139"/>
          <a:lstStyle/>
          <a:p>
            <a:pPr defTabSz="947738"/>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FBF9FE0E-1CA9-4C92-A9D0-29C9B596D7DB}"/>
              </a:ext>
            </a:extLst>
          </p:cNvPr>
          <p:cNvSpPr>
            <a:spLocks noGrp="1" noRot="1" noChangeAspect="1" noChangeArrowheads="1" noTextEdit="1"/>
          </p:cNvSpPr>
          <p:nvPr>
            <p:ph type="sldImg"/>
          </p:nvPr>
        </p:nvSpPr>
        <p:spPr>
          <a:xfrm>
            <a:off x="1187450" y="701675"/>
            <a:ext cx="4632325" cy="3475038"/>
          </a:xfrm>
          <a:noFill/>
          <a:ln w="12700" cap="flat">
            <a:solidFill>
              <a:schemeClr val="tx1"/>
            </a:solidFill>
          </a:ln>
          <a:extLst>
            <a:ext uri="{909E8E84-426E-40DD-AFC4-6F175D3DCCD1}">
              <a14:hiddenFill xmlns:a14="http://schemas.microsoft.com/office/drawing/2010/main">
                <a:solidFill>
                  <a:srgbClr val="FFFFFF"/>
                </a:solidFill>
              </a14:hiddenFill>
            </a:ext>
          </a:extLst>
        </p:spPr>
      </p:sp>
      <p:sp>
        <p:nvSpPr>
          <p:cNvPr id="77827" name="Rectangle 3">
            <a:extLst>
              <a:ext uri="{FF2B5EF4-FFF2-40B4-BE49-F238E27FC236}">
                <a16:creationId xmlns:a16="http://schemas.microsoft.com/office/drawing/2014/main" id="{E52839FB-4229-4338-84F2-14EDFA8A2AF6}"/>
              </a:ext>
            </a:extLst>
          </p:cNvPr>
          <p:cNvSpPr>
            <a:spLocks noGrp="1" noChangeArrowheads="1"/>
          </p:cNvSpPr>
          <p:nvPr>
            <p:ph type="body" idx="1"/>
          </p:nvPr>
        </p:nvSpPr>
        <p:spPr>
          <a:xfrm>
            <a:off x="933450" y="4416425"/>
            <a:ext cx="514191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867" tIns="46139" rIns="93867" bIns="46139"/>
          <a:lstStyle/>
          <a:p>
            <a:pPr defTabSz="947738"/>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88D11633-1946-4734-ACE0-7AB9941FB8B8}"/>
              </a:ext>
            </a:extLst>
          </p:cNvPr>
          <p:cNvSpPr>
            <a:spLocks noGrp="1" noRot="1" noChangeAspect="1" noChangeArrowheads="1" noTextEdit="1"/>
          </p:cNvSpPr>
          <p:nvPr>
            <p:ph type="sldImg"/>
          </p:nvPr>
        </p:nvSpPr>
        <p:spPr>
          <a:xfrm>
            <a:off x="1187450" y="701675"/>
            <a:ext cx="4632325" cy="3475038"/>
          </a:xfrm>
          <a:noFill/>
          <a:ln w="12700" cap="flat">
            <a:solidFill>
              <a:schemeClr val="tx1"/>
            </a:solidFill>
          </a:ln>
          <a:extLst>
            <a:ext uri="{909E8E84-426E-40DD-AFC4-6F175D3DCCD1}">
              <a14:hiddenFill xmlns:a14="http://schemas.microsoft.com/office/drawing/2010/main">
                <a:solidFill>
                  <a:srgbClr val="FFFFFF"/>
                </a:solidFill>
              </a14:hiddenFill>
            </a:ext>
          </a:extLst>
        </p:spPr>
      </p:sp>
      <p:sp>
        <p:nvSpPr>
          <p:cNvPr id="79875" name="Rectangle 3">
            <a:extLst>
              <a:ext uri="{FF2B5EF4-FFF2-40B4-BE49-F238E27FC236}">
                <a16:creationId xmlns:a16="http://schemas.microsoft.com/office/drawing/2014/main" id="{A6B95779-9290-4FC9-99B2-C8D648D19A28}"/>
              </a:ext>
            </a:extLst>
          </p:cNvPr>
          <p:cNvSpPr>
            <a:spLocks noGrp="1" noChangeArrowheads="1"/>
          </p:cNvSpPr>
          <p:nvPr>
            <p:ph type="body" idx="1"/>
          </p:nvPr>
        </p:nvSpPr>
        <p:spPr>
          <a:xfrm>
            <a:off x="933450" y="4416425"/>
            <a:ext cx="514191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867" tIns="46139" rIns="93867" bIns="46139"/>
          <a:lstStyle/>
          <a:p>
            <a:pPr defTabSz="947738"/>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B963D2E9-F99E-4967-937A-801C47C487C0}"/>
              </a:ext>
            </a:extLst>
          </p:cNvPr>
          <p:cNvSpPr>
            <a:spLocks noGrp="1" noRot="1" noChangeAspect="1" noChangeArrowheads="1" noTextEdit="1"/>
          </p:cNvSpPr>
          <p:nvPr>
            <p:ph type="sldImg"/>
          </p:nvPr>
        </p:nvSpPr>
        <p:spPr>
          <a:xfrm>
            <a:off x="1182688" y="696913"/>
            <a:ext cx="4637087" cy="3478212"/>
          </a:xfrm>
          <a:ln/>
        </p:spPr>
      </p:sp>
      <p:sp>
        <p:nvSpPr>
          <p:cNvPr id="81923" name="Rectangle 3">
            <a:extLst>
              <a:ext uri="{FF2B5EF4-FFF2-40B4-BE49-F238E27FC236}">
                <a16:creationId xmlns:a16="http://schemas.microsoft.com/office/drawing/2014/main" id="{258FFD7B-5673-4082-88BE-7A11B38925CC}"/>
              </a:ext>
            </a:extLst>
          </p:cNvPr>
          <p:cNvSpPr>
            <a:spLocks noGrp="1" noChangeArrowheads="1"/>
          </p:cNvSpPr>
          <p:nvPr>
            <p:ph type="body" idx="1"/>
          </p:nvPr>
        </p:nvSpPr>
        <p:spPr>
          <a:xfrm>
            <a:off x="701675" y="4416425"/>
            <a:ext cx="5607050"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rPr>
              <a:t>Why dividing by n-1: </a:t>
            </a:r>
            <a:r>
              <a:rPr lang="en-US" altLang="en-US">
                <a:latin typeface="Times New Roman" panose="02020603050405020304" pitchFamily="18" charset="0"/>
                <a:hlinkClick r:id="rId3"/>
              </a:rPr>
              <a:t>https://stats.stackexchange.com/questions/3931/intuitive-explanation-for-dividing-by-n-1-when-calculating-standard-deviation</a:t>
            </a:r>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585E0D2D-FDB6-4E4D-B7E3-277B0DBD0447}"/>
              </a:ext>
            </a:extLst>
          </p:cNvPr>
          <p:cNvSpPr>
            <a:spLocks noGrp="1" noRot="1" noChangeAspect="1" noChangeArrowheads="1" noTextEdit="1"/>
          </p:cNvSpPr>
          <p:nvPr>
            <p:ph type="sldImg"/>
          </p:nvPr>
        </p:nvSpPr>
        <p:spPr>
          <a:xfrm>
            <a:off x="1187450" y="701675"/>
            <a:ext cx="4632325" cy="3475038"/>
          </a:xfrm>
          <a:noFill/>
          <a:ln w="12700" cap="flat">
            <a:solidFill>
              <a:schemeClr val="tx1"/>
            </a:solidFill>
          </a:ln>
          <a:extLst>
            <a:ext uri="{909E8E84-426E-40DD-AFC4-6F175D3DCCD1}">
              <a14:hiddenFill xmlns:a14="http://schemas.microsoft.com/office/drawing/2010/main">
                <a:solidFill>
                  <a:srgbClr val="FFFFFF"/>
                </a:solidFill>
              </a14:hiddenFill>
            </a:ext>
          </a:extLst>
        </p:spPr>
      </p:sp>
      <p:sp>
        <p:nvSpPr>
          <p:cNvPr id="83971" name="Rectangle 3">
            <a:extLst>
              <a:ext uri="{FF2B5EF4-FFF2-40B4-BE49-F238E27FC236}">
                <a16:creationId xmlns:a16="http://schemas.microsoft.com/office/drawing/2014/main" id="{A1896B56-5530-472C-BF70-53AF108CC9A9}"/>
              </a:ext>
            </a:extLst>
          </p:cNvPr>
          <p:cNvSpPr>
            <a:spLocks noGrp="1" noChangeArrowheads="1"/>
          </p:cNvSpPr>
          <p:nvPr>
            <p:ph type="body" idx="1"/>
          </p:nvPr>
        </p:nvSpPr>
        <p:spPr>
          <a:xfrm>
            <a:off x="933450" y="4416425"/>
            <a:ext cx="514191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867" tIns="46139" rIns="93867" bIns="46139"/>
          <a:lstStyle/>
          <a:p>
            <a:pPr defTabSz="947738"/>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a:extLst>
              <a:ext uri="{FF2B5EF4-FFF2-40B4-BE49-F238E27FC236}">
                <a16:creationId xmlns:a16="http://schemas.microsoft.com/office/drawing/2014/main" id="{BC81DD5C-FA18-47AA-B91D-AC1995F33FF1}"/>
              </a:ext>
            </a:extLst>
          </p:cNvPr>
          <p:cNvSpPr>
            <a:spLocks noGrp="1" noRot="1" noChangeAspect="1" noChangeArrowheads="1" noTextEdit="1"/>
          </p:cNvSpPr>
          <p:nvPr>
            <p:ph type="sldImg"/>
          </p:nvPr>
        </p:nvSpPr>
        <p:spPr>
          <a:xfrm>
            <a:off x="1182688" y="696913"/>
            <a:ext cx="4637087" cy="3478212"/>
          </a:xfrm>
          <a:ln/>
        </p:spPr>
      </p:sp>
      <p:sp>
        <p:nvSpPr>
          <p:cNvPr id="86019" name="Notes Placeholder 2">
            <a:extLst>
              <a:ext uri="{FF2B5EF4-FFF2-40B4-BE49-F238E27FC236}">
                <a16:creationId xmlns:a16="http://schemas.microsoft.com/office/drawing/2014/main" id="{C178947F-B0BA-4CAF-8D20-C75C4A0B9EE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86020" name="Slide Number Placeholder 3">
            <a:extLst>
              <a:ext uri="{FF2B5EF4-FFF2-40B4-BE49-F238E27FC236}">
                <a16:creationId xmlns:a16="http://schemas.microsoft.com/office/drawing/2014/main" id="{C2FD2825-C94E-4291-953A-3B2121E86BF2}"/>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C408A89B-3C67-4089-B696-90CD4B132A97}" type="slidenum">
              <a:rPr lang="en-US" altLang="en-US" sz="1200" smtClean="0">
                <a:solidFill>
                  <a:srgbClr val="000000"/>
                </a:solidFill>
              </a:rPr>
              <a:pPr/>
              <a:t>40</a:t>
            </a:fld>
            <a:endParaRPr lang="en-US" altLang="en-US" sz="1200">
              <a:solidFill>
                <a:srgbClr val="000000"/>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a:extLst>
              <a:ext uri="{FF2B5EF4-FFF2-40B4-BE49-F238E27FC236}">
                <a16:creationId xmlns:a16="http://schemas.microsoft.com/office/drawing/2014/main" id="{7DA4DC8F-D046-45BD-A550-56775AA237E8}"/>
              </a:ext>
            </a:extLst>
          </p:cNvPr>
          <p:cNvSpPr>
            <a:spLocks noGrp="1" noRot="1" noChangeAspect="1" noChangeArrowheads="1" noTextEdit="1"/>
          </p:cNvSpPr>
          <p:nvPr>
            <p:ph type="sldImg"/>
          </p:nvPr>
        </p:nvSpPr>
        <p:spPr>
          <a:xfrm>
            <a:off x="1182688" y="696913"/>
            <a:ext cx="4637087" cy="3478212"/>
          </a:xfrm>
          <a:ln/>
        </p:spPr>
      </p:sp>
      <p:sp>
        <p:nvSpPr>
          <p:cNvPr id="88067" name="Notes Placeholder 2">
            <a:extLst>
              <a:ext uri="{FF2B5EF4-FFF2-40B4-BE49-F238E27FC236}">
                <a16:creationId xmlns:a16="http://schemas.microsoft.com/office/drawing/2014/main" id="{E58DED31-0DB0-42A6-8229-580F7D75801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88068" name="Slide Number Placeholder 3">
            <a:extLst>
              <a:ext uri="{FF2B5EF4-FFF2-40B4-BE49-F238E27FC236}">
                <a16:creationId xmlns:a16="http://schemas.microsoft.com/office/drawing/2014/main" id="{C6779382-8F1F-4FEF-9D96-0E5A11D01BFD}"/>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EE8B8B27-AC2A-4646-B2DE-F46F1B053860}" type="slidenum">
              <a:rPr lang="en-US" altLang="en-US" sz="1200" smtClean="0">
                <a:solidFill>
                  <a:srgbClr val="000000"/>
                </a:solidFill>
              </a:rPr>
              <a:pPr/>
              <a:t>41</a:t>
            </a:fld>
            <a:endParaRPr lang="en-US" altLang="en-US" sz="1200">
              <a:solidFill>
                <a:srgbClr val="000000"/>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F123892B-B49A-42BF-8586-D9A41E180F8D}"/>
              </a:ext>
            </a:extLst>
          </p:cNvPr>
          <p:cNvSpPr>
            <a:spLocks noGrp="1" noRot="1" noChangeAspect="1" noChangeArrowheads="1" noTextEdit="1"/>
          </p:cNvSpPr>
          <p:nvPr>
            <p:ph type="sldImg"/>
          </p:nvPr>
        </p:nvSpPr>
        <p:spPr>
          <a:xfrm>
            <a:off x="1182688" y="696913"/>
            <a:ext cx="4637087" cy="3478212"/>
          </a:xfrm>
          <a:ln/>
        </p:spPr>
      </p:sp>
      <p:sp>
        <p:nvSpPr>
          <p:cNvPr id="90115" name="Rectangle 3">
            <a:extLst>
              <a:ext uri="{FF2B5EF4-FFF2-40B4-BE49-F238E27FC236}">
                <a16:creationId xmlns:a16="http://schemas.microsoft.com/office/drawing/2014/main" id="{2F2FC4E9-1A6C-4F15-A51B-8E336BD2A4F7}"/>
              </a:ext>
            </a:extLst>
          </p:cNvPr>
          <p:cNvSpPr>
            <a:spLocks noGrp="1" noChangeArrowheads="1"/>
          </p:cNvSpPr>
          <p:nvPr>
            <p:ph type="body" idx="1"/>
          </p:nvPr>
        </p:nvSpPr>
        <p:spPr>
          <a:xfrm>
            <a:off x="701675" y="4416425"/>
            <a:ext cx="560546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a:extLst>
              <a:ext uri="{FF2B5EF4-FFF2-40B4-BE49-F238E27FC236}">
                <a16:creationId xmlns:a16="http://schemas.microsoft.com/office/drawing/2014/main" id="{47176B5A-8127-4FD2-B087-7FB5C98CA271}"/>
              </a:ext>
            </a:extLst>
          </p:cNvPr>
          <p:cNvSpPr>
            <a:spLocks noGrp="1" noRot="1" noChangeAspect="1" noChangeArrowheads="1" noTextEdit="1"/>
          </p:cNvSpPr>
          <p:nvPr>
            <p:ph type="sldImg"/>
          </p:nvPr>
        </p:nvSpPr>
        <p:spPr>
          <a:xfrm>
            <a:off x="1182688" y="696913"/>
            <a:ext cx="4637087" cy="3478212"/>
          </a:xfrm>
          <a:ln/>
        </p:spPr>
      </p:sp>
      <p:sp>
        <p:nvSpPr>
          <p:cNvPr id="92163" name="Notes Placeholder 2">
            <a:extLst>
              <a:ext uri="{FF2B5EF4-FFF2-40B4-BE49-F238E27FC236}">
                <a16:creationId xmlns:a16="http://schemas.microsoft.com/office/drawing/2014/main" id="{A138D62E-E769-4617-A95D-84C9CBB4E63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92164" name="Slide Number Placeholder 3">
            <a:extLst>
              <a:ext uri="{FF2B5EF4-FFF2-40B4-BE49-F238E27FC236}">
                <a16:creationId xmlns:a16="http://schemas.microsoft.com/office/drawing/2014/main" id="{D0EA1363-5A26-4C6C-B222-F372650E9FE4}"/>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611124B5-9238-411C-9C02-D65D8F39A9AB}" type="slidenum">
              <a:rPr lang="en-US" altLang="en-US" sz="1200" smtClean="0">
                <a:solidFill>
                  <a:srgbClr val="000000"/>
                </a:solidFill>
              </a:rPr>
              <a:pPr/>
              <a:t>43</a:t>
            </a:fld>
            <a:endParaRPr lang="en-US" altLang="en-US" sz="1200">
              <a:solidFill>
                <a:srgbClr val="000000"/>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a:extLst>
              <a:ext uri="{FF2B5EF4-FFF2-40B4-BE49-F238E27FC236}">
                <a16:creationId xmlns:a16="http://schemas.microsoft.com/office/drawing/2014/main" id="{D84C3698-97A4-4942-9DAE-43D5315F5D63}"/>
              </a:ext>
            </a:extLst>
          </p:cNvPr>
          <p:cNvSpPr>
            <a:spLocks noGrp="1" noRot="1" noChangeAspect="1" noChangeArrowheads="1" noTextEdit="1"/>
          </p:cNvSpPr>
          <p:nvPr>
            <p:ph type="sldImg"/>
          </p:nvPr>
        </p:nvSpPr>
        <p:spPr>
          <a:xfrm>
            <a:off x="1182688" y="696913"/>
            <a:ext cx="4637087" cy="3478212"/>
          </a:xfrm>
          <a:ln/>
        </p:spPr>
      </p:sp>
      <p:sp>
        <p:nvSpPr>
          <p:cNvPr id="94211" name="Notes Placeholder 2">
            <a:extLst>
              <a:ext uri="{FF2B5EF4-FFF2-40B4-BE49-F238E27FC236}">
                <a16:creationId xmlns:a16="http://schemas.microsoft.com/office/drawing/2014/main" id="{3AFF71FA-0A61-4534-A7F7-FCF376307D02}"/>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94212" name="Slide Number Placeholder 3">
            <a:extLst>
              <a:ext uri="{FF2B5EF4-FFF2-40B4-BE49-F238E27FC236}">
                <a16:creationId xmlns:a16="http://schemas.microsoft.com/office/drawing/2014/main" id="{49025263-446E-48DA-8875-D56DF4D0BC6D}"/>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17563C92-4BED-4CBE-BC72-E6CC00B4208C}" type="slidenum">
              <a:rPr lang="en-US" altLang="en-US" sz="1200" smtClean="0">
                <a:solidFill>
                  <a:srgbClr val="000000"/>
                </a:solidFill>
              </a:rPr>
              <a:pPr/>
              <a:t>44</a:t>
            </a:fld>
            <a:endParaRPr lang="en-US" altLang="en-US" sz="1200">
              <a:solidFill>
                <a:srgbClr val="000000"/>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CED607B2-E8A8-4194-9D6F-E2F72F08809C}"/>
              </a:ext>
            </a:extLst>
          </p:cNvPr>
          <p:cNvSpPr>
            <a:spLocks noGrp="1" noRot="1" noChangeAspect="1" noChangeArrowheads="1" noTextEdit="1"/>
          </p:cNvSpPr>
          <p:nvPr>
            <p:ph type="sldImg"/>
          </p:nvPr>
        </p:nvSpPr>
        <p:spPr>
          <a:xfrm>
            <a:off x="1182688" y="696913"/>
            <a:ext cx="4637087" cy="3478212"/>
          </a:xfrm>
          <a:ln/>
        </p:spPr>
      </p:sp>
      <p:sp>
        <p:nvSpPr>
          <p:cNvPr id="96259" name="Rectangle 3">
            <a:extLst>
              <a:ext uri="{FF2B5EF4-FFF2-40B4-BE49-F238E27FC236}">
                <a16:creationId xmlns:a16="http://schemas.microsoft.com/office/drawing/2014/main" id="{82E620C0-CAF4-4D07-8C91-9DAF7155D659}"/>
              </a:ext>
            </a:extLst>
          </p:cNvPr>
          <p:cNvSpPr>
            <a:spLocks noGrp="1" noChangeArrowheads="1"/>
          </p:cNvSpPr>
          <p:nvPr>
            <p:ph type="body" idx="1"/>
          </p:nvPr>
        </p:nvSpPr>
        <p:spPr>
          <a:xfrm>
            <a:off x="701675" y="4416425"/>
            <a:ext cx="5607050"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8538C915-4810-4D62-A371-30DCB158CD78}"/>
              </a:ext>
            </a:extLst>
          </p:cNvPr>
          <p:cNvSpPr>
            <a:spLocks noGrp="1" noRot="1" noChangeAspect="1" noChangeArrowheads="1" noTextEdit="1"/>
          </p:cNvSpPr>
          <p:nvPr>
            <p:ph type="sldImg"/>
          </p:nvPr>
        </p:nvSpPr>
        <p:spPr>
          <a:xfrm>
            <a:off x="1182688" y="696913"/>
            <a:ext cx="4637087" cy="3478212"/>
          </a:xfrm>
          <a:ln/>
        </p:spPr>
      </p:sp>
      <p:sp>
        <p:nvSpPr>
          <p:cNvPr id="98307" name="Rectangle 3">
            <a:extLst>
              <a:ext uri="{FF2B5EF4-FFF2-40B4-BE49-F238E27FC236}">
                <a16:creationId xmlns:a16="http://schemas.microsoft.com/office/drawing/2014/main" id="{8DCCB0E3-2015-4B68-89AA-581B9F9AC841}"/>
              </a:ext>
            </a:extLst>
          </p:cNvPr>
          <p:cNvSpPr>
            <a:spLocks noGrp="1" noChangeArrowheads="1"/>
          </p:cNvSpPr>
          <p:nvPr>
            <p:ph type="body" idx="1"/>
          </p:nvPr>
        </p:nvSpPr>
        <p:spPr>
          <a:xfrm>
            <a:off x="701675" y="4416425"/>
            <a:ext cx="5607050"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a:extLst>
              <a:ext uri="{FF2B5EF4-FFF2-40B4-BE49-F238E27FC236}">
                <a16:creationId xmlns:a16="http://schemas.microsoft.com/office/drawing/2014/main" id="{E2B391DF-5499-4243-96D4-B309B0078326}"/>
              </a:ext>
            </a:extLst>
          </p:cNvPr>
          <p:cNvSpPr>
            <a:spLocks noGrp="1" noRot="1" noChangeAspect="1" noChangeArrowheads="1" noTextEdit="1"/>
          </p:cNvSpPr>
          <p:nvPr>
            <p:ph type="sldImg"/>
          </p:nvPr>
        </p:nvSpPr>
        <p:spPr>
          <a:xfrm>
            <a:off x="1182688" y="696913"/>
            <a:ext cx="4637087" cy="3478212"/>
          </a:xfrm>
          <a:ln/>
        </p:spPr>
      </p:sp>
      <p:sp>
        <p:nvSpPr>
          <p:cNvPr id="102403" name="Notes Placeholder 2">
            <a:extLst>
              <a:ext uri="{FF2B5EF4-FFF2-40B4-BE49-F238E27FC236}">
                <a16:creationId xmlns:a16="http://schemas.microsoft.com/office/drawing/2014/main" id="{AB9E1A22-8A9C-4F59-BED0-D4B71503706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02404" name="Slide Number Placeholder 3">
            <a:extLst>
              <a:ext uri="{FF2B5EF4-FFF2-40B4-BE49-F238E27FC236}">
                <a16:creationId xmlns:a16="http://schemas.microsoft.com/office/drawing/2014/main" id="{328A6A52-5D11-4577-B80F-7B7CEE8BF6B4}"/>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1A1259E2-2D09-46A3-B19E-C9119EADA7AD}" type="slidenum">
              <a:rPr lang="en-US" altLang="en-US" sz="1200" smtClean="0">
                <a:solidFill>
                  <a:srgbClr val="000000"/>
                </a:solidFill>
              </a:rPr>
              <a:pPr/>
              <a:t>47</a:t>
            </a:fld>
            <a:endParaRPr lang="en-US" altLang="en-US" sz="1200">
              <a:solidFill>
                <a:srgbClr val="000000"/>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a:extLst>
              <a:ext uri="{FF2B5EF4-FFF2-40B4-BE49-F238E27FC236}">
                <a16:creationId xmlns:a16="http://schemas.microsoft.com/office/drawing/2014/main" id="{41993DEA-5EB7-48ED-868A-0153BCC6B87E}"/>
              </a:ext>
            </a:extLst>
          </p:cNvPr>
          <p:cNvSpPr>
            <a:spLocks noGrp="1" noRot="1" noChangeAspect="1" noChangeArrowheads="1" noTextEdit="1"/>
          </p:cNvSpPr>
          <p:nvPr>
            <p:ph type="sldImg"/>
          </p:nvPr>
        </p:nvSpPr>
        <p:spPr>
          <a:xfrm>
            <a:off x="1182688" y="696913"/>
            <a:ext cx="4637087" cy="3478212"/>
          </a:xfrm>
          <a:ln/>
        </p:spPr>
      </p:sp>
      <p:sp>
        <p:nvSpPr>
          <p:cNvPr id="104451" name="Notes Placeholder 2">
            <a:extLst>
              <a:ext uri="{FF2B5EF4-FFF2-40B4-BE49-F238E27FC236}">
                <a16:creationId xmlns:a16="http://schemas.microsoft.com/office/drawing/2014/main" id="{443DB0DF-D0D6-4FB8-BD6E-A7BE2373BDB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04452" name="Slide Number Placeholder 3">
            <a:extLst>
              <a:ext uri="{FF2B5EF4-FFF2-40B4-BE49-F238E27FC236}">
                <a16:creationId xmlns:a16="http://schemas.microsoft.com/office/drawing/2014/main" id="{95F68B80-72EA-4DC2-AFF8-A676C1C63AF4}"/>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D4918A1D-063B-433F-9DC8-9D54C2C9C851}" type="slidenum">
              <a:rPr lang="en-US" altLang="en-US" sz="1200" smtClean="0">
                <a:solidFill>
                  <a:srgbClr val="000000"/>
                </a:solidFill>
              </a:rPr>
              <a:pPr/>
              <a:t>48</a:t>
            </a:fld>
            <a:endParaRPr lang="en-US" altLang="en-US" sz="1200">
              <a:solidFill>
                <a:srgbClr val="000000"/>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a:extLst>
              <a:ext uri="{FF2B5EF4-FFF2-40B4-BE49-F238E27FC236}">
                <a16:creationId xmlns:a16="http://schemas.microsoft.com/office/drawing/2014/main" id="{06233213-B2B6-4C11-8197-58964427141A}"/>
              </a:ext>
            </a:extLst>
          </p:cNvPr>
          <p:cNvSpPr>
            <a:spLocks noGrp="1" noRot="1" noChangeAspect="1" noChangeArrowheads="1" noTextEdit="1"/>
          </p:cNvSpPr>
          <p:nvPr>
            <p:ph type="sldImg"/>
          </p:nvPr>
        </p:nvSpPr>
        <p:spPr>
          <a:xfrm>
            <a:off x="1182688" y="696913"/>
            <a:ext cx="4637087" cy="3478212"/>
          </a:xfrm>
          <a:ln/>
        </p:spPr>
      </p:sp>
      <p:sp>
        <p:nvSpPr>
          <p:cNvPr id="106499" name="Notes Placeholder 2">
            <a:extLst>
              <a:ext uri="{FF2B5EF4-FFF2-40B4-BE49-F238E27FC236}">
                <a16:creationId xmlns:a16="http://schemas.microsoft.com/office/drawing/2014/main" id="{080823A1-9493-4617-879F-256884BA8223}"/>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06500" name="Slide Number Placeholder 3">
            <a:extLst>
              <a:ext uri="{FF2B5EF4-FFF2-40B4-BE49-F238E27FC236}">
                <a16:creationId xmlns:a16="http://schemas.microsoft.com/office/drawing/2014/main" id="{35C118CB-652B-4631-988A-48010ACC831B}"/>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8CF43E27-953A-4C6D-9834-741E20BCB68D}" type="slidenum">
              <a:rPr lang="en-US" altLang="en-US" sz="1200" smtClean="0">
                <a:solidFill>
                  <a:srgbClr val="000000"/>
                </a:solidFill>
              </a:rPr>
              <a:pPr/>
              <a:t>49</a:t>
            </a:fld>
            <a:endParaRPr lang="en-US" altLang="en-US" sz="1200">
              <a:solidFill>
                <a:srgbClr val="000000"/>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a:extLst>
              <a:ext uri="{FF2B5EF4-FFF2-40B4-BE49-F238E27FC236}">
                <a16:creationId xmlns:a16="http://schemas.microsoft.com/office/drawing/2014/main" id="{6242DFC7-54F4-41CF-9A22-BADE9B0B0003}"/>
              </a:ext>
            </a:extLst>
          </p:cNvPr>
          <p:cNvSpPr>
            <a:spLocks noGrp="1" noRot="1" noChangeAspect="1" noChangeArrowheads="1" noTextEdit="1"/>
          </p:cNvSpPr>
          <p:nvPr>
            <p:ph type="sldImg"/>
          </p:nvPr>
        </p:nvSpPr>
        <p:spPr>
          <a:xfrm>
            <a:off x="1182688" y="696913"/>
            <a:ext cx="4637087" cy="3478212"/>
          </a:xfrm>
          <a:ln/>
        </p:spPr>
      </p:sp>
      <p:sp>
        <p:nvSpPr>
          <p:cNvPr id="108547" name="Notes Placeholder 2">
            <a:extLst>
              <a:ext uri="{FF2B5EF4-FFF2-40B4-BE49-F238E27FC236}">
                <a16:creationId xmlns:a16="http://schemas.microsoft.com/office/drawing/2014/main" id="{BC3270CD-D826-4B85-9982-216CB04AB86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08548" name="Slide Number Placeholder 3">
            <a:extLst>
              <a:ext uri="{FF2B5EF4-FFF2-40B4-BE49-F238E27FC236}">
                <a16:creationId xmlns:a16="http://schemas.microsoft.com/office/drawing/2014/main" id="{F0625E08-AB2C-4F14-B3F5-AD92B556D280}"/>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A11DF5FB-F099-45DF-A12F-6264076955C5}" type="slidenum">
              <a:rPr lang="en-US" altLang="en-US" sz="1200" smtClean="0">
                <a:solidFill>
                  <a:srgbClr val="000000"/>
                </a:solidFill>
              </a:rPr>
              <a:pPr/>
              <a:t>50</a:t>
            </a:fld>
            <a:endParaRPr lang="en-US" altLang="en-US" sz="1200">
              <a:solidFill>
                <a:srgbClr val="000000"/>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C8483F78-DF06-46AF-AE22-DB40E2EB0464}"/>
              </a:ext>
            </a:extLst>
          </p:cNvPr>
          <p:cNvSpPr>
            <a:spLocks noGrp="1" noRot="1" noChangeAspect="1" noChangeArrowheads="1" noTextEdit="1"/>
          </p:cNvSpPr>
          <p:nvPr>
            <p:ph type="sldImg"/>
          </p:nvPr>
        </p:nvSpPr>
        <p:spPr>
          <a:xfrm>
            <a:off x="1182688" y="696913"/>
            <a:ext cx="4637087" cy="3478212"/>
          </a:xfrm>
          <a:ln/>
        </p:spPr>
      </p:sp>
      <p:sp>
        <p:nvSpPr>
          <p:cNvPr id="100355" name="Rectangle 3">
            <a:extLst>
              <a:ext uri="{FF2B5EF4-FFF2-40B4-BE49-F238E27FC236}">
                <a16:creationId xmlns:a16="http://schemas.microsoft.com/office/drawing/2014/main" id="{D53F66B9-808D-4E64-86C1-953B5284C891}"/>
              </a:ext>
            </a:extLst>
          </p:cNvPr>
          <p:cNvSpPr>
            <a:spLocks noGrp="1" noChangeArrowheads="1"/>
          </p:cNvSpPr>
          <p:nvPr>
            <p:ph type="body" idx="1"/>
          </p:nvPr>
        </p:nvSpPr>
        <p:spPr>
          <a:xfrm>
            <a:off x="701675" y="4416425"/>
            <a:ext cx="5607050"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C8483F78-DF06-46AF-AE22-DB40E2EB0464}"/>
              </a:ext>
            </a:extLst>
          </p:cNvPr>
          <p:cNvSpPr>
            <a:spLocks noGrp="1" noRot="1" noChangeAspect="1" noChangeArrowheads="1" noTextEdit="1"/>
          </p:cNvSpPr>
          <p:nvPr>
            <p:ph type="sldImg"/>
          </p:nvPr>
        </p:nvSpPr>
        <p:spPr>
          <a:xfrm>
            <a:off x="1182688" y="696913"/>
            <a:ext cx="4637087" cy="3478212"/>
          </a:xfrm>
          <a:ln/>
        </p:spPr>
      </p:sp>
      <p:sp>
        <p:nvSpPr>
          <p:cNvPr id="100355" name="Rectangle 3">
            <a:extLst>
              <a:ext uri="{FF2B5EF4-FFF2-40B4-BE49-F238E27FC236}">
                <a16:creationId xmlns:a16="http://schemas.microsoft.com/office/drawing/2014/main" id="{D53F66B9-808D-4E64-86C1-953B5284C891}"/>
              </a:ext>
            </a:extLst>
          </p:cNvPr>
          <p:cNvSpPr>
            <a:spLocks noGrp="1" noChangeArrowheads="1"/>
          </p:cNvSpPr>
          <p:nvPr>
            <p:ph type="body" idx="1"/>
          </p:nvPr>
        </p:nvSpPr>
        <p:spPr>
          <a:xfrm>
            <a:off x="701675" y="4416425"/>
            <a:ext cx="5607050"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820781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145CA693-F278-454A-9C17-16E47D11F705}"/>
              </a:ext>
            </a:extLst>
          </p:cNvPr>
          <p:cNvSpPr>
            <a:spLocks noGrp="1" noRot="1" noChangeAspect="1" noChangeArrowheads="1" noTextEdit="1"/>
          </p:cNvSpPr>
          <p:nvPr>
            <p:ph type="sldImg"/>
          </p:nvPr>
        </p:nvSpPr>
        <p:spPr>
          <a:xfrm>
            <a:off x="1182688" y="696913"/>
            <a:ext cx="4637087" cy="3478212"/>
          </a:xfrm>
          <a:ln/>
        </p:spPr>
      </p:sp>
      <p:sp>
        <p:nvSpPr>
          <p:cNvPr id="110595" name="Rectangle 3">
            <a:extLst>
              <a:ext uri="{FF2B5EF4-FFF2-40B4-BE49-F238E27FC236}">
                <a16:creationId xmlns:a16="http://schemas.microsoft.com/office/drawing/2014/main" id="{32BD7A23-1031-405A-9E0C-D3A719FC036C}"/>
              </a:ext>
            </a:extLst>
          </p:cNvPr>
          <p:cNvSpPr>
            <a:spLocks noGrp="1" noChangeArrowheads="1"/>
          </p:cNvSpPr>
          <p:nvPr>
            <p:ph type="body" idx="1"/>
          </p:nvPr>
        </p:nvSpPr>
        <p:spPr>
          <a:xfrm>
            <a:off x="701675" y="4416425"/>
            <a:ext cx="560546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a:extLst>
              <a:ext uri="{FF2B5EF4-FFF2-40B4-BE49-F238E27FC236}">
                <a16:creationId xmlns:a16="http://schemas.microsoft.com/office/drawing/2014/main" id="{45D822D4-1567-4A55-9E4E-EE00174AA0BE}"/>
              </a:ext>
            </a:extLst>
          </p:cNvPr>
          <p:cNvSpPr>
            <a:spLocks noGrp="1" noRot="1" noChangeAspect="1" noChangeArrowheads="1" noTextEdit="1"/>
          </p:cNvSpPr>
          <p:nvPr>
            <p:ph type="sldImg"/>
          </p:nvPr>
        </p:nvSpPr>
        <p:spPr>
          <a:xfrm>
            <a:off x="1182688" y="696913"/>
            <a:ext cx="4637087" cy="3478212"/>
          </a:xfrm>
          <a:ln/>
        </p:spPr>
      </p:sp>
      <p:sp>
        <p:nvSpPr>
          <p:cNvPr id="112643" name="Notes Placeholder 2">
            <a:extLst>
              <a:ext uri="{FF2B5EF4-FFF2-40B4-BE49-F238E27FC236}">
                <a16:creationId xmlns:a16="http://schemas.microsoft.com/office/drawing/2014/main" id="{3930B71F-78C9-4857-88CB-4C1294002A76}"/>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12644" name="Slide Number Placeholder 3">
            <a:extLst>
              <a:ext uri="{FF2B5EF4-FFF2-40B4-BE49-F238E27FC236}">
                <a16:creationId xmlns:a16="http://schemas.microsoft.com/office/drawing/2014/main" id="{84D367B6-83D9-40E0-B156-2EE05C1D574F}"/>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6B5B3124-23D0-4C5C-859D-6B06500119DA}" type="slidenum">
              <a:rPr lang="en-US" altLang="en-US" sz="1200" smtClean="0">
                <a:solidFill>
                  <a:srgbClr val="000000"/>
                </a:solidFill>
              </a:rPr>
              <a:pPr/>
              <a:t>54</a:t>
            </a:fld>
            <a:endParaRPr lang="en-US" altLang="en-US" sz="1200">
              <a:solidFill>
                <a:srgbClr val="000000"/>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95A4CDB2-5C11-4A5B-8B5F-CCE9523FB09F}"/>
              </a:ext>
            </a:extLst>
          </p:cNvPr>
          <p:cNvSpPr>
            <a:spLocks noGrp="1" noRot="1" noChangeAspect="1" noChangeArrowheads="1" noTextEdit="1"/>
          </p:cNvSpPr>
          <p:nvPr>
            <p:ph type="sldImg"/>
          </p:nvPr>
        </p:nvSpPr>
        <p:spPr>
          <a:xfrm>
            <a:off x="1182688" y="696913"/>
            <a:ext cx="4637087" cy="3478212"/>
          </a:xfrm>
          <a:ln/>
        </p:spPr>
      </p:sp>
      <p:sp>
        <p:nvSpPr>
          <p:cNvPr id="114691" name="Rectangle 3">
            <a:extLst>
              <a:ext uri="{FF2B5EF4-FFF2-40B4-BE49-F238E27FC236}">
                <a16:creationId xmlns:a16="http://schemas.microsoft.com/office/drawing/2014/main" id="{17E8E873-5770-4EF8-9285-CF0CDB3D8C0E}"/>
              </a:ext>
            </a:extLst>
          </p:cNvPr>
          <p:cNvSpPr>
            <a:spLocks noGrp="1" noChangeArrowheads="1"/>
          </p:cNvSpPr>
          <p:nvPr>
            <p:ph type="body" idx="1"/>
          </p:nvPr>
        </p:nvSpPr>
        <p:spPr>
          <a:xfrm>
            <a:off x="701675" y="4416425"/>
            <a:ext cx="5605463" cy="4181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0D11964E-C50C-44E1-91AF-79DE21F8FB30}"/>
              </a:ext>
            </a:extLst>
          </p:cNvPr>
          <p:cNvSpPr>
            <a:spLocks noGrp="1" noRot="1" noChangeAspect="1" noChangeArrowheads="1" noTextEdit="1"/>
          </p:cNvSpPr>
          <p:nvPr>
            <p:ph type="sldImg"/>
          </p:nvPr>
        </p:nvSpPr>
        <p:spPr>
          <a:xfrm>
            <a:off x="1182688" y="696913"/>
            <a:ext cx="4637087" cy="3478212"/>
          </a:xfrm>
          <a:ln/>
        </p:spPr>
      </p:sp>
      <p:sp>
        <p:nvSpPr>
          <p:cNvPr id="116739" name="Notes Placeholder 2">
            <a:extLst>
              <a:ext uri="{FF2B5EF4-FFF2-40B4-BE49-F238E27FC236}">
                <a16:creationId xmlns:a16="http://schemas.microsoft.com/office/drawing/2014/main" id="{70F58024-8785-43A0-AE0F-FCB41173C574}"/>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16740" name="Slide Number Placeholder 3">
            <a:extLst>
              <a:ext uri="{FF2B5EF4-FFF2-40B4-BE49-F238E27FC236}">
                <a16:creationId xmlns:a16="http://schemas.microsoft.com/office/drawing/2014/main" id="{6B22C9A2-7AFA-4148-88DB-62DAB3682734}"/>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AB732B34-D7F2-4830-B634-C436E010B9D0}" type="slidenum">
              <a:rPr lang="en-US" altLang="en-US" sz="1200" smtClean="0">
                <a:solidFill>
                  <a:srgbClr val="000000"/>
                </a:solidFill>
              </a:rPr>
              <a:pPr/>
              <a:t>56</a:t>
            </a:fld>
            <a:endParaRPr lang="en-US" altLang="en-US" sz="1200">
              <a:solidFill>
                <a:srgbClr val="000000"/>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2E8DFA18-CEEB-4AFB-9099-E162813D42B8}"/>
              </a:ext>
            </a:extLst>
          </p:cNvPr>
          <p:cNvSpPr>
            <a:spLocks noGrp="1" noRot="1" noChangeAspect="1" noChangeArrowheads="1" noTextEdit="1"/>
          </p:cNvSpPr>
          <p:nvPr>
            <p:ph type="sldImg"/>
          </p:nvPr>
        </p:nvSpPr>
        <p:spPr>
          <a:xfrm>
            <a:off x="1182688" y="696913"/>
            <a:ext cx="4637087" cy="3478212"/>
          </a:xfrm>
          <a:ln/>
        </p:spPr>
      </p:sp>
      <p:sp>
        <p:nvSpPr>
          <p:cNvPr id="118787" name="Notes Placeholder 2">
            <a:extLst>
              <a:ext uri="{FF2B5EF4-FFF2-40B4-BE49-F238E27FC236}">
                <a16:creationId xmlns:a16="http://schemas.microsoft.com/office/drawing/2014/main" id="{EF394116-D228-4EDD-9061-4011D8E47EC5}"/>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18788" name="Slide Number Placeholder 3">
            <a:extLst>
              <a:ext uri="{FF2B5EF4-FFF2-40B4-BE49-F238E27FC236}">
                <a16:creationId xmlns:a16="http://schemas.microsoft.com/office/drawing/2014/main" id="{48737899-C77E-443D-BDCC-DCADD1590428}"/>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6B028C80-E405-4D48-9777-4E6BF4285E45}" type="slidenum">
              <a:rPr lang="en-US" altLang="en-US" sz="1200" smtClean="0">
                <a:solidFill>
                  <a:srgbClr val="000000"/>
                </a:solidFill>
              </a:rPr>
              <a:pPr/>
              <a:t>57</a:t>
            </a:fld>
            <a:endParaRPr lang="en-US" altLang="en-US" sz="1200">
              <a:solidFill>
                <a:srgbClr val="000000"/>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7F0C6A75-B219-4D65-A0A4-CBF1D8CE9E2E}"/>
              </a:ext>
            </a:extLst>
          </p:cNvPr>
          <p:cNvSpPr>
            <a:spLocks noGrp="1" noRot="1" noChangeAspect="1" noChangeArrowheads="1" noTextEdit="1"/>
          </p:cNvSpPr>
          <p:nvPr>
            <p:ph type="sldImg"/>
          </p:nvPr>
        </p:nvSpPr>
        <p:spPr>
          <a:xfrm>
            <a:off x="1182688" y="696913"/>
            <a:ext cx="4637087" cy="3478212"/>
          </a:xfrm>
          <a:ln/>
        </p:spPr>
      </p:sp>
      <p:sp>
        <p:nvSpPr>
          <p:cNvPr id="120835" name="Notes Placeholder 2">
            <a:extLst>
              <a:ext uri="{FF2B5EF4-FFF2-40B4-BE49-F238E27FC236}">
                <a16:creationId xmlns:a16="http://schemas.microsoft.com/office/drawing/2014/main" id="{28D244F2-C656-4B95-B168-C8F9DFF4F1A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20836" name="Slide Number Placeholder 3">
            <a:extLst>
              <a:ext uri="{FF2B5EF4-FFF2-40B4-BE49-F238E27FC236}">
                <a16:creationId xmlns:a16="http://schemas.microsoft.com/office/drawing/2014/main" id="{82FF7B3B-3DA5-443A-80C6-BEEE6F4E23C6}"/>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E0815B03-7906-4F67-AA14-11526D95C146}" type="slidenum">
              <a:rPr lang="en-US" altLang="en-US" sz="1200" smtClean="0">
                <a:solidFill>
                  <a:srgbClr val="000000"/>
                </a:solidFill>
              </a:rPr>
              <a:pPr/>
              <a:t>58</a:t>
            </a:fld>
            <a:endParaRPr lang="en-US" altLang="en-US" sz="1200">
              <a:solidFill>
                <a:srgbClr val="000000"/>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04D59257-92E6-431F-9736-1C4A0047D25B}"/>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D766CEE7-D442-4C57-8BA3-6D9E77202793}"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60</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23907" name="Rectangle 2">
            <a:extLst>
              <a:ext uri="{FF2B5EF4-FFF2-40B4-BE49-F238E27FC236}">
                <a16:creationId xmlns:a16="http://schemas.microsoft.com/office/drawing/2014/main" id="{ED16F756-C3B1-44E1-96EE-36A2C56F51D0}"/>
              </a:ext>
            </a:extLst>
          </p:cNvPr>
          <p:cNvSpPr>
            <a:spLocks noGrp="1" noRot="1" noChangeAspect="1" noChangeArrowheads="1" noTextEdit="1"/>
          </p:cNvSpPr>
          <p:nvPr>
            <p:ph type="sldImg"/>
          </p:nvPr>
        </p:nvSpPr>
        <p:spPr>
          <a:xfrm>
            <a:off x="1182688" y="696913"/>
            <a:ext cx="4637087" cy="3478212"/>
          </a:xfrm>
          <a:ln/>
        </p:spPr>
      </p:sp>
      <p:sp>
        <p:nvSpPr>
          <p:cNvPr id="123908" name="Rectangle 3">
            <a:extLst>
              <a:ext uri="{FF2B5EF4-FFF2-40B4-BE49-F238E27FC236}">
                <a16:creationId xmlns:a16="http://schemas.microsoft.com/office/drawing/2014/main" id="{4090E1EB-438C-4399-9D10-DF9B2B3ED9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730BAE5B-DC10-4585-BE56-A859ABCE9128}"/>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A4A113B0-C666-4F82-AB0B-659E8F8F1D0C}"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61</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25955" name="Rectangle 2">
            <a:extLst>
              <a:ext uri="{FF2B5EF4-FFF2-40B4-BE49-F238E27FC236}">
                <a16:creationId xmlns:a16="http://schemas.microsoft.com/office/drawing/2014/main" id="{2F55B4CE-D904-41EF-8D9C-AB56BB1E0055}"/>
              </a:ext>
            </a:extLst>
          </p:cNvPr>
          <p:cNvSpPr>
            <a:spLocks noGrp="1" noRot="1" noChangeAspect="1" noChangeArrowheads="1" noTextEdit="1"/>
          </p:cNvSpPr>
          <p:nvPr>
            <p:ph type="sldImg"/>
          </p:nvPr>
        </p:nvSpPr>
        <p:spPr>
          <a:xfrm>
            <a:off x="1182688" y="696913"/>
            <a:ext cx="4637087" cy="3478212"/>
          </a:xfrm>
          <a:ln/>
        </p:spPr>
      </p:sp>
      <p:sp>
        <p:nvSpPr>
          <p:cNvPr id="125956" name="Rectangle 3">
            <a:extLst>
              <a:ext uri="{FF2B5EF4-FFF2-40B4-BE49-F238E27FC236}">
                <a16:creationId xmlns:a16="http://schemas.microsoft.com/office/drawing/2014/main" id="{A5E6C4CD-9E4A-42BD-94CC-FFE01A41B2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1BF29409-C686-45A5-8A9E-F14D535C06F8}"/>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B7E4D294-65EE-48AC-ADE5-3E64A869D898}"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62</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28003" name="Rectangle 2">
            <a:extLst>
              <a:ext uri="{FF2B5EF4-FFF2-40B4-BE49-F238E27FC236}">
                <a16:creationId xmlns:a16="http://schemas.microsoft.com/office/drawing/2014/main" id="{68278FAE-3800-4AD9-84C2-83051E94FC41}"/>
              </a:ext>
            </a:extLst>
          </p:cNvPr>
          <p:cNvSpPr>
            <a:spLocks noGrp="1" noRot="1" noChangeAspect="1" noChangeArrowheads="1" noTextEdit="1"/>
          </p:cNvSpPr>
          <p:nvPr>
            <p:ph type="sldImg"/>
          </p:nvPr>
        </p:nvSpPr>
        <p:spPr>
          <a:xfrm>
            <a:off x="1182688" y="696913"/>
            <a:ext cx="4637087" cy="3478212"/>
          </a:xfrm>
          <a:ln/>
        </p:spPr>
      </p:sp>
      <p:sp>
        <p:nvSpPr>
          <p:cNvPr id="128004" name="Rectangle 3">
            <a:extLst>
              <a:ext uri="{FF2B5EF4-FFF2-40B4-BE49-F238E27FC236}">
                <a16:creationId xmlns:a16="http://schemas.microsoft.com/office/drawing/2014/main" id="{CB82EA61-5054-48E5-95A0-E14A758E576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A65EF8CD-9841-416C-B817-4A7245C5F43A}"/>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03A4DDF3-2CB7-4FBF-9BC9-5F70EA7403A1}"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63</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30051" name="Rectangle 2">
            <a:extLst>
              <a:ext uri="{FF2B5EF4-FFF2-40B4-BE49-F238E27FC236}">
                <a16:creationId xmlns:a16="http://schemas.microsoft.com/office/drawing/2014/main" id="{0E5A66CE-6ED5-4FF8-A4FD-CC4D98DB4B70}"/>
              </a:ext>
            </a:extLst>
          </p:cNvPr>
          <p:cNvSpPr>
            <a:spLocks noGrp="1" noRot="1" noChangeAspect="1" noChangeArrowheads="1" noTextEdit="1"/>
          </p:cNvSpPr>
          <p:nvPr>
            <p:ph type="sldImg"/>
          </p:nvPr>
        </p:nvSpPr>
        <p:spPr>
          <a:xfrm>
            <a:off x="1182688" y="696913"/>
            <a:ext cx="4637087" cy="3478212"/>
          </a:xfrm>
          <a:ln/>
        </p:spPr>
      </p:sp>
      <p:sp>
        <p:nvSpPr>
          <p:cNvPr id="130052" name="Rectangle 3">
            <a:extLst>
              <a:ext uri="{FF2B5EF4-FFF2-40B4-BE49-F238E27FC236}">
                <a16:creationId xmlns:a16="http://schemas.microsoft.com/office/drawing/2014/main" id="{426C313A-F7B6-4041-BDA6-17063C748D9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93883379-3CA0-402C-96F6-A0B683D6B526}"/>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AC5B46FC-9A60-4442-882D-9C31E8EA0E76}"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64</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32099" name="Rectangle 2">
            <a:extLst>
              <a:ext uri="{FF2B5EF4-FFF2-40B4-BE49-F238E27FC236}">
                <a16:creationId xmlns:a16="http://schemas.microsoft.com/office/drawing/2014/main" id="{A0AB8AD4-D6D9-4FC2-90E5-C28FF84BE550}"/>
              </a:ext>
            </a:extLst>
          </p:cNvPr>
          <p:cNvSpPr>
            <a:spLocks noGrp="1" noRot="1" noChangeAspect="1" noChangeArrowheads="1" noTextEdit="1"/>
          </p:cNvSpPr>
          <p:nvPr>
            <p:ph type="sldImg"/>
          </p:nvPr>
        </p:nvSpPr>
        <p:spPr>
          <a:xfrm>
            <a:off x="1182688" y="696913"/>
            <a:ext cx="4637087" cy="3478212"/>
          </a:xfrm>
          <a:ln/>
        </p:spPr>
      </p:sp>
      <p:sp>
        <p:nvSpPr>
          <p:cNvPr id="132100" name="Rectangle 3">
            <a:extLst>
              <a:ext uri="{FF2B5EF4-FFF2-40B4-BE49-F238E27FC236}">
                <a16:creationId xmlns:a16="http://schemas.microsoft.com/office/drawing/2014/main" id="{767F6EE9-3971-4D84-A1FD-78E66BAA35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B86DEC7A-D415-4FE4-8DAB-0AFEF03161E1}"/>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4E89F35B-2485-4938-986C-34E8DA5DC643}"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65</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34147" name="Rectangle 2">
            <a:extLst>
              <a:ext uri="{FF2B5EF4-FFF2-40B4-BE49-F238E27FC236}">
                <a16:creationId xmlns:a16="http://schemas.microsoft.com/office/drawing/2014/main" id="{3FA5CF70-5AC4-4120-BF31-FAC81524B311}"/>
              </a:ext>
            </a:extLst>
          </p:cNvPr>
          <p:cNvSpPr>
            <a:spLocks noGrp="1" noRot="1" noChangeAspect="1" noChangeArrowheads="1" noTextEdit="1"/>
          </p:cNvSpPr>
          <p:nvPr>
            <p:ph type="sldImg"/>
          </p:nvPr>
        </p:nvSpPr>
        <p:spPr>
          <a:xfrm>
            <a:off x="1182688" y="696913"/>
            <a:ext cx="4637087" cy="3478212"/>
          </a:xfrm>
          <a:ln/>
        </p:spPr>
      </p:sp>
      <p:sp>
        <p:nvSpPr>
          <p:cNvPr id="134148" name="Rectangle 3">
            <a:extLst>
              <a:ext uri="{FF2B5EF4-FFF2-40B4-BE49-F238E27FC236}">
                <a16:creationId xmlns:a16="http://schemas.microsoft.com/office/drawing/2014/main" id="{2FB82448-B5BE-45CC-8065-30F70207BDE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a:extLst>
              <a:ext uri="{FF2B5EF4-FFF2-40B4-BE49-F238E27FC236}">
                <a16:creationId xmlns:a16="http://schemas.microsoft.com/office/drawing/2014/main" id="{5FA3575A-BCBD-42D9-B849-D6CA67546523}"/>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C27CE544-2133-4288-8E3F-FDDFD4369CF7}"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66</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36195" name="Rectangle 2">
            <a:extLst>
              <a:ext uri="{FF2B5EF4-FFF2-40B4-BE49-F238E27FC236}">
                <a16:creationId xmlns:a16="http://schemas.microsoft.com/office/drawing/2014/main" id="{7AF935F1-F9A9-4127-BB40-9F3AA5AC6DA1}"/>
              </a:ext>
            </a:extLst>
          </p:cNvPr>
          <p:cNvSpPr>
            <a:spLocks noGrp="1" noRot="1" noChangeAspect="1" noChangeArrowheads="1" noTextEdit="1"/>
          </p:cNvSpPr>
          <p:nvPr>
            <p:ph type="sldImg"/>
          </p:nvPr>
        </p:nvSpPr>
        <p:spPr>
          <a:xfrm>
            <a:off x="1182688" y="696913"/>
            <a:ext cx="4637087" cy="3478212"/>
          </a:xfrm>
          <a:ln/>
        </p:spPr>
      </p:sp>
      <p:sp>
        <p:nvSpPr>
          <p:cNvPr id="136196" name="Rectangle 3">
            <a:extLst>
              <a:ext uri="{FF2B5EF4-FFF2-40B4-BE49-F238E27FC236}">
                <a16:creationId xmlns:a16="http://schemas.microsoft.com/office/drawing/2014/main" id="{B550D8FE-FE23-45F3-8291-F53EA826CF2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a:extLst>
              <a:ext uri="{FF2B5EF4-FFF2-40B4-BE49-F238E27FC236}">
                <a16:creationId xmlns:a16="http://schemas.microsoft.com/office/drawing/2014/main" id="{858FDF7A-5F8D-445F-AF73-69AD3B41F501}"/>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B02C1B0C-C033-49C9-AC20-FA270F50C939}"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67</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38243" name="Rectangle 2">
            <a:extLst>
              <a:ext uri="{FF2B5EF4-FFF2-40B4-BE49-F238E27FC236}">
                <a16:creationId xmlns:a16="http://schemas.microsoft.com/office/drawing/2014/main" id="{B33F9C9E-3DFD-460B-82A0-4F4A8F2E651A}"/>
              </a:ext>
            </a:extLst>
          </p:cNvPr>
          <p:cNvSpPr>
            <a:spLocks noGrp="1" noRot="1" noChangeAspect="1" noChangeArrowheads="1" noTextEdit="1"/>
          </p:cNvSpPr>
          <p:nvPr>
            <p:ph type="sldImg"/>
          </p:nvPr>
        </p:nvSpPr>
        <p:spPr>
          <a:xfrm>
            <a:off x="1182688" y="696913"/>
            <a:ext cx="4637087" cy="3478212"/>
          </a:xfrm>
          <a:ln/>
        </p:spPr>
      </p:sp>
      <p:sp>
        <p:nvSpPr>
          <p:cNvPr id="138244" name="Rectangle 3">
            <a:extLst>
              <a:ext uri="{FF2B5EF4-FFF2-40B4-BE49-F238E27FC236}">
                <a16:creationId xmlns:a16="http://schemas.microsoft.com/office/drawing/2014/main" id="{71134811-EAB9-4210-B085-FD158310A4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FC970331-DA7C-471D-830F-D97F4D8213F0}"/>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8B0F6A72-7BCC-4970-B5A7-398591106B1E}"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68</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40291" name="Rectangle 2">
            <a:extLst>
              <a:ext uri="{FF2B5EF4-FFF2-40B4-BE49-F238E27FC236}">
                <a16:creationId xmlns:a16="http://schemas.microsoft.com/office/drawing/2014/main" id="{7EFEC58F-4267-4E46-A431-CE3C16A5E4F1}"/>
              </a:ext>
            </a:extLst>
          </p:cNvPr>
          <p:cNvSpPr>
            <a:spLocks noGrp="1" noRot="1" noChangeAspect="1" noChangeArrowheads="1" noTextEdit="1"/>
          </p:cNvSpPr>
          <p:nvPr>
            <p:ph type="sldImg"/>
          </p:nvPr>
        </p:nvSpPr>
        <p:spPr>
          <a:xfrm>
            <a:off x="1182688" y="696913"/>
            <a:ext cx="4637087" cy="3478212"/>
          </a:xfrm>
          <a:ln/>
        </p:spPr>
      </p:sp>
      <p:sp>
        <p:nvSpPr>
          <p:cNvPr id="140292" name="Rectangle 3">
            <a:extLst>
              <a:ext uri="{FF2B5EF4-FFF2-40B4-BE49-F238E27FC236}">
                <a16:creationId xmlns:a16="http://schemas.microsoft.com/office/drawing/2014/main" id="{EBA71A42-7194-40AE-91AB-9A77C1F39F3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499BE7E3-1949-4414-BA61-7E218586A51B}"/>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6C146016-BE98-4895-8288-28BD6E531A8D}"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69</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42339" name="Rectangle 2">
            <a:extLst>
              <a:ext uri="{FF2B5EF4-FFF2-40B4-BE49-F238E27FC236}">
                <a16:creationId xmlns:a16="http://schemas.microsoft.com/office/drawing/2014/main" id="{8103AE30-A941-4047-BD3C-0BE84D18C436}"/>
              </a:ext>
            </a:extLst>
          </p:cNvPr>
          <p:cNvSpPr>
            <a:spLocks noGrp="1" noRot="1" noChangeAspect="1" noChangeArrowheads="1" noTextEdit="1"/>
          </p:cNvSpPr>
          <p:nvPr>
            <p:ph type="sldImg"/>
          </p:nvPr>
        </p:nvSpPr>
        <p:spPr>
          <a:xfrm>
            <a:off x="1182688" y="696913"/>
            <a:ext cx="4637087" cy="3478212"/>
          </a:xfrm>
          <a:ln/>
        </p:spPr>
      </p:sp>
      <p:sp>
        <p:nvSpPr>
          <p:cNvPr id="142340" name="Rectangle 3">
            <a:extLst>
              <a:ext uri="{FF2B5EF4-FFF2-40B4-BE49-F238E27FC236}">
                <a16:creationId xmlns:a16="http://schemas.microsoft.com/office/drawing/2014/main" id="{1A784040-5C27-4730-8420-6E5113F4354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a:extLst>
              <a:ext uri="{FF2B5EF4-FFF2-40B4-BE49-F238E27FC236}">
                <a16:creationId xmlns:a16="http://schemas.microsoft.com/office/drawing/2014/main" id="{3AAAC112-792D-4C16-86D9-1856E910DBD1}"/>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35C55E08-13D2-4462-A26C-6471BA18CC12}"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70</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44387" name="Rectangle 2">
            <a:extLst>
              <a:ext uri="{FF2B5EF4-FFF2-40B4-BE49-F238E27FC236}">
                <a16:creationId xmlns:a16="http://schemas.microsoft.com/office/drawing/2014/main" id="{058C701B-D7F3-4EC8-A066-8C5219DFB162}"/>
              </a:ext>
            </a:extLst>
          </p:cNvPr>
          <p:cNvSpPr>
            <a:spLocks noGrp="1" noRot="1" noChangeAspect="1" noChangeArrowheads="1" noTextEdit="1"/>
          </p:cNvSpPr>
          <p:nvPr>
            <p:ph type="sldImg"/>
          </p:nvPr>
        </p:nvSpPr>
        <p:spPr>
          <a:xfrm>
            <a:off x="1182688" y="696913"/>
            <a:ext cx="4637087" cy="3478212"/>
          </a:xfrm>
          <a:ln/>
        </p:spPr>
      </p:sp>
      <p:sp>
        <p:nvSpPr>
          <p:cNvPr id="144388" name="Rectangle 3">
            <a:extLst>
              <a:ext uri="{FF2B5EF4-FFF2-40B4-BE49-F238E27FC236}">
                <a16:creationId xmlns:a16="http://schemas.microsoft.com/office/drawing/2014/main" id="{8E924AA2-8E51-4E4D-A8F7-BC0FE52104A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a:extLst>
              <a:ext uri="{FF2B5EF4-FFF2-40B4-BE49-F238E27FC236}">
                <a16:creationId xmlns:a16="http://schemas.microsoft.com/office/drawing/2014/main" id="{C2C6CD67-9232-4BF1-B183-C05EA70F9F96}"/>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C14CA63C-5DC1-475D-BCC8-42818B8A3538}"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71</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46435" name="Rectangle 2">
            <a:extLst>
              <a:ext uri="{FF2B5EF4-FFF2-40B4-BE49-F238E27FC236}">
                <a16:creationId xmlns:a16="http://schemas.microsoft.com/office/drawing/2014/main" id="{DF82099A-32C4-43B5-A7DA-C2A1492A8F2F}"/>
              </a:ext>
            </a:extLst>
          </p:cNvPr>
          <p:cNvSpPr>
            <a:spLocks noGrp="1" noRot="1" noChangeAspect="1" noChangeArrowheads="1" noTextEdit="1"/>
          </p:cNvSpPr>
          <p:nvPr>
            <p:ph type="sldImg"/>
          </p:nvPr>
        </p:nvSpPr>
        <p:spPr>
          <a:xfrm>
            <a:off x="1182688" y="696913"/>
            <a:ext cx="4637087" cy="3478212"/>
          </a:xfrm>
          <a:ln/>
        </p:spPr>
      </p:sp>
      <p:sp>
        <p:nvSpPr>
          <p:cNvPr id="146436" name="Rectangle 3">
            <a:extLst>
              <a:ext uri="{FF2B5EF4-FFF2-40B4-BE49-F238E27FC236}">
                <a16:creationId xmlns:a16="http://schemas.microsoft.com/office/drawing/2014/main" id="{F8BA1051-D570-4114-9DD5-0285A43301A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a:extLst>
              <a:ext uri="{FF2B5EF4-FFF2-40B4-BE49-F238E27FC236}">
                <a16:creationId xmlns:a16="http://schemas.microsoft.com/office/drawing/2014/main" id="{3E9F0C4D-DB31-40A2-8895-7E33456CBAE5}"/>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184636B3-8B09-4B36-B516-D7E2298008DB}"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72</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48483" name="Rectangle 2">
            <a:extLst>
              <a:ext uri="{FF2B5EF4-FFF2-40B4-BE49-F238E27FC236}">
                <a16:creationId xmlns:a16="http://schemas.microsoft.com/office/drawing/2014/main" id="{5783279F-2CE8-4A7F-92F6-B17FAE0A477F}"/>
              </a:ext>
            </a:extLst>
          </p:cNvPr>
          <p:cNvSpPr>
            <a:spLocks noGrp="1" noRot="1" noChangeAspect="1" noChangeArrowheads="1" noTextEdit="1"/>
          </p:cNvSpPr>
          <p:nvPr>
            <p:ph type="sldImg"/>
          </p:nvPr>
        </p:nvSpPr>
        <p:spPr>
          <a:xfrm>
            <a:off x="1182688" y="696913"/>
            <a:ext cx="4637087" cy="3478212"/>
          </a:xfrm>
          <a:ln/>
        </p:spPr>
      </p:sp>
      <p:sp>
        <p:nvSpPr>
          <p:cNvPr id="148484" name="Rectangle 3">
            <a:extLst>
              <a:ext uri="{FF2B5EF4-FFF2-40B4-BE49-F238E27FC236}">
                <a16:creationId xmlns:a16="http://schemas.microsoft.com/office/drawing/2014/main" id="{A6A6CE8B-90F9-4720-822D-69552BF2CA4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a:extLst>
              <a:ext uri="{FF2B5EF4-FFF2-40B4-BE49-F238E27FC236}">
                <a16:creationId xmlns:a16="http://schemas.microsoft.com/office/drawing/2014/main" id="{6CFC799E-D02B-4900-B37F-EE2C7B239931}"/>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0895118C-56B9-43A2-A294-9B8EB27AB113}"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73</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50531" name="Rectangle 2">
            <a:extLst>
              <a:ext uri="{FF2B5EF4-FFF2-40B4-BE49-F238E27FC236}">
                <a16:creationId xmlns:a16="http://schemas.microsoft.com/office/drawing/2014/main" id="{8D341AB4-FFB5-43B5-BFF9-6C780775B303}"/>
              </a:ext>
            </a:extLst>
          </p:cNvPr>
          <p:cNvSpPr>
            <a:spLocks noGrp="1" noRot="1" noChangeAspect="1" noChangeArrowheads="1" noTextEdit="1"/>
          </p:cNvSpPr>
          <p:nvPr>
            <p:ph type="sldImg"/>
          </p:nvPr>
        </p:nvSpPr>
        <p:spPr>
          <a:xfrm>
            <a:off x="1182688" y="696913"/>
            <a:ext cx="4637087" cy="3478212"/>
          </a:xfrm>
          <a:ln/>
        </p:spPr>
      </p:sp>
      <p:sp>
        <p:nvSpPr>
          <p:cNvPr id="150532" name="Rectangle 3">
            <a:extLst>
              <a:ext uri="{FF2B5EF4-FFF2-40B4-BE49-F238E27FC236}">
                <a16:creationId xmlns:a16="http://schemas.microsoft.com/office/drawing/2014/main" id="{97FD9070-60D9-472D-B008-616A8640D8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a:extLst>
              <a:ext uri="{FF2B5EF4-FFF2-40B4-BE49-F238E27FC236}">
                <a16:creationId xmlns:a16="http://schemas.microsoft.com/office/drawing/2014/main" id="{EBD0721E-910D-4AE8-8689-EF62816FAD47}"/>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1B51C287-5F76-4636-A11C-BEA0B9935D96}"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74</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52579" name="Rectangle 2">
            <a:extLst>
              <a:ext uri="{FF2B5EF4-FFF2-40B4-BE49-F238E27FC236}">
                <a16:creationId xmlns:a16="http://schemas.microsoft.com/office/drawing/2014/main" id="{307CF05E-8342-49DE-AE95-F88AC47B1688}"/>
              </a:ext>
            </a:extLst>
          </p:cNvPr>
          <p:cNvSpPr>
            <a:spLocks noGrp="1" noRot="1" noChangeAspect="1" noChangeArrowheads="1" noTextEdit="1"/>
          </p:cNvSpPr>
          <p:nvPr>
            <p:ph type="sldImg"/>
          </p:nvPr>
        </p:nvSpPr>
        <p:spPr>
          <a:xfrm>
            <a:off x="1182688" y="696913"/>
            <a:ext cx="4637087" cy="3478212"/>
          </a:xfrm>
          <a:ln/>
        </p:spPr>
      </p:sp>
      <p:sp>
        <p:nvSpPr>
          <p:cNvPr id="152580" name="Rectangle 3">
            <a:extLst>
              <a:ext uri="{FF2B5EF4-FFF2-40B4-BE49-F238E27FC236}">
                <a16:creationId xmlns:a16="http://schemas.microsoft.com/office/drawing/2014/main" id="{E392D084-C730-44F8-9B80-F72CC826A34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A6A6D456-18F2-40DA-94D6-82959F2F230A}"/>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392BCFC5-A855-44CD-A5B9-B68885130E6E}"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78</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57699" name="Rectangle 2">
            <a:extLst>
              <a:ext uri="{FF2B5EF4-FFF2-40B4-BE49-F238E27FC236}">
                <a16:creationId xmlns:a16="http://schemas.microsoft.com/office/drawing/2014/main" id="{9E6104C1-F13D-4FC4-B2B4-A5FE990FB8AF}"/>
              </a:ext>
            </a:extLst>
          </p:cNvPr>
          <p:cNvSpPr>
            <a:spLocks noGrp="1" noRot="1" noChangeAspect="1" noChangeArrowheads="1" noTextEdit="1"/>
          </p:cNvSpPr>
          <p:nvPr>
            <p:ph type="sldImg"/>
          </p:nvPr>
        </p:nvSpPr>
        <p:spPr>
          <a:xfrm>
            <a:off x="1189038" y="703263"/>
            <a:ext cx="4632325" cy="3473450"/>
          </a:xfrm>
          <a:noFill/>
          <a:ln w="12700" cap="flat">
            <a:solidFill>
              <a:schemeClr val="tx1"/>
            </a:solidFill>
          </a:ln>
          <a:extLst>
            <a:ext uri="{909E8E84-426E-40DD-AFC4-6F175D3DCCD1}">
              <a14:hiddenFill xmlns:a14="http://schemas.microsoft.com/office/drawing/2010/main">
                <a:solidFill>
                  <a:srgbClr val="FFFFFF"/>
                </a:solidFill>
              </a14:hiddenFill>
            </a:ext>
          </a:extLst>
        </p:spPr>
      </p:sp>
      <p:sp>
        <p:nvSpPr>
          <p:cNvPr id="157700" name="Rectangle 3">
            <a:extLst>
              <a:ext uri="{FF2B5EF4-FFF2-40B4-BE49-F238E27FC236}">
                <a16:creationId xmlns:a16="http://schemas.microsoft.com/office/drawing/2014/main" id="{A9110F52-4F73-4E1C-B02E-8F70D8D312E3}"/>
              </a:ext>
            </a:extLst>
          </p:cNvPr>
          <p:cNvSpPr>
            <a:spLocks noGrp="1" noChangeArrowheads="1"/>
          </p:cNvSpPr>
          <p:nvPr>
            <p:ph type="body" idx="1"/>
          </p:nvPr>
        </p:nvSpPr>
        <p:spPr>
          <a:xfrm>
            <a:off x="933450" y="4413250"/>
            <a:ext cx="5141913"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863" tIns="46136" rIns="93863" bIns="46136"/>
          <a:lstStyle/>
          <a:p>
            <a:pPr defTabSz="966788"/>
            <a:endParaRPr lang="en-US" altLang="en-US">
              <a:latin typeface="Times New Roman" panose="02020603050405020304"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8EC1A29B-4856-4209-892B-76E387FE0B26}"/>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1F32449D-232D-43D4-9A51-6755E9F79CEA}"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80</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60771" name="Rectangle 2">
            <a:extLst>
              <a:ext uri="{FF2B5EF4-FFF2-40B4-BE49-F238E27FC236}">
                <a16:creationId xmlns:a16="http://schemas.microsoft.com/office/drawing/2014/main" id="{3BE2E92A-067D-4436-9B8A-EB889BE53098}"/>
              </a:ext>
            </a:extLst>
          </p:cNvPr>
          <p:cNvSpPr>
            <a:spLocks noGrp="1" noRot="1" noChangeAspect="1" noChangeArrowheads="1" noTextEdit="1"/>
          </p:cNvSpPr>
          <p:nvPr>
            <p:ph type="sldImg"/>
          </p:nvPr>
        </p:nvSpPr>
        <p:spPr>
          <a:xfrm>
            <a:off x="1182688" y="696913"/>
            <a:ext cx="4637087" cy="3478212"/>
          </a:xfrm>
          <a:ln/>
        </p:spPr>
      </p:sp>
      <p:sp>
        <p:nvSpPr>
          <p:cNvPr id="160772" name="Rectangle 3">
            <a:extLst>
              <a:ext uri="{FF2B5EF4-FFF2-40B4-BE49-F238E27FC236}">
                <a16:creationId xmlns:a16="http://schemas.microsoft.com/office/drawing/2014/main" id="{96902E19-53F0-480B-AC8B-6EB110913CC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008CDA0B-1927-4A4A-BAA2-BEC03709EB45}"/>
              </a:ext>
            </a:extLst>
          </p:cNvPr>
          <p:cNvSpPr>
            <a:spLocks noGrp="1" noRot="1" noChangeAspect="1" noChangeArrowheads="1" noTextEdit="1"/>
          </p:cNvSpPr>
          <p:nvPr>
            <p:ph type="sldImg"/>
          </p:nvPr>
        </p:nvSpPr>
        <p:spPr>
          <a:xfrm>
            <a:off x="1182688" y="696913"/>
            <a:ext cx="4637087" cy="3478212"/>
          </a:xfrm>
          <a:ln/>
        </p:spPr>
      </p:sp>
      <p:sp>
        <p:nvSpPr>
          <p:cNvPr id="163843" name="Notes Placeholder 2">
            <a:extLst>
              <a:ext uri="{FF2B5EF4-FFF2-40B4-BE49-F238E27FC236}">
                <a16:creationId xmlns:a16="http://schemas.microsoft.com/office/drawing/2014/main" id="{13DA6F97-D720-4C17-A439-FD91B958EC7D}"/>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63844" name="Slide Number Placeholder 3">
            <a:extLst>
              <a:ext uri="{FF2B5EF4-FFF2-40B4-BE49-F238E27FC236}">
                <a16:creationId xmlns:a16="http://schemas.microsoft.com/office/drawing/2014/main" id="{C6E5E923-4C26-4F2F-A67D-DD440A553C47}"/>
              </a:ext>
            </a:extLst>
          </p:cNvPr>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fld id="{CB6FB616-4F74-4AD4-8736-5BB8EAFF2759}" type="slidenum">
              <a:rPr lang="en-US" altLang="en-US" sz="1200" smtClean="0">
                <a:solidFill>
                  <a:srgbClr val="000000"/>
                </a:solidFill>
              </a:rPr>
              <a:pPr/>
              <a:t>82</a:t>
            </a:fld>
            <a:endParaRPr lang="en-US" altLang="en-US" sz="1200">
              <a:solidFill>
                <a:srgbClr val="000000"/>
              </a:solidFill>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a:extLst>
              <a:ext uri="{FF2B5EF4-FFF2-40B4-BE49-F238E27FC236}">
                <a16:creationId xmlns:a16="http://schemas.microsoft.com/office/drawing/2014/main" id="{3C478675-351C-4BE8-9918-72CB68941157}"/>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00EA0724-8A9B-4860-BD85-7DAA4EDEFC83}"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84</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66915" name="Rectangle 2">
            <a:extLst>
              <a:ext uri="{FF2B5EF4-FFF2-40B4-BE49-F238E27FC236}">
                <a16:creationId xmlns:a16="http://schemas.microsoft.com/office/drawing/2014/main" id="{F5EA5DB2-2285-45EC-9D5A-9C62DA7ED8CD}"/>
              </a:ext>
            </a:extLst>
          </p:cNvPr>
          <p:cNvSpPr>
            <a:spLocks noGrp="1" noRot="1" noChangeAspect="1" noChangeArrowheads="1" noTextEdit="1"/>
          </p:cNvSpPr>
          <p:nvPr>
            <p:ph type="sldImg"/>
          </p:nvPr>
        </p:nvSpPr>
        <p:spPr>
          <a:xfrm>
            <a:off x="1182688" y="696913"/>
            <a:ext cx="4637087" cy="3478212"/>
          </a:xfrm>
          <a:ln/>
        </p:spPr>
      </p:sp>
      <p:sp>
        <p:nvSpPr>
          <p:cNvPr id="166916" name="Rectangle 3">
            <a:extLst>
              <a:ext uri="{FF2B5EF4-FFF2-40B4-BE49-F238E27FC236}">
                <a16:creationId xmlns:a16="http://schemas.microsoft.com/office/drawing/2014/main" id="{84C528A5-8414-4BF8-9284-7D0952EEAD8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a:extLst>
              <a:ext uri="{FF2B5EF4-FFF2-40B4-BE49-F238E27FC236}">
                <a16:creationId xmlns:a16="http://schemas.microsoft.com/office/drawing/2014/main" id="{DA2E81EE-D936-4E1E-A077-1D91652FF5C1}"/>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F11C29DD-FA3B-4FB6-A3EB-38C9C70C9B31}"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85</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68963" name="Rectangle 2">
            <a:extLst>
              <a:ext uri="{FF2B5EF4-FFF2-40B4-BE49-F238E27FC236}">
                <a16:creationId xmlns:a16="http://schemas.microsoft.com/office/drawing/2014/main" id="{DDE39F45-5B46-4872-ABE8-574EFA1F753A}"/>
              </a:ext>
            </a:extLst>
          </p:cNvPr>
          <p:cNvSpPr>
            <a:spLocks noGrp="1" noRot="1" noChangeAspect="1" noChangeArrowheads="1" noTextEdit="1"/>
          </p:cNvSpPr>
          <p:nvPr>
            <p:ph type="sldImg"/>
          </p:nvPr>
        </p:nvSpPr>
        <p:spPr>
          <a:xfrm>
            <a:off x="1182688" y="696913"/>
            <a:ext cx="4637087" cy="3478212"/>
          </a:xfrm>
          <a:ln/>
        </p:spPr>
      </p:sp>
      <p:sp>
        <p:nvSpPr>
          <p:cNvPr id="168964" name="Rectangle 3">
            <a:extLst>
              <a:ext uri="{FF2B5EF4-FFF2-40B4-BE49-F238E27FC236}">
                <a16:creationId xmlns:a16="http://schemas.microsoft.com/office/drawing/2014/main" id="{1CF6D058-4612-436D-93DD-4B28900FD6E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a:extLst>
              <a:ext uri="{FF2B5EF4-FFF2-40B4-BE49-F238E27FC236}">
                <a16:creationId xmlns:a16="http://schemas.microsoft.com/office/drawing/2014/main" id="{7638AA14-2EA7-43A9-82FC-B740D855C924}"/>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DEC276B9-6DD7-4975-92E2-D18FC3A592C4}"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86</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71011" name="Rectangle 2">
            <a:extLst>
              <a:ext uri="{FF2B5EF4-FFF2-40B4-BE49-F238E27FC236}">
                <a16:creationId xmlns:a16="http://schemas.microsoft.com/office/drawing/2014/main" id="{8F2A1C04-8A4A-4F8D-B547-9C29538A354E}"/>
              </a:ext>
            </a:extLst>
          </p:cNvPr>
          <p:cNvSpPr>
            <a:spLocks noGrp="1" noRot="1" noChangeAspect="1" noChangeArrowheads="1" noTextEdit="1"/>
          </p:cNvSpPr>
          <p:nvPr>
            <p:ph type="sldImg"/>
          </p:nvPr>
        </p:nvSpPr>
        <p:spPr>
          <a:xfrm>
            <a:off x="1182688" y="696913"/>
            <a:ext cx="4637087" cy="3478212"/>
          </a:xfrm>
          <a:ln/>
        </p:spPr>
      </p:sp>
      <p:sp>
        <p:nvSpPr>
          <p:cNvPr id="171012" name="Rectangle 3">
            <a:extLst>
              <a:ext uri="{FF2B5EF4-FFF2-40B4-BE49-F238E27FC236}">
                <a16:creationId xmlns:a16="http://schemas.microsoft.com/office/drawing/2014/main" id="{1A9155CD-34FF-49B7-874B-1903E28FBB2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a:extLst>
              <a:ext uri="{FF2B5EF4-FFF2-40B4-BE49-F238E27FC236}">
                <a16:creationId xmlns:a16="http://schemas.microsoft.com/office/drawing/2014/main" id="{93DC742A-8650-4195-A537-D603C95B4C34}"/>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E9920022-559C-4AB5-9273-302910BE1807}"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88</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74083" name="Rectangle 2">
            <a:extLst>
              <a:ext uri="{FF2B5EF4-FFF2-40B4-BE49-F238E27FC236}">
                <a16:creationId xmlns:a16="http://schemas.microsoft.com/office/drawing/2014/main" id="{FF8B40B5-497E-46BF-B275-C32FBBEFE9A0}"/>
              </a:ext>
            </a:extLst>
          </p:cNvPr>
          <p:cNvSpPr>
            <a:spLocks noGrp="1" noRot="1" noChangeAspect="1" noChangeArrowheads="1" noTextEdit="1"/>
          </p:cNvSpPr>
          <p:nvPr>
            <p:ph type="sldImg"/>
          </p:nvPr>
        </p:nvSpPr>
        <p:spPr>
          <a:xfrm>
            <a:off x="1182688" y="696913"/>
            <a:ext cx="4637087" cy="3478212"/>
          </a:xfrm>
          <a:ln/>
        </p:spPr>
      </p:sp>
      <p:sp>
        <p:nvSpPr>
          <p:cNvPr id="174084" name="Rectangle 3">
            <a:extLst>
              <a:ext uri="{FF2B5EF4-FFF2-40B4-BE49-F238E27FC236}">
                <a16:creationId xmlns:a16="http://schemas.microsoft.com/office/drawing/2014/main" id="{2D243F56-181B-4390-A7EE-18D9321FFE1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a:extLst>
              <a:ext uri="{FF2B5EF4-FFF2-40B4-BE49-F238E27FC236}">
                <a16:creationId xmlns:a16="http://schemas.microsoft.com/office/drawing/2014/main" id="{BAC17F37-D394-4C2D-9C78-840809F35172}"/>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F7940A7D-7557-4ED0-851D-715FA048683C}"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89</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76131" name="Rectangle 2">
            <a:extLst>
              <a:ext uri="{FF2B5EF4-FFF2-40B4-BE49-F238E27FC236}">
                <a16:creationId xmlns:a16="http://schemas.microsoft.com/office/drawing/2014/main" id="{1205F3AD-92C3-422D-BE5E-4707E49F0750}"/>
              </a:ext>
            </a:extLst>
          </p:cNvPr>
          <p:cNvSpPr>
            <a:spLocks noGrp="1" noRot="1" noChangeAspect="1" noChangeArrowheads="1" noTextEdit="1"/>
          </p:cNvSpPr>
          <p:nvPr>
            <p:ph type="sldImg"/>
          </p:nvPr>
        </p:nvSpPr>
        <p:spPr>
          <a:xfrm>
            <a:off x="1182688" y="696913"/>
            <a:ext cx="4637087" cy="3478212"/>
          </a:xfrm>
          <a:ln/>
        </p:spPr>
      </p:sp>
      <p:sp>
        <p:nvSpPr>
          <p:cNvPr id="176132" name="Rectangle 3">
            <a:extLst>
              <a:ext uri="{FF2B5EF4-FFF2-40B4-BE49-F238E27FC236}">
                <a16:creationId xmlns:a16="http://schemas.microsoft.com/office/drawing/2014/main" id="{3E2DC77A-81EB-4795-BFC4-CE3DBD9B579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a:extLst>
              <a:ext uri="{FF2B5EF4-FFF2-40B4-BE49-F238E27FC236}">
                <a16:creationId xmlns:a16="http://schemas.microsoft.com/office/drawing/2014/main" id="{2AB4CDC0-52D5-44DE-843F-9AF3BF2C1EFA}"/>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9259CEC6-3DAD-469F-A8C2-EF64C1950B4C}"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90</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78179" name="Rectangle 2">
            <a:extLst>
              <a:ext uri="{FF2B5EF4-FFF2-40B4-BE49-F238E27FC236}">
                <a16:creationId xmlns:a16="http://schemas.microsoft.com/office/drawing/2014/main" id="{35C966F8-B065-4C74-AFD8-FA42748DAC35}"/>
              </a:ext>
            </a:extLst>
          </p:cNvPr>
          <p:cNvSpPr>
            <a:spLocks noGrp="1" noRot="1" noChangeAspect="1" noChangeArrowheads="1" noTextEdit="1"/>
          </p:cNvSpPr>
          <p:nvPr>
            <p:ph type="sldImg"/>
          </p:nvPr>
        </p:nvSpPr>
        <p:spPr>
          <a:xfrm>
            <a:off x="1182688" y="696913"/>
            <a:ext cx="4637087" cy="3478212"/>
          </a:xfrm>
          <a:ln/>
        </p:spPr>
      </p:sp>
      <p:sp>
        <p:nvSpPr>
          <p:cNvPr id="178180" name="Rectangle 3">
            <a:extLst>
              <a:ext uri="{FF2B5EF4-FFF2-40B4-BE49-F238E27FC236}">
                <a16:creationId xmlns:a16="http://schemas.microsoft.com/office/drawing/2014/main" id="{8499025F-CE8A-43A9-8A18-DF1E9D79A24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a:extLst>
              <a:ext uri="{FF2B5EF4-FFF2-40B4-BE49-F238E27FC236}">
                <a16:creationId xmlns:a16="http://schemas.microsoft.com/office/drawing/2014/main" id="{7108DB6F-EEA1-415E-A471-644CAA5DC1F2}"/>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D4B72B4E-14A6-4105-8558-B9043320EF5A}"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91</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80227" name="Rectangle 2">
            <a:extLst>
              <a:ext uri="{FF2B5EF4-FFF2-40B4-BE49-F238E27FC236}">
                <a16:creationId xmlns:a16="http://schemas.microsoft.com/office/drawing/2014/main" id="{DF24FC70-0CC9-4F5C-B8BC-0BE533904B2C}"/>
              </a:ext>
            </a:extLst>
          </p:cNvPr>
          <p:cNvSpPr>
            <a:spLocks noGrp="1" noRot="1" noChangeAspect="1" noChangeArrowheads="1" noTextEdit="1"/>
          </p:cNvSpPr>
          <p:nvPr>
            <p:ph type="sldImg"/>
          </p:nvPr>
        </p:nvSpPr>
        <p:spPr>
          <a:xfrm>
            <a:off x="1182688" y="696913"/>
            <a:ext cx="4637087" cy="3478212"/>
          </a:xfrm>
          <a:ln/>
        </p:spPr>
      </p:sp>
      <p:sp>
        <p:nvSpPr>
          <p:cNvPr id="180228" name="Rectangle 3">
            <a:extLst>
              <a:ext uri="{FF2B5EF4-FFF2-40B4-BE49-F238E27FC236}">
                <a16:creationId xmlns:a16="http://schemas.microsoft.com/office/drawing/2014/main" id="{D6B7AA7E-3327-4ED1-86F4-E7E4E17307B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a:extLst>
              <a:ext uri="{FF2B5EF4-FFF2-40B4-BE49-F238E27FC236}">
                <a16:creationId xmlns:a16="http://schemas.microsoft.com/office/drawing/2014/main" id="{29253643-9D5E-45BD-AD00-F5F36290F18E}"/>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297DB3A2-3C86-4728-B84C-BD34334EDDBF}"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92</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82275" name="Rectangle 2">
            <a:extLst>
              <a:ext uri="{FF2B5EF4-FFF2-40B4-BE49-F238E27FC236}">
                <a16:creationId xmlns:a16="http://schemas.microsoft.com/office/drawing/2014/main" id="{7FC8717F-96B9-45D3-9E18-5B01D74EB360}"/>
              </a:ext>
            </a:extLst>
          </p:cNvPr>
          <p:cNvSpPr>
            <a:spLocks noGrp="1" noRot="1" noChangeAspect="1" noChangeArrowheads="1" noTextEdit="1"/>
          </p:cNvSpPr>
          <p:nvPr>
            <p:ph type="sldImg"/>
          </p:nvPr>
        </p:nvSpPr>
        <p:spPr>
          <a:xfrm>
            <a:off x="1182688" y="696913"/>
            <a:ext cx="4637087" cy="3478212"/>
          </a:xfrm>
          <a:ln/>
        </p:spPr>
      </p:sp>
      <p:sp>
        <p:nvSpPr>
          <p:cNvPr id="182276" name="Rectangle 3">
            <a:extLst>
              <a:ext uri="{FF2B5EF4-FFF2-40B4-BE49-F238E27FC236}">
                <a16:creationId xmlns:a16="http://schemas.microsoft.com/office/drawing/2014/main" id="{362910E0-29FC-4C20-AA5E-19A41B2A7A3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a:extLst>
              <a:ext uri="{FF2B5EF4-FFF2-40B4-BE49-F238E27FC236}">
                <a16:creationId xmlns:a16="http://schemas.microsoft.com/office/drawing/2014/main" id="{9F92C551-D97B-4FDB-846B-7959C4C27944}"/>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787DCA6A-45DC-4B94-A68D-652824FF76DF}"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93</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84323" name="Rectangle 2">
            <a:extLst>
              <a:ext uri="{FF2B5EF4-FFF2-40B4-BE49-F238E27FC236}">
                <a16:creationId xmlns:a16="http://schemas.microsoft.com/office/drawing/2014/main" id="{323FD5CF-CB2C-4CA0-843F-89FACB1D2C6D}"/>
              </a:ext>
            </a:extLst>
          </p:cNvPr>
          <p:cNvSpPr>
            <a:spLocks noGrp="1" noRot="1" noChangeAspect="1" noChangeArrowheads="1" noTextEdit="1"/>
          </p:cNvSpPr>
          <p:nvPr>
            <p:ph type="sldImg"/>
          </p:nvPr>
        </p:nvSpPr>
        <p:spPr>
          <a:xfrm>
            <a:off x="1182688" y="696913"/>
            <a:ext cx="4637087" cy="3478212"/>
          </a:xfrm>
          <a:ln/>
        </p:spPr>
      </p:sp>
      <p:sp>
        <p:nvSpPr>
          <p:cNvPr id="184324" name="Rectangle 3">
            <a:extLst>
              <a:ext uri="{FF2B5EF4-FFF2-40B4-BE49-F238E27FC236}">
                <a16:creationId xmlns:a16="http://schemas.microsoft.com/office/drawing/2014/main" id="{A5DBF266-8C1C-4837-BBE5-BBCDC001AF5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a:extLst>
              <a:ext uri="{FF2B5EF4-FFF2-40B4-BE49-F238E27FC236}">
                <a16:creationId xmlns:a16="http://schemas.microsoft.com/office/drawing/2014/main" id="{8AB2F14B-8DA1-4611-8BE3-1E4C623581EA}"/>
              </a:ext>
            </a:extLst>
          </p:cNvPr>
          <p:cNvSpPr txBox="1">
            <a:spLocks noGrp="1" noChangeArrowheads="1"/>
          </p:cNvSpPr>
          <p:nvPr/>
        </p:nvSpPr>
        <p:spPr bwMode="auto">
          <a:xfrm>
            <a:off x="3970338" y="8829675"/>
            <a:ext cx="3030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r" eaLnBrk="1" hangingPunct="1">
              <a:buSzPct val="45000"/>
            </a:pPr>
            <a:fld id="{E787CACC-2826-4D97-8CF8-5D730BF1C5D1}" type="slidenum">
              <a:rPr lang="en-US" altLang="en-US" sz="1200">
                <a:solidFill>
                  <a:srgbClr val="000000"/>
                </a:solidFill>
                <a:ea typeface="Arial Unicode MS" panose="020B0604020202020204" pitchFamily="34" charset="-122"/>
                <a:cs typeface="Arial Unicode MS" panose="020B0604020202020204" pitchFamily="34" charset="-122"/>
              </a:rPr>
              <a:pPr algn="r" eaLnBrk="1" hangingPunct="1">
                <a:buSzPct val="45000"/>
              </a:pPr>
              <a:t>94</a:t>
            </a:fld>
            <a:endParaRPr lang="en-US" altLang="en-US" sz="1200">
              <a:solidFill>
                <a:srgbClr val="000000"/>
              </a:solidFill>
              <a:ea typeface="Arial Unicode MS" panose="020B0604020202020204" pitchFamily="34" charset="-122"/>
              <a:cs typeface="Arial Unicode MS" panose="020B0604020202020204" pitchFamily="34" charset="-122"/>
            </a:endParaRPr>
          </a:p>
        </p:txBody>
      </p:sp>
      <p:sp>
        <p:nvSpPr>
          <p:cNvPr id="186371" name="Rectangle 2">
            <a:extLst>
              <a:ext uri="{FF2B5EF4-FFF2-40B4-BE49-F238E27FC236}">
                <a16:creationId xmlns:a16="http://schemas.microsoft.com/office/drawing/2014/main" id="{63D4ED39-86EE-4ADB-9DD4-4A850DE299A1}"/>
              </a:ext>
            </a:extLst>
          </p:cNvPr>
          <p:cNvSpPr>
            <a:spLocks noGrp="1" noRot="1" noChangeAspect="1" noChangeArrowheads="1" noTextEdit="1"/>
          </p:cNvSpPr>
          <p:nvPr>
            <p:ph type="sldImg"/>
          </p:nvPr>
        </p:nvSpPr>
        <p:spPr>
          <a:xfrm>
            <a:off x="1182688" y="696913"/>
            <a:ext cx="4637087" cy="3478212"/>
          </a:xfrm>
          <a:ln/>
        </p:spPr>
      </p:sp>
      <p:sp>
        <p:nvSpPr>
          <p:cNvPr id="186372" name="Rectangle 3">
            <a:extLst>
              <a:ext uri="{FF2B5EF4-FFF2-40B4-BE49-F238E27FC236}">
                <a16:creationId xmlns:a16="http://schemas.microsoft.com/office/drawing/2014/main" id="{92DB729D-DC56-48EA-A215-1006A16F21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442" name="Rectangle 11">
            <a:extLst>
              <a:ext uri="{FF2B5EF4-FFF2-40B4-BE49-F238E27FC236}">
                <a16:creationId xmlns:a16="http://schemas.microsoft.com/office/drawing/2014/main" id="{5DF8B46E-3D41-4DCA-9A71-F723A581F031}"/>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62236888-8F98-4D36-A58E-ED1AD98118AA}" type="slidenum">
              <a:rPr lang="en-US" altLang="en-US">
                <a:cs typeface="Arial" panose="020B0604020202020204" pitchFamily="34" charset="0"/>
              </a:rPr>
              <a:pPr algn="r" eaLnBrk="1" hangingPunct="1">
                <a:spcBef>
                  <a:spcPct val="0"/>
                </a:spcBef>
                <a:buClrTx/>
                <a:buSzPct val="45000"/>
                <a:buFontTx/>
                <a:buNone/>
              </a:pPr>
              <a:t>96</a:t>
            </a:fld>
            <a:endParaRPr lang="en-US" altLang="en-US">
              <a:cs typeface="Arial" panose="020B0604020202020204" pitchFamily="34" charset="0"/>
            </a:endParaRPr>
          </a:p>
        </p:txBody>
      </p:sp>
      <p:sp>
        <p:nvSpPr>
          <p:cNvPr id="189443" name="Rectangle 1">
            <a:extLst>
              <a:ext uri="{FF2B5EF4-FFF2-40B4-BE49-F238E27FC236}">
                <a16:creationId xmlns:a16="http://schemas.microsoft.com/office/drawing/2014/main" id="{27DF7CDF-A504-449D-902B-11D702B741E1}"/>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9444" name="Rectangle 2">
            <a:extLst>
              <a:ext uri="{FF2B5EF4-FFF2-40B4-BE49-F238E27FC236}">
                <a16:creationId xmlns:a16="http://schemas.microsoft.com/office/drawing/2014/main" id="{3EA02DE8-8A39-4D79-988F-9243B68C01BD}"/>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1490" name="Rectangle 11">
            <a:extLst>
              <a:ext uri="{FF2B5EF4-FFF2-40B4-BE49-F238E27FC236}">
                <a16:creationId xmlns:a16="http://schemas.microsoft.com/office/drawing/2014/main" id="{11BD2DEA-9422-4212-85A9-7D1DD72D1C6B}"/>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C1D2109-E161-4A0B-9C11-A627EB215EF3}" type="slidenum">
              <a:rPr lang="en-US" altLang="en-US">
                <a:cs typeface="Arial" panose="020B0604020202020204" pitchFamily="34" charset="0"/>
              </a:rPr>
              <a:pPr algn="r" eaLnBrk="1" hangingPunct="1">
                <a:spcBef>
                  <a:spcPct val="0"/>
                </a:spcBef>
                <a:buClrTx/>
                <a:buSzPct val="45000"/>
                <a:buFontTx/>
                <a:buNone/>
              </a:pPr>
              <a:t>97</a:t>
            </a:fld>
            <a:endParaRPr lang="en-US" altLang="en-US">
              <a:cs typeface="Arial" panose="020B0604020202020204" pitchFamily="34" charset="0"/>
            </a:endParaRPr>
          </a:p>
        </p:txBody>
      </p:sp>
      <p:sp>
        <p:nvSpPr>
          <p:cNvPr id="191491" name="Rectangle 1">
            <a:extLst>
              <a:ext uri="{FF2B5EF4-FFF2-40B4-BE49-F238E27FC236}">
                <a16:creationId xmlns:a16="http://schemas.microsoft.com/office/drawing/2014/main" id="{7D1A0064-1EC7-488F-A667-3CCBBCD0102D}"/>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1492" name="Rectangle 2">
            <a:extLst>
              <a:ext uri="{FF2B5EF4-FFF2-40B4-BE49-F238E27FC236}">
                <a16:creationId xmlns:a16="http://schemas.microsoft.com/office/drawing/2014/main" id="{6D75F157-33C6-4C94-8340-EAB975BD06F7}"/>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3538" name="Rectangle 11">
            <a:extLst>
              <a:ext uri="{FF2B5EF4-FFF2-40B4-BE49-F238E27FC236}">
                <a16:creationId xmlns:a16="http://schemas.microsoft.com/office/drawing/2014/main" id="{94A186AF-5A42-4CAB-BE10-051AC2DFAFB1}"/>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D324BFD2-50F8-43E7-B3BE-A3CFA9CE56B2}" type="slidenum">
              <a:rPr lang="en-US" altLang="en-US">
                <a:cs typeface="Arial" panose="020B0604020202020204" pitchFamily="34" charset="0"/>
              </a:rPr>
              <a:pPr algn="r" eaLnBrk="1" hangingPunct="1">
                <a:spcBef>
                  <a:spcPct val="0"/>
                </a:spcBef>
                <a:buClrTx/>
                <a:buSzPct val="45000"/>
                <a:buFontTx/>
                <a:buNone/>
              </a:pPr>
              <a:t>98</a:t>
            </a:fld>
            <a:endParaRPr lang="en-US" altLang="en-US">
              <a:cs typeface="Arial" panose="020B0604020202020204" pitchFamily="34" charset="0"/>
            </a:endParaRPr>
          </a:p>
        </p:txBody>
      </p:sp>
      <p:sp>
        <p:nvSpPr>
          <p:cNvPr id="193539" name="Rectangle 1">
            <a:extLst>
              <a:ext uri="{FF2B5EF4-FFF2-40B4-BE49-F238E27FC236}">
                <a16:creationId xmlns:a16="http://schemas.microsoft.com/office/drawing/2014/main" id="{D43C7986-A682-43D7-AD72-5C5A19290818}"/>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3540" name="Rectangle 2">
            <a:extLst>
              <a:ext uri="{FF2B5EF4-FFF2-40B4-BE49-F238E27FC236}">
                <a16:creationId xmlns:a16="http://schemas.microsoft.com/office/drawing/2014/main" id="{7E777585-F45C-438A-827B-2D733FB734AD}"/>
              </a:ext>
            </a:extLst>
          </p:cNvPr>
          <p:cNvSpPr>
            <a:spLocks noGrp="1" noChangeArrowheads="1"/>
          </p:cNvSpPr>
          <p:nvPr>
            <p:ph type="body" idx="1"/>
          </p:nvPr>
        </p:nvSpPr>
        <p:spPr>
          <a:xfrm>
            <a:off x="701675" y="4416425"/>
            <a:ext cx="5607050" cy="417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5586" name="Rectangle 11">
            <a:extLst>
              <a:ext uri="{FF2B5EF4-FFF2-40B4-BE49-F238E27FC236}">
                <a16:creationId xmlns:a16="http://schemas.microsoft.com/office/drawing/2014/main" id="{40360AFC-DBD2-43C4-B8BA-8FDFF0DA62BD}"/>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4012958F-153D-44C3-9D89-C04D9291B148}" type="slidenum">
              <a:rPr lang="en-US" altLang="en-US">
                <a:cs typeface="Arial" panose="020B0604020202020204" pitchFamily="34" charset="0"/>
              </a:rPr>
              <a:pPr algn="r" eaLnBrk="1" hangingPunct="1">
                <a:spcBef>
                  <a:spcPct val="0"/>
                </a:spcBef>
                <a:buClrTx/>
                <a:buSzPct val="45000"/>
                <a:buFontTx/>
                <a:buNone/>
              </a:pPr>
              <a:t>99</a:t>
            </a:fld>
            <a:endParaRPr lang="en-US" altLang="en-US">
              <a:cs typeface="Arial" panose="020B0604020202020204" pitchFamily="34" charset="0"/>
            </a:endParaRPr>
          </a:p>
        </p:txBody>
      </p:sp>
      <p:sp>
        <p:nvSpPr>
          <p:cNvPr id="195587" name="Rectangle 1">
            <a:extLst>
              <a:ext uri="{FF2B5EF4-FFF2-40B4-BE49-F238E27FC236}">
                <a16:creationId xmlns:a16="http://schemas.microsoft.com/office/drawing/2014/main" id="{6FFF4805-EAC7-459C-9425-F31E31529AB2}"/>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5588" name="Rectangle 2">
            <a:extLst>
              <a:ext uri="{FF2B5EF4-FFF2-40B4-BE49-F238E27FC236}">
                <a16:creationId xmlns:a16="http://schemas.microsoft.com/office/drawing/2014/main" id="{9E00A1C5-7963-439A-B57C-6B94FD5941B8}"/>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634" name="Rectangle 11">
            <a:extLst>
              <a:ext uri="{FF2B5EF4-FFF2-40B4-BE49-F238E27FC236}">
                <a16:creationId xmlns:a16="http://schemas.microsoft.com/office/drawing/2014/main" id="{7396AC64-A098-430A-BA9B-E98DFD1A3B58}"/>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857684C-0CC0-4653-8735-0B03572EEF72}" type="slidenum">
              <a:rPr lang="en-US" altLang="en-US">
                <a:cs typeface="Arial" panose="020B0604020202020204" pitchFamily="34" charset="0"/>
              </a:rPr>
              <a:pPr algn="r" eaLnBrk="1" hangingPunct="1">
                <a:spcBef>
                  <a:spcPct val="0"/>
                </a:spcBef>
                <a:buClrTx/>
                <a:buSzPct val="45000"/>
                <a:buFontTx/>
                <a:buNone/>
              </a:pPr>
              <a:t>100</a:t>
            </a:fld>
            <a:endParaRPr lang="en-US" altLang="en-US">
              <a:cs typeface="Arial" panose="020B0604020202020204" pitchFamily="34" charset="0"/>
            </a:endParaRPr>
          </a:p>
        </p:txBody>
      </p:sp>
      <p:sp>
        <p:nvSpPr>
          <p:cNvPr id="197635" name="Rectangle 1">
            <a:extLst>
              <a:ext uri="{FF2B5EF4-FFF2-40B4-BE49-F238E27FC236}">
                <a16:creationId xmlns:a16="http://schemas.microsoft.com/office/drawing/2014/main" id="{241C1949-76FA-428B-A806-D04259A740A5}"/>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7636" name="Rectangle 2">
            <a:extLst>
              <a:ext uri="{FF2B5EF4-FFF2-40B4-BE49-F238E27FC236}">
                <a16:creationId xmlns:a16="http://schemas.microsoft.com/office/drawing/2014/main" id="{6FA776BF-A393-4C71-9815-09124FA2256D}"/>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9682" name="Rectangle 11">
            <a:extLst>
              <a:ext uri="{FF2B5EF4-FFF2-40B4-BE49-F238E27FC236}">
                <a16:creationId xmlns:a16="http://schemas.microsoft.com/office/drawing/2014/main" id="{60C096C8-F134-4159-BE97-CC72F3A79C56}"/>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2557FA4-73F4-4ED2-93E2-AF61E7DDB0F9}" type="slidenum">
              <a:rPr lang="en-US" altLang="en-US">
                <a:cs typeface="Arial" panose="020B0604020202020204" pitchFamily="34" charset="0"/>
              </a:rPr>
              <a:pPr algn="r" eaLnBrk="1" hangingPunct="1">
                <a:spcBef>
                  <a:spcPct val="0"/>
                </a:spcBef>
                <a:buClrTx/>
                <a:buSzPct val="45000"/>
                <a:buFontTx/>
                <a:buNone/>
              </a:pPr>
              <a:t>101</a:t>
            </a:fld>
            <a:endParaRPr lang="en-US" altLang="en-US">
              <a:cs typeface="Arial" panose="020B0604020202020204" pitchFamily="34" charset="0"/>
            </a:endParaRPr>
          </a:p>
        </p:txBody>
      </p:sp>
      <p:sp>
        <p:nvSpPr>
          <p:cNvPr id="199683" name="Rectangle 1">
            <a:extLst>
              <a:ext uri="{FF2B5EF4-FFF2-40B4-BE49-F238E27FC236}">
                <a16:creationId xmlns:a16="http://schemas.microsoft.com/office/drawing/2014/main" id="{30F55B89-8423-496F-9771-118AA0ED40CA}"/>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9684" name="Rectangle 2">
            <a:extLst>
              <a:ext uri="{FF2B5EF4-FFF2-40B4-BE49-F238E27FC236}">
                <a16:creationId xmlns:a16="http://schemas.microsoft.com/office/drawing/2014/main" id="{6FEAEA35-9370-41E4-9020-20033873E153}"/>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1730" name="Rectangle 11">
            <a:extLst>
              <a:ext uri="{FF2B5EF4-FFF2-40B4-BE49-F238E27FC236}">
                <a16:creationId xmlns:a16="http://schemas.microsoft.com/office/drawing/2014/main" id="{CAAAFF37-61D8-41A0-AF3A-EA195E4A56CE}"/>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AE48471-A21C-46F8-AE87-0DB2CB710111}" type="slidenum">
              <a:rPr lang="en-US" altLang="en-US">
                <a:cs typeface="Arial" panose="020B0604020202020204" pitchFamily="34" charset="0"/>
              </a:rPr>
              <a:pPr algn="r" eaLnBrk="1" hangingPunct="1">
                <a:spcBef>
                  <a:spcPct val="0"/>
                </a:spcBef>
                <a:buClrTx/>
                <a:buSzPct val="45000"/>
                <a:buFontTx/>
                <a:buNone/>
              </a:pPr>
              <a:t>102</a:t>
            </a:fld>
            <a:endParaRPr lang="en-US" altLang="en-US">
              <a:cs typeface="Arial" panose="020B0604020202020204" pitchFamily="34" charset="0"/>
            </a:endParaRPr>
          </a:p>
        </p:txBody>
      </p:sp>
      <p:sp>
        <p:nvSpPr>
          <p:cNvPr id="201731" name="Rectangle 1">
            <a:extLst>
              <a:ext uri="{FF2B5EF4-FFF2-40B4-BE49-F238E27FC236}">
                <a16:creationId xmlns:a16="http://schemas.microsoft.com/office/drawing/2014/main" id="{45AD6B8D-0A48-4D8A-8295-FFDD05D46FA3}"/>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1732" name="Rectangle 2">
            <a:extLst>
              <a:ext uri="{FF2B5EF4-FFF2-40B4-BE49-F238E27FC236}">
                <a16:creationId xmlns:a16="http://schemas.microsoft.com/office/drawing/2014/main" id="{D4746789-1DFC-41F1-BE97-3F4D7D830EDC}"/>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778" name="Rectangle 11">
            <a:extLst>
              <a:ext uri="{FF2B5EF4-FFF2-40B4-BE49-F238E27FC236}">
                <a16:creationId xmlns:a16="http://schemas.microsoft.com/office/drawing/2014/main" id="{599080B3-E300-4F9A-84DD-4C9B950434F0}"/>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508FBA08-EEEF-4586-89AB-CD4633B8C4D7}" type="slidenum">
              <a:rPr lang="en-US" altLang="en-US">
                <a:cs typeface="Arial" panose="020B0604020202020204" pitchFamily="34" charset="0"/>
              </a:rPr>
              <a:pPr algn="r" eaLnBrk="1" hangingPunct="1">
                <a:spcBef>
                  <a:spcPct val="0"/>
                </a:spcBef>
                <a:buClrTx/>
                <a:buSzPct val="45000"/>
                <a:buFontTx/>
                <a:buNone/>
              </a:pPr>
              <a:t>103</a:t>
            </a:fld>
            <a:endParaRPr lang="en-US" altLang="en-US">
              <a:cs typeface="Arial" panose="020B0604020202020204" pitchFamily="34" charset="0"/>
            </a:endParaRPr>
          </a:p>
        </p:txBody>
      </p:sp>
      <p:sp>
        <p:nvSpPr>
          <p:cNvPr id="203779" name="Rectangle 1">
            <a:extLst>
              <a:ext uri="{FF2B5EF4-FFF2-40B4-BE49-F238E27FC236}">
                <a16:creationId xmlns:a16="http://schemas.microsoft.com/office/drawing/2014/main" id="{9B17F511-386E-4AD4-B970-F8FB0EB23599}"/>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3780" name="Rectangle 2">
            <a:extLst>
              <a:ext uri="{FF2B5EF4-FFF2-40B4-BE49-F238E27FC236}">
                <a16:creationId xmlns:a16="http://schemas.microsoft.com/office/drawing/2014/main" id="{BDD82868-3EEB-4E6E-ABD2-E075911C3302}"/>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826" name="Rectangle 11">
            <a:extLst>
              <a:ext uri="{FF2B5EF4-FFF2-40B4-BE49-F238E27FC236}">
                <a16:creationId xmlns:a16="http://schemas.microsoft.com/office/drawing/2014/main" id="{5137C291-BD2E-4C18-9DFF-DF2A2470C169}"/>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C16A3B95-23F3-48A4-98E3-34C1E657013E}" type="slidenum">
              <a:rPr lang="en-US" altLang="en-US">
                <a:cs typeface="Arial" panose="020B0604020202020204" pitchFamily="34" charset="0"/>
              </a:rPr>
              <a:pPr algn="r" eaLnBrk="1" hangingPunct="1">
                <a:spcBef>
                  <a:spcPct val="0"/>
                </a:spcBef>
                <a:buClrTx/>
                <a:buSzPct val="45000"/>
                <a:buFontTx/>
                <a:buNone/>
              </a:pPr>
              <a:t>104</a:t>
            </a:fld>
            <a:endParaRPr lang="en-US" altLang="en-US">
              <a:cs typeface="Arial" panose="020B0604020202020204" pitchFamily="34" charset="0"/>
            </a:endParaRPr>
          </a:p>
        </p:txBody>
      </p:sp>
      <p:sp>
        <p:nvSpPr>
          <p:cNvPr id="205827" name="Rectangle 1">
            <a:extLst>
              <a:ext uri="{FF2B5EF4-FFF2-40B4-BE49-F238E27FC236}">
                <a16:creationId xmlns:a16="http://schemas.microsoft.com/office/drawing/2014/main" id="{F45E27DB-8618-4B3E-BCDD-56125806EBBF}"/>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5828" name="Rectangle 2">
            <a:extLst>
              <a:ext uri="{FF2B5EF4-FFF2-40B4-BE49-F238E27FC236}">
                <a16:creationId xmlns:a16="http://schemas.microsoft.com/office/drawing/2014/main" id="{0E2EA04D-A2E6-48F5-8D2C-61E5C7E26F25}"/>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7874" name="Rectangle 11">
            <a:extLst>
              <a:ext uri="{FF2B5EF4-FFF2-40B4-BE49-F238E27FC236}">
                <a16:creationId xmlns:a16="http://schemas.microsoft.com/office/drawing/2014/main" id="{D5A10458-DD6A-4FF3-ACAC-3DE1CDB3E9DE}"/>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8661658-4C84-4B78-917A-6C1E6D161A8D}" type="slidenum">
              <a:rPr lang="en-US" altLang="en-US">
                <a:cs typeface="Arial" panose="020B0604020202020204" pitchFamily="34" charset="0"/>
              </a:rPr>
              <a:pPr algn="r" eaLnBrk="1" hangingPunct="1">
                <a:spcBef>
                  <a:spcPct val="0"/>
                </a:spcBef>
                <a:buClrTx/>
                <a:buSzPct val="45000"/>
                <a:buFontTx/>
                <a:buNone/>
              </a:pPr>
              <a:t>105</a:t>
            </a:fld>
            <a:endParaRPr lang="en-US" altLang="en-US">
              <a:cs typeface="Arial" panose="020B0604020202020204" pitchFamily="34" charset="0"/>
            </a:endParaRPr>
          </a:p>
        </p:txBody>
      </p:sp>
      <p:sp>
        <p:nvSpPr>
          <p:cNvPr id="207875" name="Rectangle 1">
            <a:extLst>
              <a:ext uri="{FF2B5EF4-FFF2-40B4-BE49-F238E27FC236}">
                <a16:creationId xmlns:a16="http://schemas.microsoft.com/office/drawing/2014/main" id="{FC6B3095-8A9A-45ED-9E36-91E5EE858860}"/>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7876" name="Rectangle 2">
            <a:extLst>
              <a:ext uri="{FF2B5EF4-FFF2-40B4-BE49-F238E27FC236}">
                <a16:creationId xmlns:a16="http://schemas.microsoft.com/office/drawing/2014/main" id="{5F2921BA-A400-4844-9F3F-E8F7D49F3580}"/>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9922" name="Rectangle 11">
            <a:extLst>
              <a:ext uri="{FF2B5EF4-FFF2-40B4-BE49-F238E27FC236}">
                <a16:creationId xmlns:a16="http://schemas.microsoft.com/office/drawing/2014/main" id="{48842A49-EECE-451E-B168-1F731B30C27C}"/>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B9B071F6-F58E-4A96-9942-1761916B970C}" type="slidenum">
              <a:rPr lang="en-US" altLang="en-US">
                <a:cs typeface="Arial" panose="020B0604020202020204" pitchFamily="34" charset="0"/>
              </a:rPr>
              <a:pPr algn="r" eaLnBrk="1" hangingPunct="1">
                <a:spcBef>
                  <a:spcPct val="0"/>
                </a:spcBef>
                <a:buClrTx/>
                <a:buSzPct val="45000"/>
                <a:buFontTx/>
                <a:buNone/>
              </a:pPr>
              <a:t>106</a:t>
            </a:fld>
            <a:endParaRPr lang="en-US" altLang="en-US">
              <a:cs typeface="Arial" panose="020B0604020202020204" pitchFamily="34" charset="0"/>
            </a:endParaRPr>
          </a:p>
        </p:txBody>
      </p:sp>
      <p:sp>
        <p:nvSpPr>
          <p:cNvPr id="209923" name="Rectangle 1">
            <a:extLst>
              <a:ext uri="{FF2B5EF4-FFF2-40B4-BE49-F238E27FC236}">
                <a16:creationId xmlns:a16="http://schemas.microsoft.com/office/drawing/2014/main" id="{569FFCA9-535C-45EE-B391-52E7A92A4095}"/>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9924" name="Rectangle 2">
            <a:extLst>
              <a:ext uri="{FF2B5EF4-FFF2-40B4-BE49-F238E27FC236}">
                <a16:creationId xmlns:a16="http://schemas.microsoft.com/office/drawing/2014/main" id="{A0A8E24A-2C23-41D8-8A19-D19C6DD503C5}"/>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1970" name="Rectangle 11">
            <a:extLst>
              <a:ext uri="{FF2B5EF4-FFF2-40B4-BE49-F238E27FC236}">
                <a16:creationId xmlns:a16="http://schemas.microsoft.com/office/drawing/2014/main" id="{B097B8C9-971C-43D7-9B78-241AF7AF0A84}"/>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325C35B7-429C-4793-B2F5-3285229DA812}" type="slidenum">
              <a:rPr lang="en-US" altLang="en-US">
                <a:cs typeface="Arial" panose="020B0604020202020204" pitchFamily="34" charset="0"/>
              </a:rPr>
              <a:pPr algn="r" eaLnBrk="1" hangingPunct="1">
                <a:spcBef>
                  <a:spcPct val="0"/>
                </a:spcBef>
                <a:buClrTx/>
                <a:buSzPct val="45000"/>
                <a:buFontTx/>
                <a:buNone/>
              </a:pPr>
              <a:t>107</a:t>
            </a:fld>
            <a:endParaRPr lang="en-US" altLang="en-US">
              <a:cs typeface="Arial" panose="020B0604020202020204" pitchFamily="34" charset="0"/>
            </a:endParaRPr>
          </a:p>
        </p:txBody>
      </p:sp>
      <p:sp>
        <p:nvSpPr>
          <p:cNvPr id="211971" name="Rectangle 1">
            <a:extLst>
              <a:ext uri="{FF2B5EF4-FFF2-40B4-BE49-F238E27FC236}">
                <a16:creationId xmlns:a16="http://schemas.microsoft.com/office/drawing/2014/main" id="{2EBDBEFC-0FA6-4B4D-AE56-3218CA598105}"/>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1972" name="Rectangle 2">
            <a:extLst>
              <a:ext uri="{FF2B5EF4-FFF2-40B4-BE49-F238E27FC236}">
                <a16:creationId xmlns:a16="http://schemas.microsoft.com/office/drawing/2014/main" id="{784093C3-F735-4C17-B562-D970A7FA8926}"/>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4018" name="Rectangle 11">
            <a:extLst>
              <a:ext uri="{FF2B5EF4-FFF2-40B4-BE49-F238E27FC236}">
                <a16:creationId xmlns:a16="http://schemas.microsoft.com/office/drawing/2014/main" id="{072D0FC2-8161-42D3-AE79-25358E91C03E}"/>
              </a:ext>
            </a:extLst>
          </p:cNvPr>
          <p:cNvSpPr txBox="1">
            <a:spLocks noGrp="1" noChangeArrowheads="1"/>
          </p:cNvSpPr>
          <p:nvPr/>
        </p:nvSpPr>
        <p:spPr bwMode="auto">
          <a:xfrm>
            <a:off x="3970338" y="8829675"/>
            <a:ext cx="30305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8FDE190F-10D2-4323-9646-CD410FF79960}" type="slidenum">
              <a:rPr lang="en-US" altLang="en-US">
                <a:cs typeface="Arial" panose="020B0604020202020204" pitchFamily="34" charset="0"/>
              </a:rPr>
              <a:pPr algn="r" eaLnBrk="1" hangingPunct="1">
                <a:spcBef>
                  <a:spcPct val="0"/>
                </a:spcBef>
                <a:buClrTx/>
                <a:buSzPct val="45000"/>
                <a:buFontTx/>
                <a:buNone/>
              </a:pPr>
              <a:t>108</a:t>
            </a:fld>
            <a:endParaRPr lang="en-US" altLang="en-US">
              <a:cs typeface="Arial" panose="020B0604020202020204" pitchFamily="34" charset="0"/>
            </a:endParaRPr>
          </a:p>
        </p:txBody>
      </p:sp>
      <p:sp>
        <p:nvSpPr>
          <p:cNvPr id="214019" name="Rectangle 1">
            <a:extLst>
              <a:ext uri="{FF2B5EF4-FFF2-40B4-BE49-F238E27FC236}">
                <a16:creationId xmlns:a16="http://schemas.microsoft.com/office/drawing/2014/main" id="{D315BF7B-8A62-4E86-9794-53868AF692D4}"/>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4020" name="Rectangle 2">
            <a:extLst>
              <a:ext uri="{FF2B5EF4-FFF2-40B4-BE49-F238E27FC236}">
                <a16:creationId xmlns:a16="http://schemas.microsoft.com/office/drawing/2014/main" id="{998E802B-5788-4144-BF3F-96BF3A274364}"/>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6066" name="Rectangle 12">
            <a:extLst>
              <a:ext uri="{FF2B5EF4-FFF2-40B4-BE49-F238E27FC236}">
                <a16:creationId xmlns:a16="http://schemas.microsoft.com/office/drawing/2014/main" id="{7CF17A7E-6275-4B29-8F88-6D00D14C38D4}"/>
              </a:ext>
            </a:extLst>
          </p:cNvPr>
          <p:cNvSpPr txBox="1">
            <a:spLocks noGrp="1" noChangeArrowheads="1"/>
          </p:cNvSpPr>
          <p:nvPr/>
        </p:nvSpPr>
        <p:spPr bwMode="auto">
          <a:xfrm>
            <a:off x="3970338" y="8829675"/>
            <a:ext cx="3028950"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0EF0D7CE-4B79-4243-8451-98CD5E9F75AD}" type="slidenum">
              <a:rPr lang="en-US" altLang="en-US">
                <a:cs typeface="Arial" panose="020B0604020202020204" pitchFamily="34" charset="0"/>
              </a:rPr>
              <a:pPr algn="r" eaLnBrk="1" hangingPunct="1">
                <a:spcBef>
                  <a:spcPct val="0"/>
                </a:spcBef>
                <a:buClrTx/>
                <a:buSzPct val="45000"/>
                <a:buFontTx/>
                <a:buNone/>
              </a:pPr>
              <a:t>109</a:t>
            </a:fld>
            <a:endParaRPr lang="en-US" altLang="en-US">
              <a:cs typeface="Arial" panose="020B0604020202020204" pitchFamily="34" charset="0"/>
            </a:endParaRPr>
          </a:p>
        </p:txBody>
      </p:sp>
      <p:sp>
        <p:nvSpPr>
          <p:cNvPr id="216067" name="Rectangle 1">
            <a:extLst>
              <a:ext uri="{FF2B5EF4-FFF2-40B4-BE49-F238E27FC236}">
                <a16:creationId xmlns:a16="http://schemas.microsoft.com/office/drawing/2014/main" id="{5C029FE1-3470-4BFA-9148-3D9E78B2FF5A}"/>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6068" name="Rectangle 2">
            <a:extLst>
              <a:ext uri="{FF2B5EF4-FFF2-40B4-BE49-F238E27FC236}">
                <a16:creationId xmlns:a16="http://schemas.microsoft.com/office/drawing/2014/main" id="{C89C7A41-4107-4ED3-8D14-9F3132D57105}"/>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8114" name="Rectangle 12">
            <a:extLst>
              <a:ext uri="{FF2B5EF4-FFF2-40B4-BE49-F238E27FC236}">
                <a16:creationId xmlns:a16="http://schemas.microsoft.com/office/drawing/2014/main" id="{8D539044-9E54-4564-8E2F-5B875D6ACE13}"/>
              </a:ext>
            </a:extLst>
          </p:cNvPr>
          <p:cNvSpPr txBox="1">
            <a:spLocks noGrp="1" noChangeArrowheads="1"/>
          </p:cNvSpPr>
          <p:nvPr/>
        </p:nvSpPr>
        <p:spPr bwMode="auto">
          <a:xfrm>
            <a:off x="3970338" y="8829675"/>
            <a:ext cx="3028950"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197EB5F3-D98C-4368-9B65-A703AE664FEC}" type="slidenum">
              <a:rPr lang="en-US" altLang="en-US">
                <a:cs typeface="Arial" panose="020B0604020202020204" pitchFamily="34" charset="0"/>
              </a:rPr>
              <a:pPr algn="r" eaLnBrk="1" hangingPunct="1">
                <a:spcBef>
                  <a:spcPct val="0"/>
                </a:spcBef>
                <a:buClrTx/>
                <a:buSzPct val="45000"/>
                <a:buFontTx/>
                <a:buNone/>
              </a:pPr>
              <a:t>110</a:t>
            </a:fld>
            <a:endParaRPr lang="en-US" altLang="en-US">
              <a:cs typeface="Arial" panose="020B0604020202020204" pitchFamily="34" charset="0"/>
            </a:endParaRPr>
          </a:p>
        </p:txBody>
      </p:sp>
      <p:sp>
        <p:nvSpPr>
          <p:cNvPr id="218115" name="Rectangle 1">
            <a:extLst>
              <a:ext uri="{FF2B5EF4-FFF2-40B4-BE49-F238E27FC236}">
                <a16:creationId xmlns:a16="http://schemas.microsoft.com/office/drawing/2014/main" id="{45DBA585-2519-461D-96B5-F342D0F0907B}"/>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8116" name="Rectangle 2">
            <a:extLst>
              <a:ext uri="{FF2B5EF4-FFF2-40B4-BE49-F238E27FC236}">
                <a16:creationId xmlns:a16="http://schemas.microsoft.com/office/drawing/2014/main" id="{A9B170BE-31E2-42F3-B8EA-9E1A8982FA35}"/>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0162" name="Rectangle 12">
            <a:extLst>
              <a:ext uri="{FF2B5EF4-FFF2-40B4-BE49-F238E27FC236}">
                <a16:creationId xmlns:a16="http://schemas.microsoft.com/office/drawing/2014/main" id="{AF542931-1991-48CA-B440-9EFDB9AEBB32}"/>
              </a:ext>
            </a:extLst>
          </p:cNvPr>
          <p:cNvSpPr txBox="1">
            <a:spLocks noGrp="1" noChangeArrowheads="1"/>
          </p:cNvSpPr>
          <p:nvPr/>
        </p:nvSpPr>
        <p:spPr bwMode="auto">
          <a:xfrm>
            <a:off x="3970338" y="8829675"/>
            <a:ext cx="3028950"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200">
                <a:solidFill>
                  <a:srgbClr val="000000"/>
                </a:solidFill>
                <a:latin typeface="Times New Roman" panose="02020603050405020304" pitchFamily="18" charset="0"/>
              </a:defRPr>
            </a:lvl9pPr>
          </a:lstStyle>
          <a:p>
            <a:pPr algn="r" eaLnBrk="1" hangingPunct="1">
              <a:spcBef>
                <a:spcPct val="0"/>
              </a:spcBef>
              <a:buClrTx/>
              <a:buSzPct val="45000"/>
              <a:buFontTx/>
              <a:buNone/>
            </a:pPr>
            <a:fld id="{F197D2B6-D9AB-470D-A565-63541580108F}" type="slidenum">
              <a:rPr lang="en-US" altLang="en-US">
                <a:cs typeface="Arial" panose="020B0604020202020204" pitchFamily="34" charset="0"/>
              </a:rPr>
              <a:pPr algn="r" eaLnBrk="1" hangingPunct="1">
                <a:spcBef>
                  <a:spcPct val="0"/>
                </a:spcBef>
                <a:buClrTx/>
                <a:buSzPct val="45000"/>
                <a:buFontTx/>
                <a:buNone/>
              </a:pPr>
              <a:t>111</a:t>
            </a:fld>
            <a:endParaRPr lang="en-US" altLang="en-US">
              <a:cs typeface="Arial" panose="020B0604020202020204" pitchFamily="34" charset="0"/>
            </a:endParaRPr>
          </a:p>
        </p:txBody>
      </p:sp>
      <p:sp>
        <p:nvSpPr>
          <p:cNvPr id="220163" name="Rectangle 1">
            <a:extLst>
              <a:ext uri="{FF2B5EF4-FFF2-40B4-BE49-F238E27FC236}">
                <a16:creationId xmlns:a16="http://schemas.microsoft.com/office/drawing/2014/main" id="{A755E460-E8F5-433B-B27C-6B687BAB8A5A}"/>
              </a:ext>
            </a:extLst>
          </p:cNvPr>
          <p:cNvSpPr>
            <a:spLocks noGrp="1" noRot="1" noChangeAspect="1" noChangeArrowheads="1" noTextEdit="1"/>
          </p:cNvSpPr>
          <p:nvPr>
            <p:ph type="sldImg"/>
          </p:nvPr>
        </p:nvSpPr>
        <p:spPr>
          <a:xfrm>
            <a:off x="1181100" y="696913"/>
            <a:ext cx="4648200" cy="3486150"/>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0164" name="Rectangle 2">
            <a:extLst>
              <a:ext uri="{FF2B5EF4-FFF2-40B4-BE49-F238E27FC236}">
                <a16:creationId xmlns:a16="http://schemas.microsoft.com/office/drawing/2014/main" id="{5BCD1EAA-05F3-4C69-9828-1DF20DA6829D}"/>
              </a:ext>
            </a:extLst>
          </p:cNvPr>
          <p:cNvSpPr>
            <a:spLocks noGrp="1" noChangeArrowheads="1"/>
          </p:cNvSpPr>
          <p:nvPr>
            <p:ph type="body" idx="1"/>
          </p:nvPr>
        </p:nvSpPr>
        <p:spPr>
          <a:xfrm>
            <a:off x="701675" y="4416425"/>
            <a:ext cx="5607050" cy="41830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EF07946-4A00-4A5E-8A54-04CC4DFE9F3D}"/>
              </a:ext>
            </a:extLst>
          </p:cNvPr>
          <p:cNvSpPr>
            <a:spLocks noChangeArrowheads="1"/>
          </p:cNvSpPr>
          <p:nvPr userDrawn="1"/>
        </p:nvSpPr>
        <p:spPr bwMode="auto">
          <a:xfrm>
            <a:off x="-3175" y="6405563"/>
            <a:ext cx="9147175" cy="457200"/>
          </a:xfrm>
          <a:prstGeom prst="rect">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pic>
        <p:nvPicPr>
          <p:cNvPr id="5" name="Picture 12">
            <a:extLst>
              <a:ext uri="{FF2B5EF4-FFF2-40B4-BE49-F238E27FC236}">
                <a16:creationId xmlns:a16="http://schemas.microsoft.com/office/drawing/2014/main" id="{53EC2EC0-6BBE-4656-8AE9-0682A6D5017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6" name="Text Box 10">
            <a:extLst>
              <a:ext uri="{FF2B5EF4-FFF2-40B4-BE49-F238E27FC236}">
                <a16:creationId xmlns:a16="http://schemas.microsoft.com/office/drawing/2014/main" id="{1D901B5A-11F1-47AE-B631-B4C01C49ED21}"/>
              </a:ext>
            </a:extLst>
          </p:cNvPr>
          <p:cNvSpPr txBox="1">
            <a:spLocks noChangeArrowheads="1"/>
          </p:cNvSpPr>
          <p:nvPr userDrawn="1"/>
        </p:nvSpPr>
        <p:spPr bwMode="auto">
          <a:xfrm>
            <a:off x="2495550" y="6392863"/>
            <a:ext cx="4287838" cy="455612"/>
          </a:xfrm>
          <a:prstGeom prst="rect">
            <a:avLst/>
          </a:prstGeom>
          <a:noFill/>
          <a:ln>
            <a:noFill/>
          </a:ln>
          <a:effectLst/>
        </p:spPr>
        <p:txBody>
          <a:bodyPr lIns="90000" tIns="46800" rIns="90000" bIns="46800"/>
          <a:lstStyle>
            <a:lvl1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algn="ctr" eaLnBrk="1" hangingPunct="1">
              <a:buSzPct val="100000"/>
              <a:defRPr/>
            </a:pPr>
            <a:endParaRPr lang="en-US" altLang="en-US" sz="1000" dirty="0">
              <a:solidFill>
                <a:srgbClr val="000000"/>
              </a:solidFill>
              <a:latin typeface="Arial" panose="020B0604020202020204" pitchFamily="34" charset="0"/>
            </a:endParaRPr>
          </a:p>
          <a:p>
            <a:pPr algn="ctr" eaLnBrk="1" hangingPunct="1">
              <a:buSzPct val="100000"/>
              <a:defRPr/>
            </a:pPr>
            <a:r>
              <a:rPr lang="en-US" altLang="en-US" sz="1000" dirty="0">
                <a:solidFill>
                  <a:srgbClr val="FFFFFF"/>
                </a:solidFill>
                <a:latin typeface="Arial" panose="020B0604020202020204" pitchFamily="34" charset="0"/>
              </a:rPr>
              <a:t>Copyright © 2017,  Pearson Education, Ltd. All Rights Reserved</a:t>
            </a:r>
          </a:p>
        </p:txBody>
      </p:sp>
      <p:pic>
        <p:nvPicPr>
          <p:cNvPr id="7" name="Picture 12">
            <a:extLst>
              <a:ext uri="{FF2B5EF4-FFF2-40B4-BE49-F238E27FC236}">
                <a16:creationId xmlns:a16="http://schemas.microsoft.com/office/drawing/2014/main" id="{428D8C6B-AA2A-4CD6-A3F7-374FB6B820C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88238" y="6400800"/>
            <a:ext cx="1536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9" name="Text Box 11">
            <a:extLst>
              <a:ext uri="{FF2B5EF4-FFF2-40B4-BE49-F238E27FC236}">
                <a16:creationId xmlns:a16="http://schemas.microsoft.com/office/drawing/2014/main" id="{16F6C76B-5C27-4D51-8811-6E39635A3DCE}"/>
              </a:ext>
            </a:extLst>
          </p:cNvPr>
          <p:cNvSpPr txBox="1">
            <a:spLocks noChangeArrowheads="1"/>
          </p:cNvSpPr>
          <p:nvPr userDrawn="1"/>
        </p:nvSpPr>
        <p:spPr bwMode="auto">
          <a:xfrm>
            <a:off x="92075" y="6537325"/>
            <a:ext cx="904875" cy="254000"/>
          </a:xfrm>
          <a:prstGeom prst="rect">
            <a:avLst/>
          </a:prstGeom>
          <a:noFill/>
          <a:ln>
            <a:noFill/>
          </a:ln>
          <a:effectLst/>
        </p:spPr>
        <p:txBody>
          <a:bodyPr lIns="90000" tIns="46800" rIns="90000" bIns="4680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defRPr/>
            </a:pPr>
            <a:r>
              <a:rPr lang="en-US" altLang="en-US" sz="1400" b="1">
                <a:solidFill>
                  <a:srgbClr val="FFFFFF"/>
                </a:solidFill>
                <a:latin typeface="Arial" panose="020B0604020202020204" pitchFamily="34" charset="0"/>
              </a:rPr>
              <a:t> 1-</a:t>
            </a:r>
            <a:fld id="{2E446E52-27DD-4D37-A8B0-6F39BE0FEEED}" type="slidenum">
              <a:rPr lang="en-US" altLang="en-US" sz="1400" b="1" smtClean="0">
                <a:solidFill>
                  <a:srgbClr val="FFFFFF"/>
                </a:solidFill>
                <a:latin typeface="Arial" panose="020B0604020202020204" pitchFamily="34" charset="0"/>
              </a:rPr>
              <a:pPr eaLnBrk="1" hangingPunct="1">
                <a:buSzPct val="100000"/>
                <a:defRPr/>
              </a:pPr>
              <a:t>‹#›</a:t>
            </a:fld>
            <a:endParaRPr lang="en-US" altLang="en-US" sz="1400" b="1">
              <a:solidFill>
                <a:srgbClr val="FFFFFF"/>
              </a:solidFill>
              <a:latin typeface="Arial" panose="020B0604020202020204" pitchFamily="34" charset="0"/>
            </a:endParaRPr>
          </a:p>
        </p:txBody>
      </p:sp>
      <p:pic>
        <p:nvPicPr>
          <p:cNvPr id="10" name="Picture 17" descr="0321997832_Agresti_bookcove">
            <a:extLst>
              <a:ext uri="{FF2B5EF4-FFF2-40B4-BE49-F238E27FC236}">
                <a16:creationId xmlns:a16="http://schemas.microsoft.com/office/drawing/2014/main" id="{737E1813-BDC5-4D94-8DAC-1AE12FFBAC2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84163" y="476250"/>
            <a:ext cx="4287837" cy="548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2057400" y="762000"/>
            <a:ext cx="6602413" cy="2563813"/>
          </a:xfrm>
          <a:prstGeom prst="rect">
            <a:avLst/>
          </a:prstGeom>
        </p:spPr>
        <p:txBody>
          <a:bodyPr lIns="0" rIns="0" anchor="b" anchorCtr="0"/>
          <a:lstStyle>
            <a:lvl1pPr algn="l">
              <a:defRPr sz="4000"/>
            </a:lvl1pPr>
          </a:lstStyle>
          <a:p>
            <a:r>
              <a:rPr lang="en-US" dirty="0"/>
              <a:t>Click to edit Master title style</a:t>
            </a:r>
          </a:p>
        </p:txBody>
      </p:sp>
      <p:sp>
        <p:nvSpPr>
          <p:cNvPr id="8" name="Text Placeholder 7"/>
          <p:cNvSpPr>
            <a:spLocks noGrp="1"/>
          </p:cNvSpPr>
          <p:nvPr>
            <p:ph type="body" sz="quarter" idx="10"/>
          </p:nvPr>
        </p:nvSpPr>
        <p:spPr>
          <a:xfrm>
            <a:off x="1371600" y="3962400"/>
            <a:ext cx="6884988" cy="1600200"/>
          </a:xfrm>
          <a:prstGeom prst="rect">
            <a:avLst/>
          </a:prstGeom>
        </p:spPr>
        <p:txBody>
          <a:bodyPr/>
          <a:lstStyle>
            <a:lvl1pPr algn="ctr">
              <a:defRPr/>
            </a:lvl1pPr>
          </a:lstStyle>
          <a:p>
            <a:pPr lvl="0"/>
            <a:r>
              <a:rPr lang="en-US" dirty="0"/>
              <a:t>Click to edit Master text styles</a:t>
            </a:r>
          </a:p>
        </p:txBody>
      </p:sp>
    </p:spTree>
    <p:extLst>
      <p:ext uri="{BB962C8B-B14F-4D97-AF65-F5344CB8AC3E}">
        <p14:creationId xmlns:p14="http://schemas.microsoft.com/office/powerpoint/2010/main" val="3688961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Line 14">
            <a:extLst>
              <a:ext uri="{FF2B5EF4-FFF2-40B4-BE49-F238E27FC236}">
                <a16:creationId xmlns:a16="http://schemas.microsoft.com/office/drawing/2014/main" id="{551CA4B5-5C03-4292-93C2-3C95BBE49FE2}"/>
              </a:ext>
            </a:extLst>
          </p:cNvPr>
          <p:cNvSpPr>
            <a:spLocks noChangeShapeType="1"/>
          </p:cNvSpPr>
          <p:nvPr userDrawn="1"/>
        </p:nvSpPr>
        <p:spPr bwMode="auto">
          <a:xfrm>
            <a:off x="685800" y="1252538"/>
            <a:ext cx="7772400" cy="0"/>
          </a:xfrm>
          <a:prstGeom prst="line">
            <a:avLst/>
          </a:prstGeom>
          <a:noFill/>
          <a:ln w="762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 name="Text Placeholder 2"/>
          <p:cNvSpPr>
            <a:spLocks noGrp="1"/>
          </p:cNvSpPr>
          <p:nvPr>
            <p:ph type="body" sz="quarter" idx="10"/>
          </p:nvPr>
        </p:nvSpPr>
        <p:spPr>
          <a:xfrm>
            <a:off x="762000" y="1600200"/>
            <a:ext cx="7924800" cy="4480560"/>
          </a:xfrm>
          <a:prstGeom prst="rect">
            <a:avLst/>
          </a:prstGeom>
        </p:spPr>
        <p:txBody>
          <a:bodyPr lIns="0" rIns="0">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Placeholder 1"/>
          <p:cNvSpPr>
            <a:spLocks noGrp="1"/>
          </p:cNvSpPr>
          <p:nvPr>
            <p:ph type="title"/>
          </p:nvPr>
        </p:nvSpPr>
        <p:spPr>
          <a:xfrm>
            <a:off x="762000" y="274638"/>
            <a:ext cx="7924800" cy="1143000"/>
          </a:xfrm>
          <a:prstGeom prst="rect">
            <a:avLst/>
          </a:prstGeom>
        </p:spPr>
        <p:txBody>
          <a:bodyPr vert="horz" lIns="0" tIns="45720" rIns="0" bIns="45720" rtlCol="0" anchor="b" anchorCtr="0">
            <a:normAutofit/>
          </a:bodyPr>
          <a:lstStyle/>
          <a:p>
            <a:r>
              <a:rPr lang="en-US" dirty="0"/>
              <a:t>Click to edit Master title style</a:t>
            </a:r>
          </a:p>
        </p:txBody>
      </p:sp>
      <p:sp>
        <p:nvSpPr>
          <p:cNvPr id="5" name="Slide Number Placeholder 5">
            <a:extLst>
              <a:ext uri="{FF2B5EF4-FFF2-40B4-BE49-F238E27FC236}">
                <a16:creationId xmlns:a16="http://schemas.microsoft.com/office/drawing/2014/main" id="{58269351-158D-4956-B8EA-0DEE50C39074}"/>
              </a:ext>
            </a:extLst>
          </p:cNvPr>
          <p:cNvSpPr>
            <a:spLocks noGrp="1"/>
          </p:cNvSpPr>
          <p:nvPr>
            <p:ph type="sldNum" sz="quarter" idx="11"/>
          </p:nvPr>
        </p:nvSpPr>
        <p:spPr/>
        <p:txBody>
          <a:bodyPr/>
          <a:lstStyle>
            <a:lvl1pPr>
              <a:defRPr/>
            </a:lvl1pPr>
          </a:lstStyle>
          <a:p>
            <a:pPr>
              <a:defRPr/>
            </a:pPr>
            <a:fld id="{6FC0AC08-B77D-4CCF-A021-75021BD52FF6}" type="slidenum">
              <a:rPr lang="en-US" altLang="en-US"/>
              <a:pPr>
                <a:defRPr/>
              </a:pPr>
              <a:t>‹#›</a:t>
            </a:fld>
            <a:endParaRPr lang="en-US" altLang="en-US"/>
          </a:p>
        </p:txBody>
      </p:sp>
    </p:spTree>
    <p:extLst>
      <p:ext uri="{BB962C8B-B14F-4D97-AF65-F5344CB8AC3E}">
        <p14:creationId xmlns:p14="http://schemas.microsoft.com/office/powerpoint/2010/main" val="978945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grpSp>
        <p:nvGrpSpPr>
          <p:cNvPr id="4" name="Group 7">
            <a:extLst>
              <a:ext uri="{FF2B5EF4-FFF2-40B4-BE49-F238E27FC236}">
                <a16:creationId xmlns:a16="http://schemas.microsoft.com/office/drawing/2014/main" id="{040078A0-28FC-4CC7-86DA-C8F313A27A1D}"/>
              </a:ext>
            </a:extLst>
          </p:cNvPr>
          <p:cNvGrpSpPr>
            <a:grpSpLocks/>
          </p:cNvGrpSpPr>
          <p:nvPr/>
        </p:nvGrpSpPr>
        <p:grpSpPr bwMode="auto">
          <a:xfrm>
            <a:off x="228600" y="2889250"/>
            <a:ext cx="8610600" cy="201613"/>
            <a:chOff x="144" y="1680"/>
            <a:chExt cx="5424" cy="144"/>
          </a:xfrm>
        </p:grpSpPr>
        <p:sp>
          <p:nvSpPr>
            <p:cNvPr id="5" name="Rectangle 8">
              <a:extLst>
                <a:ext uri="{FF2B5EF4-FFF2-40B4-BE49-F238E27FC236}">
                  <a16:creationId xmlns:a16="http://schemas.microsoft.com/office/drawing/2014/main" id="{7E145C5E-4CCB-4A79-A1CE-460745D3EC7C}"/>
                </a:ext>
              </a:extLst>
            </p:cNvPr>
            <p:cNvSpPr>
              <a:spLocks noChangeArrowheads="1"/>
            </p:cNvSpPr>
            <p:nvPr userDrawn="1"/>
          </p:nvSpPr>
          <p:spPr bwMode="auto">
            <a:xfrm>
              <a:off x="144" y="1680"/>
              <a:ext cx="1808" cy="144"/>
            </a:xfrm>
            <a:prstGeom prst="rect">
              <a:avLst/>
            </a:prstGeom>
            <a:solidFill>
              <a:schemeClr val="bg2"/>
            </a:solidFill>
            <a:ln>
              <a:noFill/>
            </a:ln>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a:extLst>
                <a:ext uri="{FF2B5EF4-FFF2-40B4-BE49-F238E27FC236}">
                  <a16:creationId xmlns:a16="http://schemas.microsoft.com/office/drawing/2014/main" id="{DA2D7C11-2312-4257-8E02-2096F075536F}"/>
                </a:ext>
              </a:extLst>
            </p:cNvPr>
            <p:cNvSpPr>
              <a:spLocks noChangeArrowheads="1"/>
            </p:cNvSpPr>
            <p:nvPr userDrawn="1"/>
          </p:nvSpPr>
          <p:spPr bwMode="auto">
            <a:xfrm>
              <a:off x="1952" y="1680"/>
              <a:ext cx="1808" cy="144"/>
            </a:xfrm>
            <a:prstGeom prst="rect">
              <a:avLst/>
            </a:prstGeom>
            <a:solidFill>
              <a:schemeClr val="accent1"/>
            </a:solidFill>
            <a:ln>
              <a:noFill/>
            </a:ln>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a:extLst>
                <a:ext uri="{FF2B5EF4-FFF2-40B4-BE49-F238E27FC236}">
                  <a16:creationId xmlns:a16="http://schemas.microsoft.com/office/drawing/2014/main" id="{DEC3D237-5664-45C4-AD72-AD18FCBC9B4D}"/>
                </a:ext>
              </a:extLst>
            </p:cNvPr>
            <p:cNvSpPr>
              <a:spLocks noChangeArrowheads="1"/>
            </p:cNvSpPr>
            <p:nvPr userDrawn="1"/>
          </p:nvSpPr>
          <p:spPr bwMode="auto">
            <a:xfrm>
              <a:off x="3760" y="1680"/>
              <a:ext cx="1808" cy="144"/>
            </a:xfrm>
            <a:prstGeom prst="rect">
              <a:avLst/>
            </a:prstGeom>
            <a:solidFill>
              <a:schemeClr val="tx2"/>
            </a:solidFill>
            <a:ln>
              <a:noFill/>
            </a:ln>
          </p:spPr>
          <p:txBody>
            <a:bodyPr wrap="none" anchor="ct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a:extLst>
              <a:ext uri="{FF2B5EF4-FFF2-40B4-BE49-F238E27FC236}">
                <a16:creationId xmlns:a16="http://schemas.microsoft.com/office/drawing/2014/main" id="{EEDA4576-5D75-4D30-8B4E-47DBBC204F9D}"/>
              </a:ext>
            </a:extLst>
          </p:cNvPr>
          <p:cNvSpPr>
            <a:spLocks noGrp="1" noChangeArrowheads="1"/>
          </p:cNvSpPr>
          <p:nvPr>
            <p:ph type="dt" sz="half" idx="10"/>
          </p:nvPr>
        </p:nvSpPr>
        <p:spPr>
          <a:xfrm>
            <a:off x="0" y="0"/>
            <a:ext cx="0" cy="0"/>
          </a:xfrm>
        </p:spPr>
        <p:txBody>
          <a:bodyPr/>
          <a:lstStyle>
            <a:lvl1pPr>
              <a:defRPr/>
            </a:lvl1pPr>
          </a:lstStyle>
          <a:p>
            <a:pPr>
              <a:defRPr/>
            </a:pPr>
            <a:r>
              <a:rPr lang="en-US"/>
              <a:t>DABE_Bridging_Math</a:t>
            </a:r>
          </a:p>
        </p:txBody>
      </p:sp>
      <p:sp>
        <p:nvSpPr>
          <p:cNvPr id="9" name="Rectangle 6">
            <a:extLst>
              <a:ext uri="{FF2B5EF4-FFF2-40B4-BE49-F238E27FC236}">
                <a16:creationId xmlns:a16="http://schemas.microsoft.com/office/drawing/2014/main" id="{7A1C6252-279C-4247-9612-DF087A15983B}"/>
              </a:ext>
            </a:extLst>
          </p:cNvPr>
          <p:cNvSpPr>
            <a:spLocks noGrp="1" noChangeArrowheads="1"/>
          </p:cNvSpPr>
          <p:nvPr>
            <p:ph type="sldNum" sz="quarter" idx="11"/>
          </p:nvPr>
        </p:nvSpPr>
        <p:spPr/>
        <p:txBody>
          <a:bodyPr/>
          <a:lstStyle>
            <a:lvl1pPr>
              <a:defRPr smtClean="0"/>
            </a:lvl1pPr>
          </a:lstStyle>
          <a:p>
            <a:fld id="{F679E834-9C97-43D2-BA81-6A34E59AAAED}" type="slidenum">
              <a:rPr lang="ar-SA" altLang="en-US"/>
              <a:pPr/>
              <a:t>‹#›</a:t>
            </a:fld>
            <a:endParaRPr lang="en-US" altLang="en-US"/>
          </a:p>
        </p:txBody>
      </p:sp>
    </p:spTree>
    <p:extLst>
      <p:ext uri="{BB962C8B-B14F-4D97-AF65-F5344CB8AC3E}">
        <p14:creationId xmlns:p14="http://schemas.microsoft.com/office/powerpoint/2010/main" val="176833146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CC0000"/>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138" r:id="rId1"/>
  </p:sldLayoutIdLst>
  <p:hf hdr="0" ftr="0" dt="0"/>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4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Clr>
          <a:srgbClr val="000000"/>
        </a:buClr>
        <a:buSzPct val="100000"/>
        <a:buFont typeface="Times New Roman" panose="02020603050405020304" pitchFamily="18" charset="0"/>
        <a:defRPr sz="2800">
          <a:solidFill>
            <a:srgbClr val="000000"/>
          </a:solidFill>
          <a:latin typeface="+mn-lt"/>
          <a:ea typeface="+mn-ea"/>
          <a:cs typeface="+mn-cs"/>
        </a:defRPr>
      </a:lvl1pPr>
      <a:lvl2pPr marL="742950" indent="-285750" algn="l" defTabSz="449263" rtl="0" eaLnBrk="0" fontAlgn="base" hangingPunct="0">
        <a:spcBef>
          <a:spcPts val="650"/>
        </a:spcBef>
        <a:spcAft>
          <a:spcPct val="0"/>
        </a:spcAft>
        <a:buClr>
          <a:srgbClr val="000000"/>
        </a:buClr>
        <a:buSzPct val="100000"/>
        <a:buFont typeface="Times New Roman" panose="02020603050405020304" pitchFamily="18" charset="0"/>
        <a:defRPr sz="2600">
          <a:solidFill>
            <a:srgbClr val="000000"/>
          </a:solidFill>
          <a:latin typeface="+mn-lt"/>
          <a:cs typeface="+mn-cs"/>
        </a:defRPr>
      </a:lvl2pPr>
      <a:lvl3pPr marL="1143000" indent="-228600" algn="l" defTabSz="449263" rtl="0" eaLnBrk="0" fontAlgn="base" hangingPunct="0">
        <a:spcBef>
          <a:spcPts val="575"/>
        </a:spcBef>
        <a:spcAft>
          <a:spcPct val="0"/>
        </a:spcAft>
        <a:buClr>
          <a:srgbClr val="000000"/>
        </a:buClr>
        <a:buSzPct val="100000"/>
        <a:buFont typeface="Times New Roman" panose="02020603050405020304" pitchFamily="18" charset="0"/>
        <a:defRPr sz="2300">
          <a:solidFill>
            <a:srgbClr val="000000"/>
          </a:solidFill>
          <a:latin typeface="+mn-lt"/>
          <a:cs typeface="+mn-cs"/>
        </a:defRPr>
      </a:lvl3pPr>
      <a:lvl4pPr marL="16002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4pPr>
      <a:lvl5pPr marL="2057400" indent="-228600" algn="l" defTabSz="449263" rtl="0" eaLnBrk="0" fontAlgn="base" hangingPunct="0">
        <a:spcBef>
          <a:spcPts val="500"/>
        </a:spcBef>
        <a:spcAft>
          <a:spcPct val="0"/>
        </a:spcAft>
        <a:buClr>
          <a:srgbClr val="000000"/>
        </a:buClr>
        <a:buSzPct val="100000"/>
        <a:buFont typeface="Times New Roman" panose="02020603050405020304" pitchFamily="18" charset="0"/>
        <a:defRPr sz="20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861B604B-6D9E-49C4-BD1A-C47FE120E993}"/>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AB38B11E-6EF1-4144-93E9-8FC1BE3FF43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139" r:id="rId1"/>
    <p:sldLayoutId id="2147484140" r:id="rId2"/>
  </p:sldLayoutIdLst>
  <p:hf hdr="0" ftr="0" dt="0"/>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mj-lt"/>
          <a:ea typeface="+mj-ea"/>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3200">
          <a:solidFill>
            <a:srgbClr val="330033"/>
          </a:solidFill>
          <a:latin typeface="Times New Roman" pitchFamily="16" charset="0"/>
          <a:cs typeface="Arial" charset="0"/>
        </a:defRPr>
      </a:lvl5pPr>
      <a:lvl6pPr marL="25146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6pPr>
      <a:lvl7pPr marL="29718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7pPr>
      <a:lvl8pPr marL="34290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8pPr>
      <a:lvl9pPr marL="3886200" indent="-228600" algn="l" defTabSz="449263" rtl="0" fontAlgn="base">
        <a:spcBef>
          <a:spcPct val="0"/>
        </a:spcBef>
        <a:spcAft>
          <a:spcPct val="0"/>
        </a:spcAft>
        <a:buClr>
          <a:srgbClr val="000000"/>
        </a:buClr>
        <a:buSzPct val="100000"/>
        <a:buFont typeface="Times New Roman" pitchFamily="16" charset="0"/>
        <a:defRPr sz="4200">
          <a:solidFill>
            <a:srgbClr val="330033"/>
          </a:solidFill>
          <a:latin typeface="Times New Roman" pitchFamily="16" charset="0"/>
          <a:cs typeface="Arial" charset="0"/>
        </a:defRPr>
      </a:lvl9pPr>
    </p:titleStyle>
    <p:bodyStyle>
      <a:lvl1pPr marL="342900" indent="-342900" algn="l" defTabSz="449263" rtl="0" eaLnBrk="0" fontAlgn="base" hangingPunct="0">
        <a:spcBef>
          <a:spcPts val="700"/>
        </a:spcBef>
        <a:spcAft>
          <a:spcPct val="0"/>
        </a:spcAft>
        <a:buSzPct val="100000"/>
        <a:buFont typeface="Wingdings" panose="05000000000000000000" pitchFamily="2" charset="2"/>
        <a:defRPr sz="2400">
          <a:solidFill>
            <a:srgbClr val="000000"/>
          </a:solidFill>
          <a:latin typeface="+mn-lt"/>
          <a:ea typeface="+mn-ea"/>
          <a:cs typeface="+mn-cs"/>
        </a:defRPr>
      </a:lvl1pPr>
      <a:lvl2pPr marL="914400" indent="-457200" algn="l" defTabSz="449263" rtl="0" eaLnBrk="0" fontAlgn="base" hangingPunct="0">
        <a:spcBef>
          <a:spcPts val="650"/>
        </a:spcBef>
        <a:spcAft>
          <a:spcPct val="0"/>
        </a:spcAft>
        <a:buSzPct val="100000"/>
        <a:buFont typeface="Wingdings" panose="05000000000000000000" pitchFamily="2" charset="2"/>
        <a:buChar char="§"/>
        <a:defRPr sz="2400">
          <a:solidFill>
            <a:srgbClr val="000000"/>
          </a:solidFill>
          <a:latin typeface="+mn-lt"/>
          <a:cs typeface="+mn-cs"/>
        </a:defRPr>
      </a:lvl2pPr>
      <a:lvl3pPr marL="1257300" indent="-342900" algn="l" defTabSz="449263" rtl="0" eaLnBrk="0" fontAlgn="base" hangingPunct="0">
        <a:spcBef>
          <a:spcPts val="575"/>
        </a:spcBef>
        <a:spcAft>
          <a:spcPct val="0"/>
        </a:spcAft>
        <a:buSzPct val="100000"/>
        <a:buFont typeface="Wingdings" panose="05000000000000000000" pitchFamily="2" charset="2"/>
        <a:buChar char="§"/>
        <a:defRPr sz="2400">
          <a:solidFill>
            <a:srgbClr val="000000"/>
          </a:solidFill>
          <a:latin typeface="+mn-lt"/>
          <a:cs typeface="+mn-cs"/>
        </a:defRPr>
      </a:lvl3pPr>
      <a:lvl4pPr marL="17145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4pPr>
      <a:lvl5pPr marL="2171700" indent="-342900" algn="l" defTabSz="449263" rtl="0" eaLnBrk="0" fontAlgn="base" hangingPunct="0">
        <a:spcBef>
          <a:spcPts val="500"/>
        </a:spcBef>
        <a:spcAft>
          <a:spcPct val="0"/>
        </a:spcAft>
        <a:buSzPct val="100000"/>
        <a:buFont typeface="Wingdings" panose="05000000000000000000" pitchFamily="2" charset="2"/>
        <a:buChar char="§"/>
        <a:defRPr sz="2400">
          <a:solidFill>
            <a:srgbClr val="000000"/>
          </a:solidFill>
          <a:latin typeface="+mn-lt"/>
          <a:cs typeface="+mn-cs"/>
        </a:defRPr>
      </a:lvl5pPr>
      <a:lvl6pPr marL="25146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6pPr>
      <a:lvl7pPr marL="29718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7pPr>
      <a:lvl8pPr marL="34290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8pPr>
      <a:lvl9pPr marL="3886200" indent="-228600" algn="l" defTabSz="449263" rtl="0" fontAlgn="base">
        <a:spcBef>
          <a:spcPts val="500"/>
        </a:spcBef>
        <a:spcAft>
          <a:spcPct val="0"/>
        </a:spcAft>
        <a:buClr>
          <a:srgbClr val="000000"/>
        </a:buClr>
        <a:buSzPct val="100000"/>
        <a:buFont typeface="Times New Roman" pitchFamily="16" charset="0"/>
        <a:defRPr sz="2000">
          <a:solidFill>
            <a:srgbClr val="000000"/>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4.wmf"/></Relationships>
</file>

<file path=ppt/slides/_rels/slide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7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7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slideLayout" Target="../slideLayouts/slideLayout2.xml"/><Relationship Id="rId5" Type="http://schemas.openxmlformats.org/officeDocument/2006/relationships/image" Target="../media/image56.wmf"/><Relationship Id="rId4" Type="http://schemas.openxmlformats.org/officeDocument/2006/relationships/image" Target="../media/image55.wmf"/></Relationships>
</file>

<file path=ppt/slides/_rels/slide88.x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59.wmf"/></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0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10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hyperlink" Target="https://istats.shinyapps.io/bootci/" TargetMode="External"/><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5">
            <a:extLst>
              <a:ext uri="{FF2B5EF4-FFF2-40B4-BE49-F238E27FC236}">
                <a16:creationId xmlns:a16="http://schemas.microsoft.com/office/drawing/2014/main" id="{57ECA8C6-DD8C-49C2-8374-86A4FBA737F1}"/>
              </a:ext>
            </a:extLst>
          </p:cNvPr>
          <p:cNvSpPr>
            <a:spLocks noGrp="1"/>
          </p:cNvSpPr>
          <p:nvPr>
            <p:ph type="ctrTitle"/>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dirty="0" err="1"/>
              <a:t>MScAE</a:t>
            </a:r>
            <a:r>
              <a:rPr lang="en-US" altLang="en-US" dirty="0"/>
              <a:t> &amp; </a:t>
            </a:r>
            <a:r>
              <a:rPr lang="en-US" altLang="en-US" dirty="0" err="1"/>
              <a:t>MScDABE</a:t>
            </a:r>
            <a:br>
              <a:rPr lang="en-US" altLang="en-US" dirty="0"/>
            </a:br>
            <a:r>
              <a:rPr lang="en-US" altLang="en-US" dirty="0"/>
              <a:t>Bridging Course</a:t>
            </a:r>
          </a:p>
        </p:txBody>
      </p:sp>
      <p:sp>
        <p:nvSpPr>
          <p:cNvPr id="6147" name="Subtitle 6">
            <a:extLst>
              <a:ext uri="{FF2B5EF4-FFF2-40B4-BE49-F238E27FC236}">
                <a16:creationId xmlns:a16="http://schemas.microsoft.com/office/drawing/2014/main" id="{50AEFDD0-0AF3-4E51-A00A-A7AA0E9317AC}"/>
              </a:ext>
            </a:extLst>
          </p:cNvPr>
          <p:cNvSpPr>
            <a:spLocks noGrp="1"/>
          </p:cNvSpPr>
          <p:nvPr>
            <p:ph type="subTitle" idx="1"/>
          </p:nvPr>
        </p:nvSpPr>
        <p:spPr bwMode="auto">
          <a:xfrm>
            <a:off x="996950" y="3273425"/>
            <a:ext cx="7772400" cy="2209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5400" dirty="0"/>
              <a:t>Statistics</a:t>
            </a:r>
          </a:p>
          <a:p>
            <a:endParaRPr lang="en-US" altLang="en-US" sz="4000" dirty="0"/>
          </a:p>
          <a:p>
            <a:r>
              <a:rPr lang="en-US" altLang="en-US" sz="3200" dirty="0"/>
              <a:t>By Cao, Kang Hua </a:t>
            </a:r>
            <a:r>
              <a:rPr lang="zh-CN" altLang="en-US" sz="3200" dirty="0">
                <a:ea typeface="宋体" panose="02010600030101010101" pitchFamily="2" charset="-122"/>
              </a:rPr>
              <a:t>（曹康华）</a:t>
            </a:r>
            <a:endParaRPr lang="en-US" altLang="en-US" sz="3200" dirty="0"/>
          </a:p>
        </p:txBody>
      </p:sp>
      <p:sp>
        <p:nvSpPr>
          <p:cNvPr id="6148" name="Slide Number Placeholder 1">
            <a:extLst>
              <a:ext uri="{FF2B5EF4-FFF2-40B4-BE49-F238E27FC236}">
                <a16:creationId xmlns:a16="http://schemas.microsoft.com/office/drawing/2014/main" id="{6E0ADA18-0312-4D69-BB0B-4953CC2F01C7}"/>
              </a:ext>
            </a:extLst>
          </p:cNvPr>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2576424-FEEC-478B-98EE-4FB453D743B4}" type="slidenum">
              <a:rPr lang="ar-SA" altLang="en-US"/>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038D02-62F0-4C8C-9EFF-157242CB1AD4}"/>
              </a:ext>
            </a:extLst>
          </p:cNvPr>
          <p:cNvSpPr/>
          <p:nvPr/>
        </p:nvSpPr>
        <p:spPr>
          <a:xfrm>
            <a:off x="1152525" y="2728913"/>
            <a:ext cx="6838950" cy="769937"/>
          </a:xfrm>
          <a:prstGeom prst="rect">
            <a:avLst/>
          </a:prstGeom>
        </p:spPr>
        <p:txBody>
          <a:bodyPr>
            <a:spAutoFit/>
          </a:bodyPr>
          <a:lstStyle/>
          <a:p>
            <a:pPr algn="ctr">
              <a:spcBef>
                <a:spcPts val="700"/>
              </a:spcBef>
              <a:buClr>
                <a:srgbClr val="000000"/>
              </a:buClr>
              <a:buSzPct val="100000"/>
              <a:buFont typeface="Times New Roman" pitchFamily="-80" charset="0"/>
              <a:buNone/>
              <a:defRPr/>
            </a:pPr>
            <a:r>
              <a:rPr lang="en-US" sz="4400" dirty="0">
                <a:solidFill>
                  <a:schemeClr val="tx1"/>
                </a:solidFill>
                <a:latin typeface="+mn-lt"/>
              </a:rPr>
              <a:t>Exploratory Data Analysis</a:t>
            </a:r>
            <a:endParaRPr lang="en-US" altLang="en-US" sz="4400" b="1" dirty="0">
              <a:solidFill>
                <a:schemeClr val="tx1"/>
              </a:solidFill>
              <a:latin typeface="+mn-lt"/>
            </a:endParaRPr>
          </a:p>
        </p:txBody>
      </p:sp>
      <p:sp>
        <p:nvSpPr>
          <p:cNvPr id="7171" name="Slide Number Placeholder 2">
            <a:extLst>
              <a:ext uri="{FF2B5EF4-FFF2-40B4-BE49-F238E27FC236}">
                <a16:creationId xmlns:a16="http://schemas.microsoft.com/office/drawing/2014/main" id="{E76820DD-FDB7-4F64-AC84-D2DD88B8EF9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DEDF462-3BB0-4888-9B3B-C6665B4DABAD}" type="slidenum">
              <a:rPr lang="en-US" altLang="en-US" smtClean="0"/>
              <a:pPr/>
              <a:t>2</a:t>
            </a:fld>
            <a:endParaRPr lang="en-US"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5">
            <a:extLst>
              <a:ext uri="{FF2B5EF4-FFF2-40B4-BE49-F238E27FC236}">
                <a16:creationId xmlns:a16="http://schemas.microsoft.com/office/drawing/2014/main" id="{FB6F2CAE-0F5A-497D-A395-A653D35E98ED}"/>
              </a:ext>
            </a:extLst>
          </p:cNvPr>
          <p:cNvSpPr>
            <a:spLocks noGrp="1" noChangeArrowheads="1"/>
          </p:cNvSpPr>
          <p:nvPr>
            <p:ph type="body" sz="quarter" idx="10"/>
          </p:nvPr>
        </p:nvSpPr>
        <p:spPr bwMode="auto">
          <a:xfrm>
            <a:off x="762000" y="1600200"/>
            <a:ext cx="83820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lnSpc>
                <a:spcPct val="80000"/>
              </a:lnSpc>
            </a:pPr>
            <a:r>
              <a:rPr lang="en-US" altLang="en-US" b="1" dirty="0"/>
              <a:t>Population</a:t>
            </a:r>
            <a:r>
              <a:rPr lang="en-US" altLang="en-US" dirty="0"/>
              <a:t>: The total set of subjects in which we are       </a:t>
            </a:r>
          </a:p>
          <a:p>
            <a:pPr marL="0" indent="0">
              <a:lnSpc>
                <a:spcPct val="80000"/>
              </a:lnSpc>
            </a:pPr>
            <a:r>
              <a:rPr lang="en-US" altLang="en-US" dirty="0"/>
              <a:t>                     interested</a:t>
            </a:r>
            <a:br>
              <a:rPr lang="en-US" altLang="en-US" dirty="0"/>
            </a:br>
            <a:endParaRPr lang="en-US" altLang="en-US" dirty="0"/>
          </a:p>
          <a:p>
            <a:pPr marL="0" indent="0">
              <a:lnSpc>
                <a:spcPct val="80000"/>
              </a:lnSpc>
            </a:pPr>
            <a:r>
              <a:rPr lang="en-US" altLang="en-US" b="1" dirty="0"/>
              <a:t>Sample</a:t>
            </a:r>
            <a:r>
              <a:rPr lang="en-US" altLang="en-US" dirty="0"/>
              <a:t>: Subset of the population for whom we have data</a:t>
            </a:r>
          </a:p>
          <a:p>
            <a:pPr marL="0" indent="0">
              <a:lnSpc>
                <a:spcPct val="80000"/>
              </a:lnSpc>
              <a:spcBef>
                <a:spcPct val="50000"/>
              </a:spcBef>
            </a:pPr>
            <a:endParaRPr lang="en-US" altLang="en-US" dirty="0"/>
          </a:p>
        </p:txBody>
      </p:sp>
      <p:sp>
        <p:nvSpPr>
          <p:cNvPr id="25603" name="Rectangle 4">
            <a:extLst>
              <a:ext uri="{FF2B5EF4-FFF2-40B4-BE49-F238E27FC236}">
                <a16:creationId xmlns:a16="http://schemas.microsoft.com/office/drawing/2014/main" id="{CA9272F0-ED72-4E3E-88E9-EF8B1035CFD9}"/>
              </a:ext>
            </a:extLst>
          </p:cNvPr>
          <p:cNvSpPr>
            <a:spLocks noGrp="1" noChangeArrowheads="1"/>
          </p:cNvSpPr>
          <p:nvPr>
            <p:ph type="title"/>
          </p:nvPr>
        </p:nvSpPr>
        <p:spPr bwMode="auto">
          <a:xfrm>
            <a:off x="762000" y="76200"/>
            <a:ext cx="7924800" cy="6556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r>
              <a:rPr lang="en-US" altLang="en-US" sz="2900" b="1" dirty="0">
                <a:solidFill>
                  <a:schemeClr val="tx1"/>
                </a:solidFill>
                <a:latin typeface="Arial" panose="020B0604020202020204" pitchFamily="34" charset="0"/>
              </a:rPr>
              <a:t>Population and Sample</a:t>
            </a:r>
          </a:p>
        </p:txBody>
      </p:sp>
      <p:sp>
        <p:nvSpPr>
          <p:cNvPr id="25604" name="Oval 2">
            <a:extLst>
              <a:ext uri="{FF2B5EF4-FFF2-40B4-BE49-F238E27FC236}">
                <a16:creationId xmlns:a16="http://schemas.microsoft.com/office/drawing/2014/main" id="{57E16062-5079-4E31-AD14-176ACB899D24}"/>
              </a:ext>
            </a:extLst>
          </p:cNvPr>
          <p:cNvSpPr>
            <a:spLocks noChangeArrowheads="1"/>
          </p:cNvSpPr>
          <p:nvPr/>
        </p:nvSpPr>
        <p:spPr bwMode="auto">
          <a:xfrm>
            <a:off x="2162175" y="3200400"/>
            <a:ext cx="4572000" cy="2797175"/>
          </a:xfrm>
          <a:prstGeom prst="ellipse">
            <a:avLst/>
          </a:prstGeom>
          <a:solidFill>
            <a:schemeClr val="accent1"/>
          </a:solidFill>
          <a:ln w="9525">
            <a:solidFill>
              <a:schemeClr val="tx1"/>
            </a:solidFill>
            <a:round/>
            <a:headEnd/>
            <a:tailEnd/>
          </a:ln>
        </p:spPr>
        <p:txBody>
          <a:bodyPr wrap="none" anchor="b"/>
          <a:lstStyle/>
          <a:p>
            <a:pPr algn="ctr"/>
            <a:endParaRPr lang="en-US" altLang="en-US">
              <a:solidFill>
                <a:schemeClr val="tx1"/>
              </a:solidFill>
            </a:endParaRPr>
          </a:p>
          <a:p>
            <a:pPr algn="ctr"/>
            <a:endParaRPr lang="en-US" altLang="en-US">
              <a:solidFill>
                <a:schemeClr val="tx1"/>
              </a:solidFill>
            </a:endParaRPr>
          </a:p>
          <a:p>
            <a:pPr algn="ctr"/>
            <a:r>
              <a:rPr lang="en-US" altLang="en-US">
                <a:solidFill>
                  <a:schemeClr val="tx1"/>
                </a:solidFill>
              </a:rPr>
              <a:t>Population</a:t>
            </a:r>
          </a:p>
        </p:txBody>
      </p:sp>
      <p:sp>
        <p:nvSpPr>
          <p:cNvPr id="25605" name="Rectangle 3">
            <a:extLst>
              <a:ext uri="{FF2B5EF4-FFF2-40B4-BE49-F238E27FC236}">
                <a16:creationId xmlns:a16="http://schemas.microsoft.com/office/drawing/2014/main" id="{1356B31B-562C-47D1-9974-8099571563E6}"/>
              </a:ext>
            </a:extLst>
          </p:cNvPr>
          <p:cNvSpPr>
            <a:spLocks noChangeArrowheads="1"/>
          </p:cNvSpPr>
          <p:nvPr/>
        </p:nvSpPr>
        <p:spPr bwMode="auto">
          <a:xfrm>
            <a:off x="4724400" y="3810000"/>
            <a:ext cx="1066800" cy="990600"/>
          </a:xfrm>
          <a:prstGeom prst="rect">
            <a:avLst/>
          </a:prstGeom>
          <a:solidFill>
            <a:srgbClr val="FFCC00"/>
          </a:solidFill>
          <a:ln w="9525">
            <a:solidFill>
              <a:schemeClr val="tx1"/>
            </a:solidFill>
            <a:miter lim="800000"/>
            <a:headEnd/>
            <a:tailEnd/>
          </a:ln>
        </p:spPr>
        <p:txBody>
          <a:bodyPr wrap="none" anchor="ctr"/>
          <a:lstStyle/>
          <a:p>
            <a:pPr algn="ctr"/>
            <a:r>
              <a:rPr lang="en-US" altLang="en-US" dirty="0">
                <a:solidFill>
                  <a:schemeClr val="tx1"/>
                </a:solidFill>
              </a:rPr>
              <a:t>Sample</a:t>
            </a:r>
          </a:p>
        </p:txBody>
      </p:sp>
      <p:sp>
        <p:nvSpPr>
          <p:cNvPr id="25606" name="Slide Number Placeholder 1">
            <a:extLst>
              <a:ext uri="{FF2B5EF4-FFF2-40B4-BE49-F238E27FC236}">
                <a16:creationId xmlns:a16="http://schemas.microsoft.com/office/drawing/2014/main" id="{3DC4224C-D6C9-4052-AC47-5644B561FF9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111E113-34D5-4EEE-88D9-8589F6562CDA}" type="slidenum">
              <a:rPr lang="en-US" altLang="en-US" smtClean="0"/>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a:extLst>
              <a:ext uri="{FF2B5EF4-FFF2-40B4-BE49-F238E27FC236}">
                <a16:creationId xmlns:a16="http://schemas.microsoft.com/office/drawing/2014/main" id="{9B52EC75-4768-450F-B530-09763AD93748}"/>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lnSpc>
                <a:spcPct val="90000"/>
              </a:lnSpc>
            </a:pPr>
            <a:r>
              <a:rPr lang="en-US" altLang="en-US" dirty="0"/>
              <a:t>The purpose was to predict the outcome of the 2010 state election in California.</a:t>
            </a:r>
            <a:endParaRPr lang="en-US" altLang="en-US" sz="800" dirty="0"/>
          </a:p>
          <a:p>
            <a:pPr marL="0" indent="0">
              <a:lnSpc>
                <a:spcPct val="90000"/>
              </a:lnSpc>
            </a:pPr>
            <a:endParaRPr lang="en-US" altLang="en-US" dirty="0"/>
          </a:p>
          <a:p>
            <a:pPr marL="0" indent="0">
              <a:lnSpc>
                <a:spcPct val="90000"/>
              </a:lnSpc>
            </a:pPr>
            <a:r>
              <a:rPr lang="en-US" altLang="en-US" dirty="0"/>
              <a:t>An exit poll sampled 3889 of the 9.5 million people who voted. </a:t>
            </a:r>
            <a:r>
              <a:rPr lang="en-US" altLang="en-US" sz="2500" dirty="0"/>
              <a:t>Define the sample and the population for this exit poll.</a:t>
            </a:r>
            <a:endParaRPr lang="en-US" altLang="en-US" sz="900" dirty="0"/>
          </a:p>
          <a:p>
            <a:pPr marL="0" indent="0">
              <a:lnSpc>
                <a:spcPct val="90000"/>
              </a:lnSpc>
            </a:pPr>
            <a:endParaRPr lang="en-US" altLang="en-US" sz="900" dirty="0"/>
          </a:p>
          <a:p>
            <a:pPr lvl="1">
              <a:lnSpc>
                <a:spcPct val="90000"/>
              </a:lnSpc>
            </a:pPr>
            <a:r>
              <a:rPr lang="en-US" altLang="en-US" dirty="0"/>
              <a:t>The </a:t>
            </a:r>
            <a:r>
              <a:rPr lang="en-US" altLang="en-US" i="1" dirty="0">
                <a:solidFill>
                  <a:schemeClr val="tx2"/>
                </a:solidFill>
              </a:rPr>
              <a:t>population</a:t>
            </a:r>
            <a:r>
              <a:rPr lang="en-US" altLang="en-US" dirty="0"/>
              <a:t> was the 9.5 million people who voted in the election.</a:t>
            </a:r>
          </a:p>
          <a:p>
            <a:pPr lvl="1">
              <a:lnSpc>
                <a:spcPct val="90000"/>
              </a:lnSpc>
            </a:pPr>
            <a:endParaRPr lang="en-US" altLang="en-US" dirty="0"/>
          </a:p>
          <a:p>
            <a:pPr lvl="1">
              <a:lnSpc>
                <a:spcPct val="90000"/>
              </a:lnSpc>
            </a:pPr>
            <a:r>
              <a:rPr lang="en-US" altLang="en-US" dirty="0"/>
              <a:t>The </a:t>
            </a:r>
            <a:r>
              <a:rPr lang="en-US" altLang="en-US" i="1" dirty="0">
                <a:solidFill>
                  <a:schemeClr val="tx2"/>
                </a:solidFill>
              </a:rPr>
              <a:t>sample</a:t>
            </a:r>
            <a:r>
              <a:rPr lang="en-US" altLang="en-US" dirty="0"/>
              <a:t> was the 3889 voters who were interviewed in the exit poll.</a:t>
            </a:r>
            <a:endParaRPr lang="en-US" altLang="en-US" sz="2200" dirty="0"/>
          </a:p>
        </p:txBody>
      </p:sp>
      <p:sp>
        <p:nvSpPr>
          <p:cNvPr id="17411" name="Rectangle 2">
            <a:extLst>
              <a:ext uri="{FF2B5EF4-FFF2-40B4-BE49-F238E27FC236}">
                <a16:creationId xmlns:a16="http://schemas.microsoft.com/office/drawing/2014/main" id="{0571F05E-9648-4A07-B0C4-0132B195C0AC}"/>
              </a:ext>
            </a:extLst>
          </p:cNvPr>
          <p:cNvSpPr>
            <a:spLocks noGrp="1" noChangeArrowheads="1"/>
          </p:cNvSpPr>
          <p:nvPr>
            <p:ph type="title"/>
          </p:nvPr>
        </p:nvSpPr>
        <p:spPr bwMode="auto">
          <a:xfrm>
            <a:off x="762000" y="106363"/>
            <a:ext cx="7924800" cy="655637"/>
          </a:xfrm>
        </p:spPr>
        <p:txBody>
          <a:bodyPr wrap="square" numCol="1" compatLnSpc="1">
            <a:prstTxWarp prst="textNoShape">
              <a:avLst/>
            </a:prstTxWarp>
            <a:normAutofit fontScale="90000"/>
          </a:bodyPr>
          <a:lstStyle/>
          <a:p>
            <a:pPr>
              <a:buFont typeface="Times New Roman" pitchFamily="-80" charset="0"/>
              <a:buNone/>
              <a:defRPr/>
            </a:pPr>
            <a:br>
              <a:rPr lang="en-US" sz="2800" dirty="0">
                <a:solidFill>
                  <a:schemeClr val="tx1"/>
                </a:solidFill>
              </a:rPr>
            </a:br>
            <a:r>
              <a:rPr lang="en-US" b="1" dirty="0">
                <a:solidFill>
                  <a:schemeClr val="tx1"/>
                </a:solidFill>
                <a:latin typeface="Arial" charset="0"/>
              </a:rPr>
              <a:t>Example: An Exit Poll</a:t>
            </a:r>
          </a:p>
        </p:txBody>
      </p:sp>
      <p:sp>
        <p:nvSpPr>
          <p:cNvPr id="27652" name="Slide Number Placeholder 1">
            <a:extLst>
              <a:ext uri="{FF2B5EF4-FFF2-40B4-BE49-F238E27FC236}">
                <a16:creationId xmlns:a16="http://schemas.microsoft.com/office/drawing/2014/main" id="{532E80BB-98EB-406B-A4F5-00A0D1A4431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6B4AD3-B457-44ED-86F8-15C390D14567}" type="slidenum">
              <a:rPr lang="en-US" altLang="en-US" smtClean="0"/>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BB0FA609-01C8-42D7-9DBF-9838A145EB4C}"/>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b="1"/>
              <a:t>Subjects </a:t>
            </a:r>
          </a:p>
          <a:p>
            <a:pPr lvl="1"/>
            <a:r>
              <a:rPr lang="en-US" altLang="en-US"/>
              <a:t>The entities that we measure in a </a:t>
            </a:r>
            <a:r>
              <a:rPr lang="en-US" altLang="en-US">
                <a:solidFill>
                  <a:schemeClr val="tx1"/>
                </a:solidFill>
              </a:rPr>
              <a:t>study</a:t>
            </a:r>
          </a:p>
          <a:p>
            <a:pPr lvl="1"/>
            <a:endParaRPr lang="en-US" altLang="en-US"/>
          </a:p>
          <a:p>
            <a:pPr lvl="1"/>
            <a:r>
              <a:rPr lang="en-US" altLang="en-US"/>
              <a:t>Subjects could be individuals, schools, countries,  or days.</a:t>
            </a:r>
          </a:p>
          <a:p>
            <a:pPr lvl="1">
              <a:buFont typeface="Wingdings" panose="05000000000000000000" pitchFamily="2" charset="2"/>
              <a:buNone/>
            </a:pPr>
            <a:endParaRPr lang="en-US" altLang="en-US"/>
          </a:p>
        </p:txBody>
      </p:sp>
      <p:sp>
        <p:nvSpPr>
          <p:cNvPr id="31746" name="Rectangle 2">
            <a:extLst>
              <a:ext uri="{FF2B5EF4-FFF2-40B4-BE49-F238E27FC236}">
                <a16:creationId xmlns:a16="http://schemas.microsoft.com/office/drawing/2014/main" id="{393229D5-6615-48ED-A5CC-7BD90536629D}"/>
              </a:ext>
            </a:extLst>
          </p:cNvPr>
          <p:cNvSpPr>
            <a:spLocks noGrp="1" noChangeArrowheads="1"/>
          </p:cNvSpPr>
          <p:nvPr>
            <p:ph type="title"/>
          </p:nvPr>
        </p:nvSpPr>
        <p:spPr>
          <a:xfrm>
            <a:off x="762000" y="152400"/>
            <a:ext cx="8153400" cy="990600"/>
          </a:xfrm>
        </p:spPr>
        <p:txBody>
          <a:bodyPr wrap="square" numCol="1" compatLnSpc="1">
            <a:prstTxWarp prst="textNoShape">
              <a:avLst/>
            </a:prstTxWarp>
            <a:normAutofit fontScale="90000"/>
          </a:bodyPr>
          <a:lstStyle/>
          <a:p>
            <a:pPr>
              <a:buFont typeface="Times New Roman" pitchFamily="-80" charset="0"/>
              <a:buNone/>
              <a:defRPr/>
            </a:pPr>
            <a:r>
              <a:rPr lang="en-US" b="1" dirty="0">
                <a:solidFill>
                  <a:schemeClr val="tx1"/>
                </a:solidFill>
                <a:latin typeface="Arial" charset="0"/>
              </a:rPr>
              <a:t>We Observe Samples but are Interested</a:t>
            </a:r>
            <a:br>
              <a:rPr lang="en-US" b="1" dirty="0">
                <a:solidFill>
                  <a:schemeClr val="tx1"/>
                </a:solidFill>
                <a:latin typeface="Arial" charset="0"/>
              </a:rPr>
            </a:br>
            <a:r>
              <a:rPr lang="en-US" b="1" dirty="0">
                <a:solidFill>
                  <a:schemeClr val="tx1"/>
                </a:solidFill>
                <a:latin typeface="Arial" charset="0"/>
              </a:rPr>
              <a:t>in Populations</a:t>
            </a:r>
          </a:p>
        </p:txBody>
      </p:sp>
      <p:sp>
        <p:nvSpPr>
          <p:cNvPr id="23556" name="Slide Number Placeholder 1">
            <a:extLst>
              <a:ext uri="{FF2B5EF4-FFF2-40B4-BE49-F238E27FC236}">
                <a16:creationId xmlns:a16="http://schemas.microsoft.com/office/drawing/2014/main" id="{EA8A5A94-15A2-4222-ABEA-1ED334901DDC}"/>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F83D889-F329-4AB1-B487-F5333919CF19}" type="slidenum">
              <a:rPr lang="en-US" altLang="en-US" smtClean="0"/>
              <a:pPr/>
              <a:t>5</a:t>
            </a:fld>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0751DAE1-2F3A-4087-B4F6-2E271EBC7DB6}"/>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lnSpc>
                <a:spcPct val="90000"/>
              </a:lnSpc>
            </a:pPr>
            <a:r>
              <a:rPr lang="en-US" altLang="en-US" dirty="0"/>
              <a:t>The information we gather with experiments and surveys is collectively called </a:t>
            </a:r>
            <a:r>
              <a:rPr lang="en-US" altLang="en-US" b="1" dirty="0">
                <a:solidFill>
                  <a:schemeClr val="tx1"/>
                </a:solidFill>
              </a:rPr>
              <a:t>data</a:t>
            </a:r>
            <a:r>
              <a:rPr lang="en-US" altLang="en-US" dirty="0">
                <a:solidFill>
                  <a:schemeClr val="tx1"/>
                </a:solidFill>
              </a:rPr>
              <a:t>. </a:t>
            </a:r>
          </a:p>
          <a:p>
            <a:pPr marL="0" indent="0">
              <a:lnSpc>
                <a:spcPct val="90000"/>
              </a:lnSpc>
            </a:pPr>
            <a:endParaRPr lang="en-US" altLang="en-US" dirty="0"/>
          </a:p>
          <a:p>
            <a:pPr marL="0" indent="0">
              <a:lnSpc>
                <a:spcPct val="90000"/>
              </a:lnSpc>
            </a:pPr>
            <a:r>
              <a:rPr lang="en-US" altLang="en-US" dirty="0"/>
              <a:t>Example: Experiment on low carbohydrate diet</a:t>
            </a:r>
          </a:p>
          <a:p>
            <a:pPr lvl="1">
              <a:lnSpc>
                <a:spcPct val="90000"/>
              </a:lnSpc>
            </a:pPr>
            <a:r>
              <a:rPr lang="en-US" altLang="en-US" dirty="0"/>
              <a:t>Data could be measurements on subjects before and after the </a:t>
            </a:r>
            <a:r>
              <a:rPr lang="en-US" altLang="en-US" dirty="0">
                <a:solidFill>
                  <a:schemeClr val="tx1"/>
                </a:solidFill>
              </a:rPr>
              <a:t>experiment.</a:t>
            </a:r>
          </a:p>
          <a:p>
            <a:pPr lvl="1">
              <a:lnSpc>
                <a:spcPct val="90000"/>
              </a:lnSpc>
            </a:pPr>
            <a:endParaRPr lang="en-US" altLang="en-US" dirty="0"/>
          </a:p>
          <a:p>
            <a:pPr marL="0" indent="0">
              <a:lnSpc>
                <a:spcPct val="90000"/>
              </a:lnSpc>
            </a:pPr>
            <a:r>
              <a:rPr lang="en-US" altLang="en-US" dirty="0"/>
              <a:t>Example: Survey on effectiveness of a TV ad</a:t>
            </a:r>
          </a:p>
          <a:p>
            <a:pPr lvl="1">
              <a:lnSpc>
                <a:spcPct val="90000"/>
              </a:lnSpc>
            </a:pPr>
            <a:r>
              <a:rPr lang="en-US" altLang="en-US" dirty="0"/>
              <a:t>Data could be percentage of people who went to Starbucks since the ad </a:t>
            </a:r>
            <a:r>
              <a:rPr lang="en-US" altLang="en-US" dirty="0">
                <a:solidFill>
                  <a:schemeClr val="tx1"/>
                </a:solidFill>
              </a:rPr>
              <a:t>aired.</a:t>
            </a:r>
          </a:p>
          <a:p>
            <a:pPr lvl="1">
              <a:lnSpc>
                <a:spcPct val="90000"/>
              </a:lnSpc>
            </a:pPr>
            <a:endParaRPr lang="en-US" altLang="en-US" dirty="0"/>
          </a:p>
        </p:txBody>
      </p:sp>
      <p:sp>
        <p:nvSpPr>
          <p:cNvPr id="28674" name="Rectangle 2">
            <a:extLst>
              <a:ext uri="{FF2B5EF4-FFF2-40B4-BE49-F238E27FC236}">
                <a16:creationId xmlns:a16="http://schemas.microsoft.com/office/drawing/2014/main" id="{34850F26-64DF-48FD-B969-19628F555983}"/>
              </a:ext>
            </a:extLst>
          </p:cNvPr>
          <p:cNvSpPr>
            <a:spLocks noGrp="1" noChangeArrowheads="1"/>
          </p:cNvSpPr>
          <p:nvPr>
            <p:ph type="title"/>
          </p:nvPr>
        </p:nvSpPr>
        <p:spPr>
          <a:xfrm>
            <a:off x="762000" y="76200"/>
            <a:ext cx="8153400" cy="639763"/>
          </a:xfrm>
        </p:spPr>
        <p:txBody>
          <a:bodyPr wrap="square" numCol="1" compatLnSpc="1">
            <a:prstTxWarp prst="textNoShape">
              <a:avLst/>
            </a:prstTxWarp>
            <a:normAutofit fontScale="90000"/>
          </a:bodyPr>
          <a:lstStyle/>
          <a:p>
            <a:pPr>
              <a:buFont typeface="Times New Roman" pitchFamily="-80" charset="0"/>
              <a:buNone/>
              <a:defRPr/>
            </a:pPr>
            <a:br>
              <a:rPr lang="en-US" sz="2900" dirty="0"/>
            </a:br>
            <a:br>
              <a:rPr lang="en-US" sz="2900" dirty="0"/>
            </a:br>
            <a:br>
              <a:rPr lang="en-US" sz="2900" dirty="0"/>
            </a:br>
            <a:r>
              <a:rPr lang="en-US" b="1" dirty="0">
                <a:solidFill>
                  <a:schemeClr val="tx1"/>
                </a:solidFill>
                <a:latin typeface="Arial" charset="0"/>
              </a:rPr>
              <a:t>Data and Examples of Collecting Data</a:t>
            </a:r>
            <a:endParaRPr lang="en-US" sz="2900" b="1" dirty="0">
              <a:solidFill>
                <a:schemeClr val="tx1"/>
              </a:solidFill>
              <a:latin typeface="Arial" charset="0"/>
            </a:endParaRPr>
          </a:p>
        </p:txBody>
      </p:sp>
      <p:sp>
        <p:nvSpPr>
          <p:cNvPr id="9220" name="Slide Number Placeholder 1">
            <a:extLst>
              <a:ext uri="{FF2B5EF4-FFF2-40B4-BE49-F238E27FC236}">
                <a16:creationId xmlns:a16="http://schemas.microsoft.com/office/drawing/2014/main" id="{5A719CAE-D2EB-41A3-AA62-D5E8D97BC53C}"/>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EF86119-E3E3-4CCF-98D8-8EB2B0FB650D}" type="slidenum">
              <a:rPr lang="en-US" altLang="en-US" smtClean="0"/>
              <a:pPr/>
              <a:t>6</a:t>
            </a:fld>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9527CAAD-DAA2-484F-A794-2B5A0807743D}"/>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b="1" dirty="0"/>
              <a:t>Statistics is the art and science of: </a:t>
            </a:r>
          </a:p>
          <a:p>
            <a:pPr marL="0" indent="0"/>
            <a:endParaRPr lang="en-US" altLang="en-US" b="1" dirty="0"/>
          </a:p>
          <a:p>
            <a:pPr lvl="1"/>
            <a:r>
              <a:rPr lang="en-US" altLang="en-US" dirty="0"/>
              <a:t>Designing studies</a:t>
            </a:r>
          </a:p>
          <a:p>
            <a:pPr lvl="1"/>
            <a:endParaRPr lang="en-US" altLang="en-US" dirty="0"/>
          </a:p>
          <a:p>
            <a:pPr lvl="1"/>
            <a:r>
              <a:rPr lang="en-US" altLang="en-US" dirty="0"/>
              <a:t>Analyzing the data produced by these studies </a:t>
            </a:r>
          </a:p>
          <a:p>
            <a:pPr lvl="1"/>
            <a:endParaRPr lang="en-US" altLang="en-US" dirty="0"/>
          </a:p>
          <a:p>
            <a:pPr lvl="1"/>
            <a:r>
              <a:rPr lang="en-US" altLang="en-US" dirty="0"/>
              <a:t>Translating data into knowledge and understanding of the world around us</a:t>
            </a:r>
          </a:p>
        </p:txBody>
      </p:sp>
      <p:sp>
        <p:nvSpPr>
          <p:cNvPr id="9219" name="Rectangle 2">
            <a:extLst>
              <a:ext uri="{FF2B5EF4-FFF2-40B4-BE49-F238E27FC236}">
                <a16:creationId xmlns:a16="http://schemas.microsoft.com/office/drawing/2014/main" id="{52DE3F64-303A-4E14-B269-AE4758F8BA41}"/>
              </a:ext>
            </a:extLst>
          </p:cNvPr>
          <p:cNvSpPr>
            <a:spLocks noGrp="1" noChangeArrowheads="1"/>
          </p:cNvSpPr>
          <p:nvPr>
            <p:ph type="title"/>
          </p:nvPr>
        </p:nvSpPr>
        <p:spPr bwMode="auto">
          <a:xfrm>
            <a:off x="762000" y="76200"/>
            <a:ext cx="7924800" cy="655638"/>
          </a:xfrm>
        </p:spPr>
        <p:txBody>
          <a:bodyPr wrap="square" numCol="1" compatLnSpc="1">
            <a:prstTxWarp prst="textNoShape">
              <a:avLst/>
            </a:prstTxWarp>
            <a:normAutofit fontScale="90000"/>
          </a:bodyPr>
          <a:lstStyle/>
          <a:p>
            <a:pPr>
              <a:buFont typeface="Times New Roman" pitchFamily="-80" charset="0"/>
              <a:buNone/>
              <a:defRPr/>
            </a:pPr>
            <a:br>
              <a:rPr lang="en-US" sz="2800" dirty="0"/>
            </a:br>
            <a:r>
              <a:rPr lang="en-US" b="1" dirty="0">
                <a:solidFill>
                  <a:schemeClr val="tx1"/>
                </a:solidFill>
                <a:latin typeface="Arial" charset="0"/>
              </a:rPr>
              <a:t>Define Statistics</a:t>
            </a:r>
          </a:p>
        </p:txBody>
      </p:sp>
      <p:sp>
        <p:nvSpPr>
          <p:cNvPr id="11268" name="Slide Number Placeholder 1">
            <a:extLst>
              <a:ext uri="{FF2B5EF4-FFF2-40B4-BE49-F238E27FC236}">
                <a16:creationId xmlns:a16="http://schemas.microsoft.com/office/drawing/2014/main" id="{3027FA3A-8DC7-446B-BD47-E6A284E82949}"/>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2D3F120-4BD8-4A44-9E53-009A1230542B}" type="slidenum">
              <a:rPr lang="en-US" altLang="en-US" smtClean="0"/>
              <a:pPr/>
              <a:t>7</a:t>
            </a:fld>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6F6A9C2E-7683-4BA9-B74D-32D52BB8099E}"/>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dirty="0"/>
              <a:t>The three </a:t>
            </a:r>
            <a:r>
              <a:rPr lang="en-US" altLang="en-US" b="1" dirty="0"/>
              <a:t>main components</a:t>
            </a:r>
            <a:r>
              <a:rPr lang="en-US" altLang="en-US" dirty="0"/>
              <a:t> of statistics for answering a statistical question:</a:t>
            </a:r>
          </a:p>
          <a:p>
            <a:pPr marL="0" indent="0"/>
            <a:endParaRPr lang="en-US" altLang="en-US" b="1" dirty="0"/>
          </a:p>
          <a:p>
            <a:pPr marL="0" indent="0">
              <a:buFont typeface="Wingdings" panose="05000000000000000000" pitchFamily="2" charset="2"/>
              <a:buChar char="§"/>
            </a:pPr>
            <a:r>
              <a:rPr lang="en-US" altLang="en-US" b="1" dirty="0"/>
              <a:t>   Design</a:t>
            </a:r>
            <a:r>
              <a:rPr lang="en-US" altLang="en-US" dirty="0"/>
              <a:t>: Planning how to obtain data</a:t>
            </a:r>
          </a:p>
          <a:p>
            <a:pPr marL="0" indent="0">
              <a:buFont typeface="Wingdings" panose="05000000000000000000" pitchFamily="2" charset="2"/>
              <a:buChar char="§"/>
            </a:pPr>
            <a:endParaRPr lang="en-US" altLang="en-US" dirty="0"/>
          </a:p>
          <a:p>
            <a:pPr marL="0" indent="0">
              <a:buFont typeface="Wingdings" panose="05000000000000000000" pitchFamily="2" charset="2"/>
              <a:buChar char="§"/>
            </a:pPr>
            <a:r>
              <a:rPr lang="en-US" altLang="en-US" b="1" dirty="0"/>
              <a:t>   Description</a:t>
            </a:r>
            <a:r>
              <a:rPr lang="en-US" altLang="en-US" dirty="0"/>
              <a:t>: Summarizing the data obtained</a:t>
            </a:r>
          </a:p>
          <a:p>
            <a:pPr marL="0" indent="0">
              <a:buFont typeface="Wingdings" panose="05000000000000000000" pitchFamily="2" charset="2"/>
              <a:buChar char="§"/>
            </a:pPr>
            <a:endParaRPr lang="en-US" altLang="en-US" dirty="0"/>
          </a:p>
          <a:p>
            <a:pPr marL="0" indent="0">
              <a:buFont typeface="Wingdings" panose="05000000000000000000" pitchFamily="2" charset="2"/>
              <a:buChar char="§"/>
            </a:pPr>
            <a:r>
              <a:rPr lang="en-US" altLang="en-US" b="1" dirty="0"/>
              <a:t>   Inference</a:t>
            </a:r>
            <a:r>
              <a:rPr lang="en-US" altLang="en-US" dirty="0"/>
              <a:t>: Making decisions and </a:t>
            </a:r>
            <a:r>
              <a:rPr lang="en-US" altLang="en-US" b="1" dirty="0"/>
              <a:t>predictions</a:t>
            </a:r>
          </a:p>
        </p:txBody>
      </p:sp>
      <p:sp>
        <p:nvSpPr>
          <p:cNvPr id="10243" name="Rectangle 2">
            <a:extLst>
              <a:ext uri="{FF2B5EF4-FFF2-40B4-BE49-F238E27FC236}">
                <a16:creationId xmlns:a16="http://schemas.microsoft.com/office/drawing/2014/main" id="{43A0DD6D-9B0B-4002-AB8C-98D11283095D}"/>
              </a:ext>
            </a:extLst>
          </p:cNvPr>
          <p:cNvSpPr>
            <a:spLocks noGrp="1" noChangeArrowheads="1"/>
          </p:cNvSpPr>
          <p:nvPr>
            <p:ph type="title"/>
          </p:nvPr>
        </p:nvSpPr>
        <p:spPr bwMode="auto">
          <a:xfrm>
            <a:off x="685800" y="76200"/>
            <a:ext cx="8458200" cy="533400"/>
          </a:xfrm>
        </p:spPr>
        <p:txBody>
          <a:bodyPr wrap="square" numCol="1" compatLnSpc="1">
            <a:prstTxWarp prst="textNoShape">
              <a:avLst/>
            </a:prstTxWarp>
            <a:normAutofit fontScale="90000"/>
          </a:bodyPr>
          <a:lstStyle/>
          <a:p>
            <a:pPr>
              <a:buFont typeface="Times New Roman" pitchFamily="-80" charset="0"/>
              <a:buNone/>
              <a:defRPr/>
            </a:pPr>
            <a:br>
              <a:rPr lang="en-US" sz="2800" dirty="0">
                <a:solidFill>
                  <a:schemeClr val="tx1"/>
                </a:solidFill>
              </a:rPr>
            </a:br>
            <a:r>
              <a:rPr lang="en-US" b="1" dirty="0">
                <a:solidFill>
                  <a:schemeClr val="tx1"/>
                </a:solidFill>
                <a:latin typeface="Arial" charset="0"/>
              </a:rPr>
              <a:t>Reasons for Using Statistical Methods</a:t>
            </a:r>
          </a:p>
        </p:txBody>
      </p:sp>
      <p:sp>
        <p:nvSpPr>
          <p:cNvPr id="13316" name="Slide Number Placeholder 1">
            <a:extLst>
              <a:ext uri="{FF2B5EF4-FFF2-40B4-BE49-F238E27FC236}">
                <a16:creationId xmlns:a16="http://schemas.microsoft.com/office/drawing/2014/main" id="{CD6F4A02-AD94-4D50-95C5-96140DBE2CF6}"/>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A502454-9476-4362-8393-5FCC50817B0A}" type="slidenum">
              <a:rPr lang="en-US" altLang="en-US" smtClean="0"/>
              <a:pPr/>
              <a:t>8</a:t>
            </a:fld>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a:extLst>
              <a:ext uri="{FF2B5EF4-FFF2-40B4-BE49-F238E27FC236}">
                <a16:creationId xmlns:a16="http://schemas.microsoft.com/office/drawing/2014/main" id="{30315794-04CC-4DF1-828C-739243546D55}"/>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609600" indent="-609600"/>
            <a:r>
              <a:rPr lang="en-US" altLang="en-US" b="1" dirty="0"/>
              <a:t>Design</a:t>
            </a:r>
            <a:r>
              <a:rPr lang="en-US" altLang="en-US" dirty="0"/>
              <a:t> questions:</a:t>
            </a:r>
          </a:p>
          <a:p>
            <a:pPr marL="990600" lvl="1" indent="-533400"/>
            <a:r>
              <a:rPr lang="en-US" altLang="en-US" sz="2200" dirty="0"/>
              <a:t>How to conduct the experiment, or</a:t>
            </a:r>
          </a:p>
          <a:p>
            <a:pPr marL="990600" lvl="1" indent="-533400"/>
            <a:r>
              <a:rPr lang="en-US" altLang="en-US" sz="2200" dirty="0"/>
              <a:t>How to select people for the survey to ensure trustworthy results</a:t>
            </a:r>
          </a:p>
          <a:p>
            <a:pPr marL="609600" indent="-609600"/>
            <a:endParaRPr lang="en-US" altLang="en-US" dirty="0"/>
          </a:p>
          <a:p>
            <a:pPr marL="609600" indent="-609600"/>
            <a:r>
              <a:rPr lang="en-US" altLang="en-US" dirty="0"/>
              <a:t>Examples:</a:t>
            </a:r>
          </a:p>
          <a:p>
            <a:pPr marL="990600" lvl="1" indent="-533400"/>
            <a:r>
              <a:rPr lang="en-US" altLang="en-US" sz="2200" dirty="0"/>
              <a:t>Planning the methods for data collection to study the effects of </a:t>
            </a:r>
            <a:r>
              <a:rPr lang="en-US" altLang="en-US" sz="2200" dirty="0">
                <a:solidFill>
                  <a:schemeClr val="tx1"/>
                </a:solidFill>
              </a:rPr>
              <a:t>Vitamin C</a:t>
            </a:r>
          </a:p>
          <a:p>
            <a:pPr marL="990600" lvl="1" indent="-533400"/>
            <a:r>
              <a:rPr lang="en-US" altLang="en-US" sz="2200" dirty="0"/>
              <a:t>For a marketing study, how do you select people for your survey so you’ll get data that provide accurate predictions about future sales?</a:t>
            </a:r>
          </a:p>
          <a:p>
            <a:pPr marL="990600" lvl="1" indent="-533400">
              <a:buFontTx/>
              <a:buNone/>
            </a:pPr>
            <a:endParaRPr lang="en-US" altLang="en-US" sz="2200" dirty="0"/>
          </a:p>
        </p:txBody>
      </p:sp>
      <p:sp>
        <p:nvSpPr>
          <p:cNvPr id="11267" name="Rectangle 2">
            <a:extLst>
              <a:ext uri="{FF2B5EF4-FFF2-40B4-BE49-F238E27FC236}">
                <a16:creationId xmlns:a16="http://schemas.microsoft.com/office/drawing/2014/main" id="{2E93D8E5-9966-49B6-B85B-D036F96F6267}"/>
              </a:ext>
            </a:extLst>
          </p:cNvPr>
          <p:cNvSpPr>
            <a:spLocks noGrp="1" noChangeArrowheads="1"/>
          </p:cNvSpPr>
          <p:nvPr>
            <p:ph type="title"/>
          </p:nvPr>
        </p:nvSpPr>
        <p:spPr bwMode="auto">
          <a:xfrm>
            <a:off x="762000" y="76200"/>
            <a:ext cx="7924800" cy="655638"/>
          </a:xfrm>
        </p:spPr>
        <p:txBody>
          <a:bodyPr wrap="square" numCol="1" compatLnSpc="1">
            <a:prstTxWarp prst="textNoShape">
              <a:avLst/>
            </a:prstTxWarp>
            <a:normAutofit fontScale="90000"/>
          </a:bodyPr>
          <a:lstStyle/>
          <a:p>
            <a:pPr>
              <a:buFont typeface="Times New Roman" pitchFamily="-80" charset="0"/>
              <a:buNone/>
              <a:defRPr/>
            </a:pPr>
            <a:br>
              <a:rPr lang="en-US" sz="2800" dirty="0"/>
            </a:br>
            <a:r>
              <a:rPr lang="en-US" b="1" dirty="0">
                <a:solidFill>
                  <a:schemeClr val="tx1"/>
                </a:solidFill>
                <a:latin typeface="Arial" charset="0"/>
              </a:rPr>
              <a:t>Design</a:t>
            </a:r>
          </a:p>
        </p:txBody>
      </p:sp>
      <p:sp>
        <p:nvSpPr>
          <p:cNvPr id="15364" name="Slide Number Placeholder 1">
            <a:extLst>
              <a:ext uri="{FF2B5EF4-FFF2-40B4-BE49-F238E27FC236}">
                <a16:creationId xmlns:a16="http://schemas.microsoft.com/office/drawing/2014/main" id="{47FBB83A-46DC-4B49-B9C7-00176CFE014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4A0FAEB-46F6-49AA-910B-85D5D9D1BD61}" type="slidenum">
              <a:rPr lang="en-US" altLang="en-US" smtClean="0"/>
              <a:pPr/>
              <a:t>9</a:t>
            </a:fld>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C61A0623-EDE5-4D09-8260-9D6D56572516}"/>
              </a:ext>
            </a:extLst>
          </p:cNvPr>
          <p:cNvSpPr>
            <a:spLocks noGrp="1" noChangeArrowheads="1"/>
          </p:cNvSpPr>
          <p:nvPr>
            <p:ph type="body" sz="quarter" idx="10"/>
          </p:nvPr>
        </p:nvSpPr>
        <p:spPr bwMode="auto">
          <a:xfrm>
            <a:off x="762000" y="1600200"/>
            <a:ext cx="7924800" cy="4479925"/>
          </a:xfrm>
        </p:spPr>
        <p:txBody>
          <a:bodyPr vert="horz" wrap="square" tIns="45720" bIns="45720" numCol="1" anchor="t" anchorCtr="0" compatLnSpc="1">
            <a:prstTxWarp prst="textNoShape">
              <a:avLst/>
            </a:prstTxWarp>
            <a:normAutofit lnSpcReduction="10000"/>
          </a:bodyPr>
          <a:lstStyle/>
          <a:p>
            <a:pPr marL="609600" indent="-609600">
              <a:buFont typeface="Wingdings" pitchFamily="-80" charset="2"/>
              <a:buNone/>
              <a:defRPr/>
            </a:pPr>
            <a:r>
              <a:rPr lang="en-US" b="1" dirty="0"/>
              <a:t>Description</a:t>
            </a:r>
            <a:r>
              <a:rPr lang="en-US" dirty="0"/>
              <a:t>:</a:t>
            </a:r>
          </a:p>
          <a:p>
            <a:pPr marL="990600" lvl="1" indent="-533400">
              <a:buFont typeface="Wingdings" pitchFamily="-80" charset="2"/>
              <a:buChar char="§"/>
              <a:defRPr/>
            </a:pPr>
            <a:r>
              <a:rPr lang="en-US" dirty="0"/>
              <a:t>Summarize the raw data and present it in a useful format (e.g., average, charts or </a:t>
            </a:r>
            <a:r>
              <a:rPr lang="en-US" dirty="0">
                <a:solidFill>
                  <a:schemeClr val="tx1"/>
                </a:solidFill>
              </a:rPr>
              <a:t>graphs).</a:t>
            </a:r>
          </a:p>
          <a:p>
            <a:pPr marL="609600" indent="-609600">
              <a:buFont typeface="Wingdings" pitchFamily="-80" charset="2"/>
              <a:buNone/>
              <a:defRPr/>
            </a:pPr>
            <a:endParaRPr lang="en-US" dirty="0"/>
          </a:p>
          <a:p>
            <a:pPr marL="609600" indent="-609600">
              <a:buFont typeface="Wingdings" pitchFamily="-80" charset="2"/>
              <a:buNone/>
              <a:defRPr/>
            </a:pPr>
            <a:r>
              <a:rPr lang="en-US" dirty="0"/>
              <a:t>Examples:</a:t>
            </a:r>
          </a:p>
          <a:p>
            <a:pPr marL="990600" lvl="1" indent="-533400">
              <a:buFont typeface="Wingdings" pitchFamily="-80" charset="2"/>
              <a:buChar char="§"/>
              <a:defRPr/>
            </a:pPr>
            <a:r>
              <a:rPr lang="en-US" dirty="0"/>
              <a:t>It is more informative to use a few numbers or a graph to summarize the data, such as an average amount of TV watched, or</a:t>
            </a:r>
          </a:p>
          <a:p>
            <a:pPr marL="990600" lvl="1" indent="-533400">
              <a:buFont typeface="Wingdings" pitchFamily="-80" charset="2"/>
              <a:buChar char="§"/>
              <a:defRPr/>
            </a:pPr>
            <a:r>
              <a:rPr lang="en-US" dirty="0"/>
              <a:t>A graph displaying how number of hours of TV watched per day relates to number of hours per week exercising.</a:t>
            </a:r>
          </a:p>
        </p:txBody>
      </p:sp>
      <p:sp>
        <p:nvSpPr>
          <p:cNvPr id="12291" name="Rectangle 2">
            <a:extLst>
              <a:ext uri="{FF2B5EF4-FFF2-40B4-BE49-F238E27FC236}">
                <a16:creationId xmlns:a16="http://schemas.microsoft.com/office/drawing/2014/main" id="{C273D762-F1A7-4838-A4C0-350A570FDD2B}"/>
              </a:ext>
            </a:extLst>
          </p:cNvPr>
          <p:cNvSpPr>
            <a:spLocks noGrp="1" noChangeArrowheads="1"/>
          </p:cNvSpPr>
          <p:nvPr>
            <p:ph type="title"/>
          </p:nvPr>
        </p:nvSpPr>
        <p:spPr bwMode="auto">
          <a:xfrm>
            <a:off x="762000" y="274638"/>
            <a:ext cx="8077200" cy="487362"/>
          </a:xfrm>
        </p:spPr>
        <p:txBody>
          <a:bodyPr wrap="square" numCol="1" compatLnSpc="1">
            <a:prstTxWarp prst="textNoShape">
              <a:avLst/>
            </a:prstTxWarp>
            <a:normAutofit fontScale="90000"/>
          </a:bodyPr>
          <a:lstStyle/>
          <a:p>
            <a:pPr>
              <a:buFont typeface="Times New Roman" pitchFamily="-80" charset="0"/>
              <a:buNone/>
              <a:defRPr/>
            </a:pPr>
            <a:r>
              <a:rPr lang="en-US" b="1" dirty="0">
                <a:solidFill>
                  <a:schemeClr val="tx1"/>
                </a:solidFill>
                <a:latin typeface="Arial" charset="0"/>
              </a:rPr>
              <a:t>Description</a:t>
            </a:r>
          </a:p>
        </p:txBody>
      </p:sp>
      <p:sp>
        <p:nvSpPr>
          <p:cNvPr id="17412" name="Slide Number Placeholder 1">
            <a:extLst>
              <a:ext uri="{FF2B5EF4-FFF2-40B4-BE49-F238E27FC236}">
                <a16:creationId xmlns:a16="http://schemas.microsoft.com/office/drawing/2014/main" id="{73AF5800-F012-408D-871B-15F22DE23ED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F0A5E2F-0B86-412D-BCD3-07A014BCC009}" type="slidenum">
              <a:rPr lang="en-US" altLang="en-US" smtClean="0"/>
              <a:pPr/>
              <a:t>10</a:t>
            </a:fld>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8A87ABEE-8F4F-45D3-A948-B8A26C071F8D}"/>
              </a:ext>
            </a:extLst>
          </p:cNvPr>
          <p:cNvSpPr>
            <a:spLocks noGrp="1" noChangeArrowheads="1"/>
          </p:cNvSpPr>
          <p:nvPr>
            <p:ph type="body" sz="quarter" idx="10"/>
          </p:nvPr>
        </p:nvSpPr>
        <p:spPr bwMode="auto">
          <a:xfrm>
            <a:off x="609600" y="1600200"/>
            <a:ext cx="8382000" cy="457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609600" indent="-609600">
              <a:lnSpc>
                <a:spcPct val="90000"/>
              </a:lnSpc>
            </a:pPr>
            <a:r>
              <a:rPr lang="en-US" altLang="en-US" b="1" dirty="0"/>
              <a:t>Inference</a:t>
            </a:r>
            <a:r>
              <a:rPr lang="en-US" altLang="en-US" dirty="0"/>
              <a:t>: Make decisions or predictions based on the data.</a:t>
            </a:r>
          </a:p>
          <a:p>
            <a:pPr marL="609600" indent="-609600">
              <a:lnSpc>
                <a:spcPct val="90000"/>
              </a:lnSpc>
            </a:pPr>
            <a:endParaRPr lang="en-US" altLang="en-US" dirty="0"/>
          </a:p>
          <a:p>
            <a:pPr marL="609600" indent="-609600">
              <a:lnSpc>
                <a:spcPct val="90000"/>
              </a:lnSpc>
            </a:pPr>
            <a:r>
              <a:rPr lang="en-US" altLang="en-US" dirty="0"/>
              <a:t>Examples:</a:t>
            </a:r>
          </a:p>
          <a:p>
            <a:pPr marL="990600" lvl="1" indent="-533400">
              <a:lnSpc>
                <a:spcPct val="90000"/>
              </a:lnSpc>
            </a:pPr>
            <a:r>
              <a:rPr lang="en-US" altLang="en-US" dirty="0"/>
              <a:t>Has there been global warming over the past decade?</a:t>
            </a:r>
          </a:p>
          <a:p>
            <a:pPr marL="990600" lvl="1" indent="-533400">
              <a:lnSpc>
                <a:spcPct val="90000"/>
              </a:lnSpc>
            </a:pPr>
            <a:endParaRPr lang="en-US" altLang="en-US" dirty="0"/>
          </a:p>
          <a:p>
            <a:pPr marL="990600" lvl="1" indent="-533400">
              <a:lnSpc>
                <a:spcPct val="90000"/>
              </a:lnSpc>
            </a:pPr>
            <a:r>
              <a:rPr lang="en-US" altLang="en-US" dirty="0"/>
              <a:t>Is having the death penalty as a possible punishment associated with a reduction in violent crime?</a:t>
            </a:r>
          </a:p>
          <a:p>
            <a:pPr marL="990600" lvl="1" indent="-533400">
              <a:lnSpc>
                <a:spcPct val="90000"/>
              </a:lnSpc>
            </a:pPr>
            <a:endParaRPr lang="en-US" altLang="en-US" dirty="0"/>
          </a:p>
          <a:p>
            <a:pPr marL="990600" lvl="1" indent="-533400">
              <a:lnSpc>
                <a:spcPct val="90000"/>
              </a:lnSpc>
            </a:pPr>
            <a:r>
              <a:rPr lang="en-US" altLang="en-US" dirty="0"/>
              <a:t>Does student performance in school depend on the amount of money spent per student, the size of the classes, or the teachers’ salaries?</a:t>
            </a:r>
          </a:p>
        </p:txBody>
      </p:sp>
      <p:sp>
        <p:nvSpPr>
          <p:cNvPr id="13315" name="Rectangle 2">
            <a:extLst>
              <a:ext uri="{FF2B5EF4-FFF2-40B4-BE49-F238E27FC236}">
                <a16:creationId xmlns:a16="http://schemas.microsoft.com/office/drawing/2014/main" id="{78B29272-E266-4E72-97C9-F5BFFEB5A281}"/>
              </a:ext>
            </a:extLst>
          </p:cNvPr>
          <p:cNvSpPr>
            <a:spLocks noGrp="1" noChangeArrowheads="1"/>
          </p:cNvSpPr>
          <p:nvPr>
            <p:ph type="title"/>
          </p:nvPr>
        </p:nvSpPr>
        <p:spPr bwMode="auto">
          <a:xfrm>
            <a:off x="762000" y="274638"/>
            <a:ext cx="8153400" cy="487362"/>
          </a:xfrm>
        </p:spPr>
        <p:txBody>
          <a:bodyPr wrap="square" numCol="1" compatLnSpc="1">
            <a:prstTxWarp prst="textNoShape">
              <a:avLst/>
            </a:prstTxWarp>
            <a:normAutofit fontScale="90000"/>
          </a:bodyPr>
          <a:lstStyle/>
          <a:p>
            <a:pPr>
              <a:buFont typeface="Times New Roman" pitchFamily="-80" charset="0"/>
              <a:buNone/>
              <a:defRPr/>
            </a:pPr>
            <a:br>
              <a:rPr lang="en-US" sz="2800" dirty="0"/>
            </a:br>
            <a:r>
              <a:rPr lang="en-US" b="1" dirty="0">
                <a:solidFill>
                  <a:schemeClr val="tx1"/>
                </a:solidFill>
                <a:latin typeface="Arial" charset="0"/>
              </a:rPr>
              <a:t>Inference</a:t>
            </a:r>
          </a:p>
        </p:txBody>
      </p:sp>
      <p:sp>
        <p:nvSpPr>
          <p:cNvPr id="19460" name="Slide Number Placeholder 1">
            <a:extLst>
              <a:ext uri="{FF2B5EF4-FFF2-40B4-BE49-F238E27FC236}">
                <a16:creationId xmlns:a16="http://schemas.microsoft.com/office/drawing/2014/main" id="{47231AC7-FE43-4782-8ECE-B6C6EA702A73}"/>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07C321C-5BEF-4B8D-BE2C-DEC69343DA9C}" type="slidenum">
              <a:rPr lang="en-US" altLang="en-US" smtClean="0"/>
              <a:pPr/>
              <a:t>11</a:t>
            </a:fld>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C0D91728-1E68-4BBF-8EE4-39EF74E2481F}"/>
              </a:ext>
            </a:extLst>
          </p:cNvPr>
          <p:cNvSpPr>
            <a:spLocks noGrp="1" noChangeArrowheads="1"/>
          </p:cNvSpPr>
          <p:nvPr>
            <p:ph type="body" sz="quarter" idx="10"/>
          </p:nvPr>
        </p:nvSpPr>
        <p:spPr bwMode="auto">
          <a:xfrm>
            <a:off x="609600" y="1563688"/>
            <a:ext cx="8382000" cy="4572000"/>
          </a:xfrm>
        </p:spPr>
        <p:txBody>
          <a:bodyPr vert="horz" wrap="square" tIns="45720" bIns="45720" numCol="1" anchor="t" anchorCtr="0" compatLnSpc="1">
            <a:prstTxWarp prst="textNoShape">
              <a:avLst/>
            </a:prstTxWarp>
          </a:bodyPr>
          <a:lstStyle/>
          <a:p>
            <a:pPr marL="609600" indent="-609600">
              <a:lnSpc>
                <a:spcPct val="90000"/>
              </a:lnSpc>
              <a:defRPr/>
            </a:pPr>
            <a:r>
              <a:rPr lang="en-US" altLang="en-US" b="1" dirty="0"/>
              <a:t>Probability</a:t>
            </a:r>
            <a:r>
              <a:rPr lang="en-US" altLang="en-US" dirty="0"/>
              <a:t>: A framework for quantifying how likely various possible outcomes </a:t>
            </a:r>
            <a:r>
              <a:rPr lang="en-US" altLang="en-US" dirty="0">
                <a:solidFill>
                  <a:schemeClr val="tx1"/>
                </a:solidFill>
              </a:rPr>
              <a:t>are.</a:t>
            </a:r>
          </a:p>
          <a:p>
            <a:pPr marL="609600" indent="-609600">
              <a:lnSpc>
                <a:spcPct val="90000"/>
              </a:lnSpc>
              <a:defRPr/>
            </a:pPr>
            <a:endParaRPr lang="en-US" altLang="en-US" dirty="0"/>
          </a:p>
          <a:p>
            <a:pPr marL="609600" indent="-609600">
              <a:lnSpc>
                <a:spcPct val="90000"/>
              </a:lnSpc>
              <a:defRPr/>
            </a:pPr>
            <a:r>
              <a:rPr lang="en-US" altLang="en-US" dirty="0"/>
              <a:t>Example:</a:t>
            </a:r>
          </a:p>
          <a:p>
            <a:pPr>
              <a:buFont typeface="Arial" panose="020B0604020202020204" pitchFamily="34" charset="0"/>
              <a:buChar char="•"/>
              <a:defRPr/>
            </a:pPr>
            <a:r>
              <a:rPr lang="en-US" dirty="0"/>
              <a:t>If Brown were actually going to lose the election (that is, if he were supported by less than half of all voters), what’s the chance that an exit poll of 3889 voters would show support by 53.1% of the voters?</a:t>
            </a:r>
          </a:p>
          <a:p>
            <a:pPr marL="0" indent="0">
              <a:defRPr/>
            </a:pPr>
            <a:endParaRPr lang="en-US" altLang="en-US" dirty="0"/>
          </a:p>
          <a:p>
            <a:pPr marL="990600" lvl="1" indent="-533400">
              <a:lnSpc>
                <a:spcPct val="90000"/>
              </a:lnSpc>
              <a:defRPr/>
            </a:pPr>
            <a:endParaRPr lang="en-US" altLang="en-US" dirty="0"/>
          </a:p>
        </p:txBody>
      </p:sp>
      <p:sp>
        <p:nvSpPr>
          <p:cNvPr id="13315" name="Rectangle 2">
            <a:extLst>
              <a:ext uri="{FF2B5EF4-FFF2-40B4-BE49-F238E27FC236}">
                <a16:creationId xmlns:a16="http://schemas.microsoft.com/office/drawing/2014/main" id="{CDD3B1B1-D7DC-428C-BBC2-E3C0FCC7150E}"/>
              </a:ext>
            </a:extLst>
          </p:cNvPr>
          <p:cNvSpPr>
            <a:spLocks noGrp="1" noChangeArrowheads="1"/>
          </p:cNvSpPr>
          <p:nvPr>
            <p:ph type="title"/>
          </p:nvPr>
        </p:nvSpPr>
        <p:spPr bwMode="auto">
          <a:xfrm>
            <a:off x="762000" y="274638"/>
            <a:ext cx="8153400" cy="487362"/>
          </a:xfrm>
        </p:spPr>
        <p:txBody>
          <a:bodyPr wrap="square" numCol="1" compatLnSpc="1">
            <a:prstTxWarp prst="textNoShape">
              <a:avLst/>
            </a:prstTxWarp>
            <a:normAutofit fontScale="90000"/>
          </a:bodyPr>
          <a:lstStyle/>
          <a:p>
            <a:pPr>
              <a:buFont typeface="Times New Roman" pitchFamily="-80" charset="0"/>
              <a:buNone/>
              <a:defRPr/>
            </a:pPr>
            <a:br>
              <a:rPr lang="en-US" sz="2800" dirty="0"/>
            </a:br>
            <a:r>
              <a:rPr lang="en-US" b="1" dirty="0">
                <a:solidFill>
                  <a:schemeClr val="tx1"/>
                </a:solidFill>
                <a:latin typeface="Arial" charset="0"/>
              </a:rPr>
              <a:t>Probability</a:t>
            </a:r>
          </a:p>
        </p:txBody>
      </p:sp>
      <p:sp>
        <p:nvSpPr>
          <p:cNvPr id="21508" name="Slide Number Placeholder 1">
            <a:extLst>
              <a:ext uri="{FF2B5EF4-FFF2-40B4-BE49-F238E27FC236}">
                <a16:creationId xmlns:a16="http://schemas.microsoft.com/office/drawing/2014/main" id="{23570CC3-2F25-43ED-8FDC-C2A3CA7DE816}"/>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5AA34DA-B28E-4DD9-9AE3-5949719AA26E}" type="slidenum">
              <a:rPr lang="en-US" altLang="en-US" smtClean="0"/>
              <a:pPr/>
              <a:t>12</a:t>
            </a:fld>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B3910184-1F07-4289-8754-53BBEC59E5B4}"/>
              </a:ext>
            </a:extLst>
          </p:cNvPr>
          <p:cNvSpPr>
            <a:spLocks noGrp="1" noChangeArrowheads="1"/>
          </p:cNvSpPr>
          <p:nvPr>
            <p:ph type="body" sz="quarter" idx="10"/>
          </p:nvPr>
        </p:nvSpPr>
        <p:spPr bwMode="auto">
          <a:xfrm>
            <a:off x="996696" y="1641348"/>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b="1" dirty="0"/>
              <a:t>Descriptive Statistics </a:t>
            </a:r>
            <a:r>
              <a:rPr lang="en-US" altLang="en-US" dirty="0"/>
              <a:t>refers to methods for summarizing the collected data. Summaries consist of graphs and numbers such as averages and percentages.</a:t>
            </a:r>
          </a:p>
          <a:p>
            <a:pPr marL="0" indent="0"/>
            <a:endParaRPr lang="en-US" altLang="en-US" dirty="0"/>
          </a:p>
          <a:p>
            <a:pPr marL="0" indent="0"/>
            <a:r>
              <a:rPr lang="en-US" altLang="en-US" b="1" dirty="0"/>
              <a:t>Inferential statistics </a:t>
            </a:r>
            <a:r>
              <a:rPr lang="en-US" altLang="en-US" dirty="0"/>
              <a:t>refers to methods of making decisions or predictions about a population based on data obtained from a sample of that population.</a:t>
            </a:r>
          </a:p>
        </p:txBody>
      </p:sp>
      <p:sp>
        <p:nvSpPr>
          <p:cNvPr id="29699" name="Rectangle 2">
            <a:extLst>
              <a:ext uri="{FF2B5EF4-FFF2-40B4-BE49-F238E27FC236}">
                <a16:creationId xmlns:a16="http://schemas.microsoft.com/office/drawing/2014/main" id="{9AF8BB08-46CC-484A-B433-E06ACF5FE5A2}"/>
              </a:ext>
            </a:extLst>
          </p:cNvPr>
          <p:cNvSpPr>
            <a:spLocks noGrp="1" noChangeArrowheads="1"/>
          </p:cNvSpPr>
          <p:nvPr>
            <p:ph type="title"/>
          </p:nvPr>
        </p:nvSpPr>
        <p:spPr bwMode="auto">
          <a:xfrm>
            <a:off x="741363" y="242888"/>
            <a:ext cx="8229600" cy="631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r>
              <a:rPr lang="en-US" altLang="en-US" sz="2900" b="1">
                <a:solidFill>
                  <a:schemeClr val="tx1"/>
                </a:solidFill>
                <a:latin typeface="Arial" panose="020B0604020202020204" pitchFamily="34" charset="0"/>
              </a:rPr>
              <a:t>Descriptive Statistics and Inferential Statistics</a:t>
            </a:r>
          </a:p>
        </p:txBody>
      </p:sp>
      <p:sp>
        <p:nvSpPr>
          <p:cNvPr id="29700" name="Slide Number Placeholder 1">
            <a:extLst>
              <a:ext uri="{FF2B5EF4-FFF2-40B4-BE49-F238E27FC236}">
                <a16:creationId xmlns:a16="http://schemas.microsoft.com/office/drawing/2014/main" id="{B40A2F97-36D3-4DED-AF83-88A1AC893C7C}"/>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46D9FCE-D630-406D-BBAF-D14E933D9028}" type="slidenum">
              <a:rPr lang="en-US" altLang="en-US" smtClean="0"/>
              <a:pPr/>
              <a:t>13</a:t>
            </a:fld>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559B00F-4168-4D99-932C-A9F4C57014AE}"/>
              </a:ext>
            </a:extLst>
          </p:cNvPr>
          <p:cNvSpPr>
            <a:spLocks noGrp="1" noChangeArrowheads="1"/>
          </p:cNvSpPr>
          <p:nvPr>
            <p:ph type="title"/>
          </p:nvPr>
        </p:nvSpPr>
        <p:spPr bwMode="auto">
          <a:xfrm>
            <a:off x="762000" y="76200"/>
            <a:ext cx="7924800" cy="731838"/>
          </a:xfrm>
        </p:spPr>
        <p:txBody>
          <a:bodyPr wrap="square" numCol="1" compatLnSpc="1">
            <a:prstTxWarp prst="textNoShape">
              <a:avLst/>
            </a:prstTxWarp>
            <a:normAutofit fontScale="90000"/>
          </a:bodyPr>
          <a:lstStyle/>
          <a:p>
            <a:pPr>
              <a:buFont typeface="Times New Roman" pitchFamily="-80" charset="0"/>
              <a:buNone/>
              <a:defRPr/>
            </a:pPr>
            <a:br>
              <a:rPr lang="en-US" sz="2800" dirty="0">
                <a:solidFill>
                  <a:schemeClr val="tx1"/>
                </a:solidFill>
              </a:rPr>
            </a:br>
            <a:r>
              <a:rPr lang="en-US" b="1" dirty="0">
                <a:solidFill>
                  <a:schemeClr val="tx1"/>
                </a:solidFill>
                <a:latin typeface="Arial" charset="0"/>
              </a:rPr>
              <a:t>Descriptive Statistics Example</a:t>
            </a:r>
          </a:p>
        </p:txBody>
      </p:sp>
      <p:sp>
        <p:nvSpPr>
          <p:cNvPr id="31747" name="TextBox 1">
            <a:extLst>
              <a:ext uri="{FF2B5EF4-FFF2-40B4-BE49-F238E27FC236}">
                <a16:creationId xmlns:a16="http://schemas.microsoft.com/office/drawing/2014/main" id="{E4F85FA4-4A33-49E5-99D4-7D653227212E}"/>
              </a:ext>
            </a:extLst>
          </p:cNvPr>
          <p:cNvSpPr txBox="1">
            <a:spLocks noChangeArrowheads="1"/>
          </p:cNvSpPr>
          <p:nvPr/>
        </p:nvSpPr>
        <p:spPr bwMode="auto">
          <a:xfrm>
            <a:off x="798513" y="5729288"/>
            <a:ext cx="7924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1.1 Educational Attainment, Based on a Sample of 78,000 Households in the 2013 Current Population Survey</a:t>
            </a:r>
            <a:r>
              <a:rPr lang="en-US" altLang="en-US" sz="1600">
                <a:solidFill>
                  <a:schemeClr val="tx1"/>
                </a:solidFill>
                <a:latin typeface="Arial" panose="020B0604020202020204" pitchFamily="34" charset="0"/>
              </a:rPr>
              <a:t>.</a:t>
            </a:r>
          </a:p>
        </p:txBody>
      </p:sp>
      <p:pic>
        <p:nvPicPr>
          <p:cNvPr id="31748" name="Picture 1">
            <a:extLst>
              <a:ext uri="{FF2B5EF4-FFF2-40B4-BE49-F238E27FC236}">
                <a16:creationId xmlns:a16="http://schemas.microsoft.com/office/drawing/2014/main" id="{28844E80-E949-4EDC-B4BD-1B606A4B5C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1363" y="1485900"/>
            <a:ext cx="7626350" cy="407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9" name="Slide Number Placeholder 1">
            <a:extLst>
              <a:ext uri="{FF2B5EF4-FFF2-40B4-BE49-F238E27FC236}">
                <a16:creationId xmlns:a16="http://schemas.microsoft.com/office/drawing/2014/main" id="{BAC25B52-44E9-4C34-85EA-751F62190E70}"/>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C85DDD3-89B7-4E5F-985B-EE290ABC2D1A}" type="slidenum">
              <a:rPr lang="en-US" altLang="en-US" smtClean="0"/>
              <a:pPr/>
              <a:t>14</a:t>
            </a:fld>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a:extLst>
              <a:ext uri="{FF2B5EF4-FFF2-40B4-BE49-F238E27FC236}">
                <a16:creationId xmlns:a16="http://schemas.microsoft.com/office/drawing/2014/main" id="{06CC776B-8AEC-4501-9932-D5BE8A56DEE7}"/>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dirty="0"/>
              <a:t>Suppose we’d like to know what people think about controls over the sales of handguns. We can study results from a recent poll of 834 Florida residents.</a:t>
            </a:r>
          </a:p>
          <a:p>
            <a:pPr marL="0" indent="0"/>
            <a:endParaRPr lang="en-US" altLang="en-US" dirty="0"/>
          </a:p>
          <a:p>
            <a:pPr marL="0" indent="0">
              <a:buFont typeface="Wingdings" panose="05000000000000000000" pitchFamily="2" charset="2"/>
              <a:buChar char="§"/>
            </a:pPr>
            <a:r>
              <a:rPr lang="en-US" altLang="en-US" dirty="0"/>
              <a:t>   In that poll, 54.0% of the sampled subjects said they  </a:t>
            </a:r>
          </a:p>
          <a:p>
            <a:pPr marL="0" indent="0"/>
            <a:r>
              <a:rPr lang="en-US" altLang="en-US" dirty="0"/>
              <a:t>     favored controls over the sales of handguns.</a:t>
            </a:r>
          </a:p>
          <a:p>
            <a:pPr marL="0" indent="0">
              <a:buFont typeface="Wingdings" panose="05000000000000000000" pitchFamily="2" charset="2"/>
              <a:buChar char="§"/>
            </a:pPr>
            <a:endParaRPr lang="en-US" altLang="en-US" dirty="0"/>
          </a:p>
          <a:p>
            <a:pPr marL="0" indent="0">
              <a:buFont typeface="Wingdings" panose="05000000000000000000" pitchFamily="2" charset="2"/>
              <a:buChar char="§"/>
            </a:pPr>
            <a:r>
              <a:rPr lang="en-US" altLang="en-US" dirty="0"/>
              <a:t>   We are 95% confident that the percentage of all adult    </a:t>
            </a:r>
          </a:p>
          <a:p>
            <a:pPr marL="0" indent="0"/>
            <a:r>
              <a:rPr lang="en-US" altLang="en-US" dirty="0"/>
              <a:t>     Floridians favoring control over sales of handguns falls   </a:t>
            </a:r>
          </a:p>
          <a:p>
            <a:pPr marL="0" indent="0"/>
            <a:r>
              <a:rPr lang="en-US" altLang="en-US" dirty="0"/>
              <a:t>     between 49.6% and 57.4%.</a:t>
            </a:r>
          </a:p>
        </p:txBody>
      </p:sp>
      <p:sp>
        <p:nvSpPr>
          <p:cNvPr id="20483" name="Rectangle 2">
            <a:extLst>
              <a:ext uri="{FF2B5EF4-FFF2-40B4-BE49-F238E27FC236}">
                <a16:creationId xmlns:a16="http://schemas.microsoft.com/office/drawing/2014/main" id="{8526C211-6A29-4962-8A02-CD0931256322}"/>
              </a:ext>
            </a:extLst>
          </p:cNvPr>
          <p:cNvSpPr>
            <a:spLocks noGrp="1" noChangeArrowheads="1"/>
          </p:cNvSpPr>
          <p:nvPr>
            <p:ph type="title"/>
          </p:nvPr>
        </p:nvSpPr>
        <p:spPr bwMode="auto">
          <a:xfrm>
            <a:off x="762000" y="76200"/>
            <a:ext cx="7924800" cy="731838"/>
          </a:xfrm>
        </p:spPr>
        <p:txBody>
          <a:bodyPr wrap="square" numCol="1" compatLnSpc="1">
            <a:prstTxWarp prst="textNoShape">
              <a:avLst/>
            </a:prstTxWarp>
            <a:normAutofit fontScale="90000"/>
          </a:bodyPr>
          <a:lstStyle/>
          <a:p>
            <a:pPr>
              <a:buFont typeface="Times New Roman" pitchFamily="-80" charset="0"/>
              <a:buNone/>
              <a:defRPr/>
            </a:pPr>
            <a:br>
              <a:rPr lang="en-US" sz="2800" dirty="0">
                <a:solidFill>
                  <a:schemeClr val="tx1"/>
                </a:solidFill>
              </a:rPr>
            </a:br>
            <a:r>
              <a:rPr lang="en-US" b="1" dirty="0">
                <a:solidFill>
                  <a:schemeClr val="tx1"/>
                </a:solidFill>
                <a:latin typeface="Arial" charset="0"/>
              </a:rPr>
              <a:t>Inferential Statistics Example</a:t>
            </a:r>
          </a:p>
        </p:txBody>
      </p:sp>
      <p:sp>
        <p:nvSpPr>
          <p:cNvPr id="33796" name="Slide Number Placeholder 1">
            <a:extLst>
              <a:ext uri="{FF2B5EF4-FFF2-40B4-BE49-F238E27FC236}">
                <a16:creationId xmlns:a16="http://schemas.microsoft.com/office/drawing/2014/main" id="{C4FA487A-B351-4E1D-91F9-B05B61289027}"/>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BF960E4-3D10-49BD-B6AA-B34620D1DA4E}" type="slidenum">
              <a:rPr lang="en-US" altLang="en-US" smtClean="0"/>
              <a:pPr/>
              <a:t>15</a:t>
            </a:fld>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4F3274A1-C92E-4837-B857-48F9C8ED8302}"/>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dirty="0"/>
              <a:t>A </a:t>
            </a:r>
            <a:r>
              <a:rPr lang="en-US" altLang="en-US" b="1" dirty="0"/>
              <a:t>parameter</a:t>
            </a:r>
            <a:r>
              <a:rPr lang="en-US" altLang="en-US" dirty="0"/>
              <a:t> is a numerical summary of the population. </a:t>
            </a:r>
          </a:p>
          <a:p>
            <a:pPr marL="0" indent="0"/>
            <a:endParaRPr lang="en-US" altLang="en-US" dirty="0">
              <a:cs typeface="Times New Roman" panose="02020603050405020304" pitchFamily="18" charset="0"/>
            </a:endParaRPr>
          </a:p>
          <a:p>
            <a:pPr marL="0" indent="0"/>
            <a:r>
              <a:rPr lang="en-US" altLang="en-US" dirty="0">
                <a:cs typeface="Times New Roman" panose="02020603050405020304" pitchFamily="18" charset="0"/>
              </a:rPr>
              <a:t>Example: Percentage of the population of all Florida residents favoring handgun </a:t>
            </a:r>
            <a:r>
              <a:rPr lang="en-US" altLang="en-US" dirty="0">
                <a:solidFill>
                  <a:schemeClr val="tx1"/>
                </a:solidFill>
                <a:cs typeface="Times New Roman" panose="02020603050405020304" pitchFamily="18" charset="0"/>
              </a:rPr>
              <a:t>control</a:t>
            </a:r>
          </a:p>
          <a:p>
            <a:pPr marL="0" indent="0"/>
            <a:endParaRPr lang="en-US" altLang="en-US" dirty="0"/>
          </a:p>
          <a:p>
            <a:pPr marL="0" indent="0"/>
            <a:r>
              <a:rPr lang="en-US" altLang="en-US" dirty="0"/>
              <a:t>A </a:t>
            </a:r>
            <a:r>
              <a:rPr lang="en-US" altLang="en-US" b="1" dirty="0"/>
              <a:t>statistic</a:t>
            </a:r>
            <a:r>
              <a:rPr lang="en-US" altLang="en-US" dirty="0"/>
              <a:t> is a numerical summary of a sample taken from the population.</a:t>
            </a:r>
          </a:p>
          <a:p>
            <a:pPr marL="0" indent="0"/>
            <a:endParaRPr lang="en-US" altLang="en-US" dirty="0">
              <a:cs typeface="Times New Roman" panose="02020603050405020304" pitchFamily="18" charset="0"/>
            </a:endParaRPr>
          </a:p>
          <a:p>
            <a:pPr marL="0" indent="0"/>
            <a:r>
              <a:rPr lang="en-US" altLang="en-US" dirty="0">
                <a:cs typeface="Times New Roman" panose="02020603050405020304" pitchFamily="18" charset="0"/>
              </a:rPr>
              <a:t>Example: </a:t>
            </a:r>
            <a:r>
              <a:rPr lang="en-US" altLang="en-US" dirty="0"/>
              <a:t>54.0% of the sampled subjects said they  </a:t>
            </a:r>
          </a:p>
          <a:p>
            <a:pPr marL="0" indent="0"/>
            <a:r>
              <a:rPr lang="en-US" altLang="en-US" dirty="0"/>
              <a:t>favored controls over the sales of handguns</a:t>
            </a:r>
            <a:r>
              <a:rPr lang="en-US" altLang="en-US" dirty="0">
                <a:cs typeface="Times New Roman" panose="02020603050405020304" pitchFamily="18" charset="0"/>
              </a:rPr>
              <a:t>.</a:t>
            </a:r>
          </a:p>
        </p:txBody>
      </p:sp>
      <p:sp>
        <p:nvSpPr>
          <p:cNvPr id="21507" name="Rectangle 2">
            <a:extLst>
              <a:ext uri="{FF2B5EF4-FFF2-40B4-BE49-F238E27FC236}">
                <a16:creationId xmlns:a16="http://schemas.microsoft.com/office/drawing/2014/main" id="{EB024E10-0A6E-41D2-8E1D-1A1ECE6A0546}"/>
              </a:ext>
            </a:extLst>
          </p:cNvPr>
          <p:cNvSpPr>
            <a:spLocks noGrp="1" noChangeArrowheads="1"/>
          </p:cNvSpPr>
          <p:nvPr>
            <p:ph type="title"/>
          </p:nvPr>
        </p:nvSpPr>
        <p:spPr bwMode="auto">
          <a:xfrm>
            <a:off x="781050" y="165100"/>
            <a:ext cx="8077200" cy="631825"/>
          </a:xfrm>
        </p:spPr>
        <p:txBody>
          <a:bodyPr wrap="square" numCol="1" compatLnSpc="1">
            <a:prstTxWarp prst="textNoShape">
              <a:avLst/>
            </a:prstTxWarp>
            <a:normAutofit fontScale="90000"/>
          </a:bodyPr>
          <a:lstStyle/>
          <a:p>
            <a:pPr>
              <a:buFont typeface="Times New Roman" pitchFamily="-80" charset="0"/>
              <a:buNone/>
              <a:defRPr/>
            </a:pPr>
            <a:r>
              <a:rPr lang="en-US" b="1" dirty="0">
                <a:solidFill>
                  <a:schemeClr val="tx1"/>
                </a:solidFill>
                <a:latin typeface="Arial" charset="0"/>
              </a:rPr>
              <a:t>Sample Statistics and Population Parameters</a:t>
            </a:r>
          </a:p>
        </p:txBody>
      </p:sp>
      <p:sp>
        <p:nvSpPr>
          <p:cNvPr id="35844" name="Slide Number Placeholder 1">
            <a:extLst>
              <a:ext uri="{FF2B5EF4-FFF2-40B4-BE49-F238E27FC236}">
                <a16:creationId xmlns:a16="http://schemas.microsoft.com/office/drawing/2014/main" id="{371AF224-6D01-4631-8B19-593429D5888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6942BFD-4203-4089-AA27-911F8D57FFFE}" type="slidenum">
              <a:rPr lang="en-US" altLang="en-US" smtClean="0"/>
              <a:pPr/>
              <a:t>16</a:t>
            </a:fld>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C2DC1FA8-5BB7-42CB-8260-F40C1642E352}"/>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i="1"/>
              <a:t>Random sampling</a:t>
            </a:r>
            <a:r>
              <a:rPr lang="en-US" altLang="en-US"/>
              <a:t> allows us to make powerful inferences about populations.</a:t>
            </a:r>
          </a:p>
          <a:p>
            <a:pPr marL="0" indent="0"/>
            <a:endParaRPr lang="en-US" altLang="en-US"/>
          </a:p>
          <a:p>
            <a:pPr marL="0" indent="0"/>
            <a:r>
              <a:rPr lang="en-US" altLang="en-US" i="1"/>
              <a:t>Randomness</a:t>
            </a:r>
            <a:r>
              <a:rPr lang="en-US" altLang="en-US"/>
              <a:t> is also crucial to performing experiments well.</a:t>
            </a:r>
          </a:p>
        </p:txBody>
      </p:sp>
      <p:sp>
        <p:nvSpPr>
          <p:cNvPr id="37891" name="Rectangle 2">
            <a:extLst>
              <a:ext uri="{FF2B5EF4-FFF2-40B4-BE49-F238E27FC236}">
                <a16:creationId xmlns:a16="http://schemas.microsoft.com/office/drawing/2014/main" id="{CDB9BBB2-A83B-40D2-A4C8-1A9C13DC304B}"/>
              </a:ext>
            </a:extLst>
          </p:cNvPr>
          <p:cNvSpPr>
            <a:spLocks noGrp="1" noChangeArrowheads="1"/>
          </p:cNvSpPr>
          <p:nvPr>
            <p:ph type="title"/>
          </p:nvPr>
        </p:nvSpPr>
        <p:spPr bwMode="auto">
          <a:xfrm>
            <a:off x="762000" y="76200"/>
            <a:ext cx="80010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r>
              <a:rPr lang="en-US" altLang="en-US" b="1">
                <a:solidFill>
                  <a:schemeClr val="tx1"/>
                </a:solidFill>
                <a:latin typeface="Arial" panose="020B0604020202020204" pitchFamily="34" charset="0"/>
              </a:rPr>
              <a:t>Randomness and Variability</a:t>
            </a:r>
          </a:p>
        </p:txBody>
      </p:sp>
      <p:sp>
        <p:nvSpPr>
          <p:cNvPr id="37892" name="Slide Number Placeholder 1">
            <a:extLst>
              <a:ext uri="{FF2B5EF4-FFF2-40B4-BE49-F238E27FC236}">
                <a16:creationId xmlns:a16="http://schemas.microsoft.com/office/drawing/2014/main" id="{D29E90BF-4C9E-4DC1-9777-93C7E489C3D8}"/>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ADBE6D9-17B4-4DF8-BFB1-5AD71562F1CA}" type="slidenum">
              <a:rPr lang="en-US" altLang="en-US" smtClean="0"/>
              <a:pPr/>
              <a:t>17</a:t>
            </a:fld>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20003894-1A3B-49AE-8812-CE35AFCE5E60}"/>
              </a:ext>
            </a:extLst>
          </p:cNvPr>
          <p:cNvSpPr>
            <a:spLocks noGrp="1" noChangeArrowheads="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a:t>Measurements may vary from person to person, and just as people vary, so do samples vary. Measurements may vary from sample to sample.</a:t>
            </a:r>
          </a:p>
          <a:p>
            <a:pPr marL="0" indent="0"/>
            <a:endParaRPr lang="en-US" altLang="en-US"/>
          </a:p>
          <a:p>
            <a:pPr marL="0" indent="0"/>
            <a:r>
              <a:rPr lang="en-US" altLang="en-US"/>
              <a:t>Predictions will</a:t>
            </a:r>
            <a:r>
              <a:rPr lang="en-US" altLang="en-US">
                <a:solidFill>
                  <a:schemeClr val="tx1"/>
                </a:solidFill>
              </a:rPr>
              <a:t>, therefore, </a:t>
            </a:r>
            <a:r>
              <a:rPr lang="en-US" altLang="en-US"/>
              <a:t>be more accurate for larger samples.</a:t>
            </a:r>
          </a:p>
        </p:txBody>
      </p:sp>
      <p:sp>
        <p:nvSpPr>
          <p:cNvPr id="39939" name="Rectangle 2">
            <a:extLst>
              <a:ext uri="{FF2B5EF4-FFF2-40B4-BE49-F238E27FC236}">
                <a16:creationId xmlns:a16="http://schemas.microsoft.com/office/drawing/2014/main" id="{C8E9F9CF-89AC-461B-AB4D-825F08F0199D}"/>
              </a:ext>
            </a:extLst>
          </p:cNvPr>
          <p:cNvSpPr>
            <a:spLocks noChangeArrowheads="1"/>
          </p:cNvSpPr>
          <p:nvPr/>
        </p:nvSpPr>
        <p:spPr bwMode="auto">
          <a:xfrm>
            <a:off x="762000" y="7620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a:tabLst>
                <a:tab pos="3767138" algn="l"/>
              </a:tabLst>
              <a:defRPr sz="2400">
                <a:solidFill>
                  <a:schemeClr val="bg1"/>
                </a:solidFill>
                <a:latin typeface="Times New Roman" panose="02020603050405020304" pitchFamily="18" charset="0"/>
                <a:ea typeface="Microsoft YaHei" panose="020B0503020204020204" pitchFamily="34" charset="-122"/>
              </a:defRPr>
            </a:lvl1pPr>
            <a:lvl2pPr>
              <a:tabLst>
                <a:tab pos="3767138" algn="l"/>
              </a:tabLst>
              <a:defRPr sz="2400">
                <a:solidFill>
                  <a:schemeClr val="bg1"/>
                </a:solidFill>
                <a:latin typeface="Times New Roman" panose="02020603050405020304" pitchFamily="18" charset="0"/>
                <a:ea typeface="Microsoft YaHei" panose="020B0503020204020204" pitchFamily="34" charset="-122"/>
              </a:defRPr>
            </a:lvl2pPr>
            <a:lvl3pPr>
              <a:tabLst>
                <a:tab pos="3767138" algn="l"/>
              </a:tabLst>
              <a:defRPr sz="2400">
                <a:solidFill>
                  <a:schemeClr val="bg1"/>
                </a:solidFill>
                <a:latin typeface="Times New Roman" panose="02020603050405020304" pitchFamily="18" charset="0"/>
                <a:ea typeface="Microsoft YaHei" panose="020B0503020204020204" pitchFamily="34" charset="-122"/>
              </a:defRPr>
            </a:lvl3pPr>
            <a:lvl4pPr>
              <a:tabLst>
                <a:tab pos="3767138" algn="l"/>
              </a:tabLst>
              <a:defRPr sz="2400">
                <a:solidFill>
                  <a:schemeClr val="bg1"/>
                </a:solidFill>
                <a:latin typeface="Times New Roman" panose="02020603050405020304" pitchFamily="18" charset="0"/>
                <a:ea typeface="Microsoft YaHei" panose="020B0503020204020204" pitchFamily="34" charset="-122"/>
              </a:defRPr>
            </a:lvl4pPr>
            <a:lvl5pPr>
              <a:tabLst>
                <a:tab pos="3767138"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9pPr>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Randomness and Variability</a:t>
            </a:r>
          </a:p>
        </p:txBody>
      </p:sp>
      <p:sp>
        <p:nvSpPr>
          <p:cNvPr id="39940" name="Slide Number Placeholder 1">
            <a:extLst>
              <a:ext uri="{FF2B5EF4-FFF2-40B4-BE49-F238E27FC236}">
                <a16:creationId xmlns:a16="http://schemas.microsoft.com/office/drawing/2014/main" id="{9DFE8118-560B-405B-B01E-5302148F5B3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36A208F-DA08-41C0-9981-6291730A5CD4}" type="slidenum">
              <a:rPr lang="en-US" altLang="en-US" smtClean="0"/>
              <a:pPr/>
              <a:t>18</a:t>
            </a:fld>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2C4F982E-7066-462A-BCE5-8B049C8C4A1B}"/>
              </a:ext>
            </a:extLst>
          </p:cNvPr>
          <p:cNvSpPr>
            <a:spLocks noChangeArrowheads="1"/>
          </p:cNvSpPr>
          <p:nvPr/>
        </p:nvSpPr>
        <p:spPr bwMode="auto">
          <a:xfrm>
            <a:off x="762000" y="47625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a:tabLst>
                <a:tab pos="3767138" algn="l"/>
              </a:tabLst>
              <a:defRPr sz="2400">
                <a:solidFill>
                  <a:schemeClr val="bg1"/>
                </a:solidFill>
                <a:latin typeface="Times New Roman" panose="02020603050405020304" pitchFamily="18" charset="0"/>
                <a:ea typeface="Microsoft YaHei" panose="020B0503020204020204" pitchFamily="34" charset="-122"/>
              </a:defRPr>
            </a:lvl1pPr>
            <a:lvl2pPr>
              <a:tabLst>
                <a:tab pos="3767138" algn="l"/>
              </a:tabLst>
              <a:defRPr sz="2400">
                <a:solidFill>
                  <a:schemeClr val="bg1"/>
                </a:solidFill>
                <a:latin typeface="Times New Roman" panose="02020603050405020304" pitchFamily="18" charset="0"/>
                <a:ea typeface="Microsoft YaHei" panose="020B0503020204020204" pitchFamily="34" charset="-122"/>
              </a:defRPr>
            </a:lvl2pPr>
            <a:lvl3pPr>
              <a:tabLst>
                <a:tab pos="3767138" algn="l"/>
              </a:tabLst>
              <a:defRPr sz="2400">
                <a:solidFill>
                  <a:schemeClr val="bg1"/>
                </a:solidFill>
                <a:latin typeface="Times New Roman" panose="02020603050405020304" pitchFamily="18" charset="0"/>
                <a:ea typeface="Microsoft YaHei" panose="020B0503020204020204" pitchFamily="34" charset="-122"/>
              </a:defRPr>
            </a:lvl3pPr>
            <a:lvl4pPr>
              <a:tabLst>
                <a:tab pos="3767138" algn="l"/>
              </a:tabLst>
              <a:defRPr sz="2400">
                <a:solidFill>
                  <a:schemeClr val="bg1"/>
                </a:solidFill>
                <a:latin typeface="Times New Roman" panose="02020603050405020304" pitchFamily="18" charset="0"/>
                <a:ea typeface="Microsoft YaHei" panose="020B0503020204020204" pitchFamily="34" charset="-122"/>
              </a:defRPr>
            </a:lvl4pPr>
            <a:lvl5pPr>
              <a:tabLst>
                <a:tab pos="3767138"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9pPr>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Estimation from Surveys with Random Sampling</a:t>
            </a:r>
          </a:p>
        </p:txBody>
      </p:sp>
      <p:sp>
        <p:nvSpPr>
          <p:cNvPr id="41987" name="Text Placeholder 1">
            <a:extLst>
              <a:ext uri="{FF2B5EF4-FFF2-40B4-BE49-F238E27FC236}">
                <a16:creationId xmlns:a16="http://schemas.microsoft.com/office/drawing/2014/main" id="{F87176DE-A4B8-4169-A4AF-E8FAAF063A28}"/>
              </a:ext>
            </a:extLst>
          </p:cNvPr>
          <p:cNvSpPr>
            <a:spLocks noGrp="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dirty="0"/>
              <a:t>Data from sample surveys are frequently used to estimate population percentages.</a:t>
            </a:r>
          </a:p>
          <a:p>
            <a:pPr marL="0" indent="0"/>
            <a:endParaRPr lang="en-US" altLang="en-US" dirty="0"/>
          </a:p>
          <a:p>
            <a:pPr marL="0" indent="0"/>
            <a:r>
              <a:rPr lang="en-US" altLang="en-US" dirty="0"/>
              <a:t>Example:  A Gallup poll recently reported that 30% of Americans worried that they might not be able to pay health insurance costs during the next 12 months.</a:t>
            </a:r>
          </a:p>
          <a:p>
            <a:pPr marL="0" indent="0"/>
            <a:endParaRPr lang="en-US" altLang="en-US" dirty="0"/>
          </a:p>
        </p:txBody>
      </p:sp>
      <p:sp>
        <p:nvSpPr>
          <p:cNvPr id="41988" name="Slide Number Placeholder 1">
            <a:extLst>
              <a:ext uri="{FF2B5EF4-FFF2-40B4-BE49-F238E27FC236}">
                <a16:creationId xmlns:a16="http://schemas.microsoft.com/office/drawing/2014/main" id="{960FC6C6-8805-40FB-BEEB-F7F65FF9EF6A}"/>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93A230F-32B8-4F3D-91AA-97A2EB36A385}" type="slidenum">
              <a:rPr lang="en-US" altLang="en-US" smtClean="0"/>
              <a:pPr/>
              <a:t>19</a:t>
            </a:fld>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C80FA64F-9E4C-434C-B9C9-C75D70066212}"/>
              </a:ext>
            </a:extLst>
          </p:cNvPr>
          <p:cNvSpPr>
            <a:spLocks noChangeArrowheads="1"/>
          </p:cNvSpPr>
          <p:nvPr/>
        </p:nvSpPr>
        <p:spPr bwMode="auto">
          <a:xfrm>
            <a:off x="762000" y="47625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a:tabLst>
                <a:tab pos="3767138" algn="l"/>
              </a:tabLst>
              <a:defRPr sz="2400">
                <a:solidFill>
                  <a:schemeClr val="bg1"/>
                </a:solidFill>
                <a:latin typeface="Times New Roman" panose="02020603050405020304" pitchFamily="18" charset="0"/>
                <a:ea typeface="Microsoft YaHei" panose="020B0503020204020204" pitchFamily="34" charset="-122"/>
              </a:defRPr>
            </a:lvl1pPr>
            <a:lvl2pPr>
              <a:tabLst>
                <a:tab pos="3767138" algn="l"/>
              </a:tabLst>
              <a:defRPr sz="2400">
                <a:solidFill>
                  <a:schemeClr val="bg1"/>
                </a:solidFill>
                <a:latin typeface="Times New Roman" panose="02020603050405020304" pitchFamily="18" charset="0"/>
                <a:ea typeface="Microsoft YaHei" panose="020B0503020204020204" pitchFamily="34" charset="-122"/>
              </a:defRPr>
            </a:lvl2pPr>
            <a:lvl3pPr>
              <a:tabLst>
                <a:tab pos="3767138" algn="l"/>
              </a:tabLst>
              <a:defRPr sz="2400">
                <a:solidFill>
                  <a:schemeClr val="bg1"/>
                </a:solidFill>
                <a:latin typeface="Times New Roman" panose="02020603050405020304" pitchFamily="18" charset="0"/>
                <a:ea typeface="Microsoft YaHei" panose="020B0503020204020204" pitchFamily="34" charset="-122"/>
              </a:defRPr>
            </a:lvl3pPr>
            <a:lvl4pPr>
              <a:tabLst>
                <a:tab pos="3767138" algn="l"/>
              </a:tabLst>
              <a:defRPr sz="2400">
                <a:solidFill>
                  <a:schemeClr val="bg1"/>
                </a:solidFill>
                <a:latin typeface="Times New Roman" panose="02020603050405020304" pitchFamily="18" charset="0"/>
                <a:ea typeface="Microsoft YaHei" panose="020B0503020204020204" pitchFamily="34" charset="-122"/>
              </a:defRPr>
            </a:lvl4pPr>
            <a:lvl5pPr>
              <a:tabLst>
                <a:tab pos="3767138"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9pPr>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Estimation from Surveys with Random Sampling</a:t>
            </a:r>
          </a:p>
        </p:txBody>
      </p:sp>
      <p:sp>
        <p:nvSpPr>
          <p:cNvPr id="44035" name="Text Placeholder 1">
            <a:extLst>
              <a:ext uri="{FF2B5EF4-FFF2-40B4-BE49-F238E27FC236}">
                <a16:creationId xmlns:a16="http://schemas.microsoft.com/office/drawing/2014/main" id="{8E041652-D9C9-4414-9544-A52869910200}"/>
              </a:ext>
            </a:extLst>
          </p:cNvPr>
          <p:cNvSpPr>
            <a:spLocks noGrp="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b="1" dirty="0"/>
              <a:t>Margin of error </a:t>
            </a:r>
            <a:r>
              <a:rPr lang="en-US" altLang="en-US" dirty="0"/>
              <a:t>is a measure of the expected variability from one random sample to the next random sample.</a:t>
            </a:r>
          </a:p>
          <a:p>
            <a:pPr marL="0" indent="0"/>
            <a:endParaRPr lang="en-US" altLang="en-US" dirty="0"/>
          </a:p>
          <a:p>
            <a:pPr marL="0" indent="0"/>
            <a:r>
              <a:rPr lang="en-US" altLang="en-US" dirty="0"/>
              <a:t>Example:  A margin of error of  plus or minus 3 percentage points means it is very likely that the population percentage is no more than 3% lower or 3% higher than the reported sample percentage.</a:t>
            </a:r>
          </a:p>
        </p:txBody>
      </p:sp>
      <p:sp>
        <p:nvSpPr>
          <p:cNvPr id="44036" name="Slide Number Placeholder 1">
            <a:extLst>
              <a:ext uri="{FF2B5EF4-FFF2-40B4-BE49-F238E27FC236}">
                <a16:creationId xmlns:a16="http://schemas.microsoft.com/office/drawing/2014/main" id="{BC958323-9BA8-444F-8909-1FDC85FF9BD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6A94B2A-7A4A-4128-84A5-55A3357BF0BD}" type="slidenum">
              <a:rPr lang="en-US" altLang="en-US" smtClean="0"/>
              <a:pPr/>
              <a:t>20</a:t>
            </a:fld>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25CC313B-526F-41DF-81A7-DA53058CA073}"/>
              </a:ext>
            </a:extLst>
          </p:cNvPr>
          <p:cNvSpPr>
            <a:spLocks noGrp="1" noChangeArrowheads="1"/>
          </p:cNvSpPr>
          <p:nvPr>
            <p:ph type="body" sz="quarter" idx="10"/>
          </p:nvPr>
        </p:nvSpPr>
        <p:spPr bwMode="auto">
          <a:xfrm>
            <a:off x="762000" y="1600200"/>
            <a:ext cx="7924800" cy="35385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r>
              <a:rPr lang="en-US" altLang="en-US" dirty="0"/>
              <a:t>When the difference between the results for two treatments is so large that it would be rare to see such a difference by ordinary random variation, we say that the results are </a:t>
            </a:r>
            <a:r>
              <a:rPr lang="en-US" altLang="en-US" b="1" dirty="0"/>
              <a:t>statistically significant</a:t>
            </a:r>
            <a:r>
              <a:rPr lang="en-US" altLang="en-US" dirty="0"/>
              <a:t>.</a:t>
            </a:r>
          </a:p>
          <a:p>
            <a:pPr marL="0" indent="0"/>
            <a:endParaRPr lang="en-US" altLang="en-US" dirty="0"/>
          </a:p>
          <a:p>
            <a:pPr marL="0" indent="0"/>
            <a:endParaRPr lang="en-US" altLang="en-US" dirty="0"/>
          </a:p>
        </p:txBody>
      </p:sp>
      <p:sp>
        <p:nvSpPr>
          <p:cNvPr id="46083" name="Rectangle 2">
            <a:extLst>
              <a:ext uri="{FF2B5EF4-FFF2-40B4-BE49-F238E27FC236}">
                <a16:creationId xmlns:a16="http://schemas.microsoft.com/office/drawing/2014/main" id="{A0DE49CD-338C-4170-8652-44C3B04993B2}"/>
              </a:ext>
            </a:extLst>
          </p:cNvPr>
          <p:cNvSpPr>
            <a:spLocks noChangeArrowheads="1"/>
          </p:cNvSpPr>
          <p:nvPr/>
        </p:nvSpPr>
        <p:spPr bwMode="auto">
          <a:xfrm>
            <a:off x="762000" y="476250"/>
            <a:ext cx="8001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lvl1pPr>
              <a:tabLst>
                <a:tab pos="3767138" algn="l"/>
              </a:tabLst>
              <a:defRPr sz="2400">
                <a:solidFill>
                  <a:schemeClr val="bg1"/>
                </a:solidFill>
                <a:latin typeface="Times New Roman" panose="02020603050405020304" pitchFamily="18" charset="0"/>
                <a:ea typeface="Microsoft YaHei" panose="020B0503020204020204" pitchFamily="34" charset="-122"/>
              </a:defRPr>
            </a:lvl1pPr>
            <a:lvl2pPr>
              <a:tabLst>
                <a:tab pos="3767138" algn="l"/>
              </a:tabLst>
              <a:defRPr sz="2400">
                <a:solidFill>
                  <a:schemeClr val="bg1"/>
                </a:solidFill>
                <a:latin typeface="Times New Roman" panose="02020603050405020304" pitchFamily="18" charset="0"/>
                <a:ea typeface="Microsoft YaHei" panose="020B0503020204020204" pitchFamily="34" charset="-122"/>
              </a:defRPr>
            </a:lvl2pPr>
            <a:lvl3pPr>
              <a:tabLst>
                <a:tab pos="3767138" algn="l"/>
              </a:tabLst>
              <a:defRPr sz="2400">
                <a:solidFill>
                  <a:schemeClr val="bg1"/>
                </a:solidFill>
                <a:latin typeface="Times New Roman" panose="02020603050405020304" pitchFamily="18" charset="0"/>
                <a:ea typeface="Microsoft YaHei" panose="020B0503020204020204" pitchFamily="34" charset="-122"/>
              </a:defRPr>
            </a:lvl3pPr>
            <a:lvl4pPr>
              <a:tabLst>
                <a:tab pos="3767138" algn="l"/>
              </a:tabLst>
              <a:defRPr sz="2400">
                <a:solidFill>
                  <a:schemeClr val="bg1"/>
                </a:solidFill>
                <a:latin typeface="Times New Roman" panose="02020603050405020304" pitchFamily="18" charset="0"/>
                <a:ea typeface="Microsoft YaHei" panose="020B0503020204020204" pitchFamily="34" charset="-122"/>
              </a:defRPr>
            </a:lvl4pPr>
            <a:lvl5pPr>
              <a:tabLst>
                <a:tab pos="3767138"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3767138" algn="l"/>
              </a:tabLst>
              <a:defRPr sz="2400">
                <a:solidFill>
                  <a:schemeClr val="bg1"/>
                </a:solidFill>
                <a:latin typeface="Times New Roman" panose="02020603050405020304" pitchFamily="18" charset="0"/>
                <a:ea typeface="Microsoft YaHei" panose="020B0503020204020204" pitchFamily="34" charset="-122"/>
              </a:defRPr>
            </a:lvl9pPr>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Testing and Statistical Significance</a:t>
            </a:r>
          </a:p>
        </p:txBody>
      </p:sp>
      <p:sp>
        <p:nvSpPr>
          <p:cNvPr id="46084" name="Slide Number Placeholder 1">
            <a:extLst>
              <a:ext uri="{FF2B5EF4-FFF2-40B4-BE49-F238E27FC236}">
                <a16:creationId xmlns:a16="http://schemas.microsoft.com/office/drawing/2014/main" id="{45BD110F-D414-451A-9D5E-C1234DDE561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6D1A7D2-7AE2-48E4-B483-F6F17AF47312}" type="slidenum">
              <a:rPr lang="en-US" altLang="en-US" smtClean="0"/>
              <a:pPr/>
              <a:t>21</a:t>
            </a:fld>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a:extLst>
              <a:ext uri="{FF2B5EF4-FFF2-40B4-BE49-F238E27FC236}">
                <a16:creationId xmlns:a16="http://schemas.microsoft.com/office/drawing/2014/main" id="{C7B75D49-5785-4D58-9621-9B03A287A3F0}"/>
              </a:ext>
            </a:extLst>
          </p:cNvPr>
          <p:cNvSpPr>
            <a:spLocks noChangeArrowheads="1"/>
          </p:cNvSpPr>
          <p:nvPr/>
        </p:nvSpPr>
        <p:spPr bwMode="auto">
          <a:xfrm>
            <a:off x="1385888" y="2263775"/>
            <a:ext cx="65278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ts val="700"/>
              </a:spcBef>
              <a:buClr>
                <a:srgbClr val="000000"/>
              </a:buClr>
              <a:buSzPct val="100000"/>
              <a:buFont typeface="Times New Roman" panose="02020603050405020304" pitchFamily="18" charset="0"/>
              <a:buNone/>
            </a:pPr>
            <a:r>
              <a:rPr lang="en-US" altLang="en-US" sz="4400" b="1">
                <a:solidFill>
                  <a:schemeClr val="tx1"/>
                </a:solidFill>
                <a:latin typeface="Arial" panose="020B0604020202020204" pitchFamily="34" charset="0"/>
              </a:rPr>
              <a:t>Measuring the Center of Quantitative Data</a:t>
            </a:r>
          </a:p>
        </p:txBody>
      </p:sp>
      <p:sp>
        <p:nvSpPr>
          <p:cNvPr id="48131" name="Slide Number Placeholder 1">
            <a:extLst>
              <a:ext uri="{FF2B5EF4-FFF2-40B4-BE49-F238E27FC236}">
                <a16:creationId xmlns:a16="http://schemas.microsoft.com/office/drawing/2014/main" id="{A04C79B9-5136-4A91-925E-0005E594319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DE61B4B-E1DA-4078-835D-0AEAEA32FA63}" type="slidenum">
              <a:rPr lang="en-US" altLang="en-US" smtClean="0"/>
              <a:pPr/>
              <a:t>22</a:t>
            </a:fld>
            <a:endParaRPr lang="en-US" alt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a:extLst>
              <a:ext uri="{FF2B5EF4-FFF2-40B4-BE49-F238E27FC236}">
                <a16:creationId xmlns:a16="http://schemas.microsoft.com/office/drawing/2014/main" id="{E0819571-8036-4349-AB1D-EBBED22DA9DA}"/>
              </a:ext>
            </a:extLst>
          </p:cNvPr>
          <p:cNvSpPr>
            <a:spLocks noGrp="1" noChangeArrowheads="1"/>
          </p:cNvSpPr>
          <p:nvPr>
            <p:ph type="body" sz="quarter" idx="4294967295"/>
          </p:nvPr>
        </p:nvSpPr>
        <p:spPr bwMode="auto">
          <a:xfrm>
            <a:off x="457200" y="1623377"/>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The </a:t>
            </a:r>
            <a:r>
              <a:rPr lang="en-US" altLang="en-US" b="1" dirty="0"/>
              <a:t>mean</a:t>
            </a:r>
            <a:r>
              <a:rPr lang="en-US" altLang="en-US" dirty="0"/>
              <a:t> is the sum of the observations divided by the number of observations.</a:t>
            </a:r>
          </a:p>
        </p:txBody>
      </p:sp>
      <p:sp>
        <p:nvSpPr>
          <p:cNvPr id="50179" name="Rectangle 2">
            <a:extLst>
              <a:ext uri="{FF2B5EF4-FFF2-40B4-BE49-F238E27FC236}">
                <a16:creationId xmlns:a16="http://schemas.microsoft.com/office/drawing/2014/main" id="{325B2574-6438-4C20-9A90-5A4FD0E73F63}"/>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Mean</a:t>
            </a:r>
          </a:p>
        </p:txBody>
      </p:sp>
      <p:pic>
        <p:nvPicPr>
          <p:cNvPr id="50180" name="Object 4">
            <a:extLst>
              <a:ext uri="{FF2B5EF4-FFF2-40B4-BE49-F238E27FC236}">
                <a16:creationId xmlns:a16="http://schemas.microsoft.com/office/drawing/2014/main" id="{CF4267C6-D7D0-4C33-A98F-4A1F1CFD1F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3124200"/>
            <a:ext cx="3200400" cy="148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Slide Number Placeholder 1">
            <a:extLst>
              <a:ext uri="{FF2B5EF4-FFF2-40B4-BE49-F238E27FC236}">
                <a16:creationId xmlns:a16="http://schemas.microsoft.com/office/drawing/2014/main" id="{FDE3AB38-C266-430D-9DD7-7CD39BC9F916}"/>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20447B9-29BE-4868-9808-5459AEC5A2AF}" type="slidenum">
              <a:rPr lang="en-US" altLang="en-US" smtClean="0"/>
              <a:pPr/>
              <a:t>23</a:t>
            </a:fld>
            <a:endParaRPr lang="en-US" alt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3CE9DE9-310C-4706-A9F8-D5AFE843AC4A}"/>
              </a:ext>
            </a:extLst>
          </p:cNvPr>
          <p:cNvSpPr>
            <a:spLocks noGrp="1" noChangeArrowheads="1"/>
          </p:cNvSpPr>
          <p:nvPr>
            <p:ph type="title" idx="4294967295"/>
          </p:nvPr>
        </p:nvSpPr>
        <p:spPr bwMode="auto">
          <a:xfrm>
            <a:off x="609600" y="242888"/>
            <a:ext cx="83820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dirty="0"/>
            </a:br>
            <a:r>
              <a:rPr lang="en-US" altLang="en-US" b="1" dirty="0">
                <a:latin typeface="Arial" panose="020B0604020202020204" pitchFamily="34" charset="0"/>
              </a:rPr>
              <a:t>Example: Center of the Cereal Sodium Data</a:t>
            </a:r>
          </a:p>
        </p:txBody>
      </p:sp>
      <p:sp>
        <p:nvSpPr>
          <p:cNvPr id="49155" name="Rectangle 3">
            <a:extLst>
              <a:ext uri="{FF2B5EF4-FFF2-40B4-BE49-F238E27FC236}">
                <a16:creationId xmlns:a16="http://schemas.microsoft.com/office/drawing/2014/main" id="{E8171D1B-9BCF-414D-B53C-8A723A069EE5}"/>
              </a:ext>
            </a:extLst>
          </p:cNvPr>
          <p:cNvSpPr>
            <a:spLocks noGrp="1" noChangeArrowheads="1"/>
          </p:cNvSpPr>
          <p:nvPr>
            <p:ph type="body" sz="quarter" idx="4294967295"/>
          </p:nvPr>
        </p:nvSpPr>
        <p:spPr bwMode="auto">
          <a:xfrm>
            <a:off x="457200" y="1600200"/>
            <a:ext cx="8234363" cy="4525963"/>
          </a:xfrm>
          <a:prstGeom prst="rect">
            <a:avLst/>
          </a:prstGeom>
          <a:solidFill>
            <a:srgbClr val="FFFFFF"/>
          </a:solidFill>
        </p:spPr>
        <p:txBody>
          <a:bodyPr lIns="0" rIns="0"/>
          <a:lstStyle/>
          <a:p>
            <a:pPr marL="0" indent="0">
              <a:spcBef>
                <a:spcPts val="0"/>
              </a:spcBef>
              <a:defRPr/>
            </a:pPr>
            <a:r>
              <a:rPr lang="en-US" altLang="en-US" dirty="0"/>
              <a:t>We find the </a:t>
            </a:r>
            <a:r>
              <a:rPr lang="en-US" altLang="en-US" b="1" dirty="0"/>
              <a:t>mean</a:t>
            </a:r>
            <a:r>
              <a:rPr lang="en-US" altLang="en-US" dirty="0"/>
              <a:t> by adding all the observations and then dividing this sum by the number of observations, which is 20:</a:t>
            </a:r>
          </a:p>
          <a:p>
            <a:pPr marL="0" algn="ctr">
              <a:defRPr/>
            </a:pPr>
            <a:r>
              <a:rPr lang="en-US" altLang="en-US" dirty="0"/>
              <a:t>0, 340, 140,70, 200, 180, 210, 150, 100, 130,</a:t>
            </a:r>
          </a:p>
          <a:p>
            <a:pPr marL="0" algn="ctr">
              <a:defRPr/>
            </a:pPr>
            <a:r>
              <a:rPr lang="en-US" altLang="en-US" dirty="0"/>
              <a:t>140, 180, 190, 160, 290, 50, 220, 180, 200, 210</a:t>
            </a:r>
          </a:p>
          <a:p>
            <a:pPr marL="0">
              <a:defRPr/>
            </a:pPr>
            <a:endParaRPr lang="en-US" altLang="en-US" dirty="0"/>
          </a:p>
          <a:p>
            <a:pPr marL="0">
              <a:defRPr/>
            </a:pPr>
            <a:r>
              <a:rPr lang="en-US" altLang="en-US" dirty="0"/>
              <a:t>     Mean = (0 + 340 + 70 + . . .  +210)/20 = 3340/20  =167</a:t>
            </a:r>
          </a:p>
          <a:p>
            <a:pPr marL="0">
              <a:defRPr/>
            </a:pPr>
            <a:endParaRPr lang="en-US" altLang="en-US" dirty="0"/>
          </a:p>
        </p:txBody>
      </p:sp>
      <p:sp>
        <p:nvSpPr>
          <p:cNvPr id="52228" name="Slide Number Placeholder 1">
            <a:extLst>
              <a:ext uri="{FF2B5EF4-FFF2-40B4-BE49-F238E27FC236}">
                <a16:creationId xmlns:a16="http://schemas.microsoft.com/office/drawing/2014/main" id="{F61AAD79-273B-4144-AB81-3E0753C7CAC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A6F07DF-2F40-4F2F-8971-55F4C8A8AEBC}" type="slidenum">
              <a:rPr lang="en-US" altLang="en-US" smtClean="0"/>
              <a:pPr/>
              <a:t>24</a:t>
            </a:fld>
            <a:endParaRPr lang="en-US" altLang="en-US"/>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a:extLst>
              <a:ext uri="{FF2B5EF4-FFF2-40B4-BE49-F238E27FC236}">
                <a16:creationId xmlns:a16="http://schemas.microsoft.com/office/drawing/2014/main" id="{B13F2E0A-2CD9-4A18-BFEF-6BEEFCB7C8F9}"/>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sz="2200" dirty="0"/>
              <a:t>The </a:t>
            </a:r>
            <a:r>
              <a:rPr lang="en-US" altLang="en-US" sz="2200" b="1" dirty="0"/>
              <a:t>median</a:t>
            </a:r>
            <a:r>
              <a:rPr lang="en-US" altLang="en-US" sz="2200" dirty="0"/>
              <a:t> is the middle value of the observations when they are ordered from the smallest to the largest (or from the largest to smallest).</a:t>
            </a:r>
          </a:p>
          <a:p>
            <a:pPr marL="0" indent="0"/>
            <a:endParaRPr lang="en-US" altLang="en-US" sz="2200" dirty="0"/>
          </a:p>
          <a:p>
            <a:pPr marL="0" indent="0"/>
            <a:r>
              <a:rPr lang="en-US" altLang="en-US" sz="2200" dirty="0"/>
              <a:t>How to Determine the Median:</a:t>
            </a:r>
          </a:p>
          <a:p>
            <a:pPr marL="0" indent="0"/>
            <a:r>
              <a:rPr lang="en-US" altLang="en-US" sz="2200" dirty="0"/>
              <a:t>1 3 2 6 9 -&gt; 1 2 3 6 9 -&gt; median = 3</a:t>
            </a:r>
          </a:p>
          <a:p>
            <a:pPr marL="0" indent="0"/>
            <a:r>
              <a:rPr lang="en-US" altLang="en-US" sz="2200" dirty="0"/>
              <a:t>1 3 2 6 -&gt; 1 2 3 6 -&gt; median = (2 + 3)/2 = 2.5</a:t>
            </a:r>
          </a:p>
          <a:p>
            <a:pPr marL="0" indent="0"/>
            <a:endParaRPr lang="en-US" altLang="en-US" sz="2200" dirty="0"/>
          </a:p>
          <a:p>
            <a:pPr marL="0" indent="0"/>
            <a:r>
              <a:rPr lang="en-US" altLang="en-US" sz="2200" dirty="0"/>
              <a:t>Put the </a:t>
            </a:r>
            <a:r>
              <a:rPr lang="en-US" altLang="en-US" sz="2200" i="1" dirty="0"/>
              <a:t>n</a:t>
            </a:r>
            <a:r>
              <a:rPr lang="en-US" altLang="en-US" sz="2200" dirty="0"/>
              <a:t> observations in order of their size.</a:t>
            </a:r>
          </a:p>
          <a:p>
            <a:pPr marL="0" indent="0"/>
            <a:r>
              <a:rPr lang="en-US" altLang="en-US" sz="2200" dirty="0"/>
              <a:t>If the number of observations, </a:t>
            </a:r>
            <a:r>
              <a:rPr lang="en-US" altLang="en-US" sz="2200" i="1" dirty="0"/>
              <a:t>n</a:t>
            </a:r>
            <a:r>
              <a:rPr lang="en-US" altLang="en-US" sz="2200" dirty="0"/>
              <a:t>, is:</a:t>
            </a:r>
          </a:p>
          <a:p>
            <a:pPr lvl="1"/>
            <a:r>
              <a:rPr lang="en-US" altLang="en-US" sz="2200" dirty="0"/>
              <a:t>odd, then the median is the middle observation. 5 </a:t>
            </a:r>
            <a:r>
              <a:rPr lang="en-US" altLang="en-US" sz="2200" dirty="0" err="1"/>
              <a:t>obs</a:t>
            </a:r>
            <a:r>
              <a:rPr lang="en-US" altLang="en-US" sz="2200" dirty="0"/>
              <a:t>, median is the 3</a:t>
            </a:r>
            <a:r>
              <a:rPr lang="en-US" altLang="en-US" sz="2200" baseline="30000" dirty="0"/>
              <a:t>rd</a:t>
            </a:r>
            <a:r>
              <a:rPr lang="en-US" altLang="en-US" sz="2200" dirty="0"/>
              <a:t>, 7 -&gt; 5</a:t>
            </a:r>
            <a:r>
              <a:rPr lang="en-US" altLang="en-US" sz="2200" baseline="30000" dirty="0"/>
              <a:t>th</a:t>
            </a:r>
            <a:r>
              <a:rPr lang="en-US" altLang="en-US" sz="2200" dirty="0"/>
              <a:t> is the median</a:t>
            </a:r>
          </a:p>
          <a:p>
            <a:pPr lvl="1"/>
            <a:r>
              <a:rPr lang="en-US" altLang="en-US" sz="2200" dirty="0"/>
              <a:t>even, then the median is the average of the two middle observations. 6 </a:t>
            </a:r>
            <a:r>
              <a:rPr lang="en-US" altLang="en-US" sz="2200" dirty="0" err="1"/>
              <a:t>obs</a:t>
            </a:r>
            <a:r>
              <a:rPr lang="en-US" altLang="en-US" sz="2200" dirty="0"/>
              <a:t> -&gt; 3</a:t>
            </a:r>
            <a:r>
              <a:rPr lang="en-US" altLang="en-US" sz="2200" baseline="30000" dirty="0"/>
              <a:t>rd</a:t>
            </a:r>
            <a:r>
              <a:rPr lang="en-US" altLang="en-US" sz="2200" dirty="0"/>
              <a:t> and 4</a:t>
            </a:r>
            <a:r>
              <a:rPr lang="en-US" altLang="en-US" sz="2200" baseline="30000" dirty="0"/>
              <a:t>th</a:t>
            </a:r>
            <a:r>
              <a:rPr lang="en-US" altLang="en-US" sz="2200" dirty="0"/>
              <a:t> </a:t>
            </a:r>
          </a:p>
        </p:txBody>
      </p:sp>
      <p:sp>
        <p:nvSpPr>
          <p:cNvPr id="54275" name="Rectangle 2">
            <a:extLst>
              <a:ext uri="{FF2B5EF4-FFF2-40B4-BE49-F238E27FC236}">
                <a16:creationId xmlns:a16="http://schemas.microsoft.com/office/drawing/2014/main" id="{FB0FB098-F09C-4C3F-B9E3-5281F729251D}"/>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Median</a:t>
            </a:r>
          </a:p>
        </p:txBody>
      </p:sp>
      <p:sp>
        <p:nvSpPr>
          <p:cNvPr id="54276" name="Slide Number Placeholder 1">
            <a:extLst>
              <a:ext uri="{FF2B5EF4-FFF2-40B4-BE49-F238E27FC236}">
                <a16:creationId xmlns:a16="http://schemas.microsoft.com/office/drawing/2014/main" id="{32FE05C2-5BC5-42D7-B214-4B00E3FAAB73}"/>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CEB21C7-6DE3-4C87-B58B-E7BE5389C2DE}" type="slidenum">
              <a:rPr lang="en-US" altLang="en-US" smtClean="0"/>
              <a:pPr/>
              <a:t>25</a:t>
            </a:fld>
            <a:endParaRPr lang="en-US" alt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a:extLst>
              <a:ext uri="{FF2B5EF4-FFF2-40B4-BE49-F238E27FC236}">
                <a16:creationId xmlns:a16="http://schemas.microsoft.com/office/drawing/2014/main" id="{684E848D-673E-4CE9-B4FF-BD949EE76A25}"/>
              </a:ext>
            </a:extLst>
          </p:cNvPr>
          <p:cNvSpPr>
            <a:spLocks noGrp="1" noChangeArrowheads="1"/>
          </p:cNvSpPr>
          <p:nvPr>
            <p:ph type="body" sz="quarter" idx="4294967295"/>
          </p:nvPr>
        </p:nvSpPr>
        <p:spPr bwMode="auto">
          <a:xfrm>
            <a:off x="455613" y="1408113"/>
            <a:ext cx="8391525" cy="5381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An outlier is an observation that falls well above or well below the overall bulk of the data.</a:t>
            </a:r>
          </a:p>
        </p:txBody>
      </p:sp>
      <p:sp>
        <p:nvSpPr>
          <p:cNvPr id="56323" name="Rectangle 2">
            <a:extLst>
              <a:ext uri="{FF2B5EF4-FFF2-40B4-BE49-F238E27FC236}">
                <a16:creationId xmlns:a16="http://schemas.microsoft.com/office/drawing/2014/main" id="{C73BC55C-7579-490D-B042-2592B8C332B4}"/>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Outlier</a:t>
            </a:r>
          </a:p>
        </p:txBody>
      </p:sp>
      <p:pic>
        <p:nvPicPr>
          <p:cNvPr id="56324" name="Picture 7" descr="Agresti_3e_Chapter02-17">
            <a:extLst>
              <a:ext uri="{FF2B5EF4-FFF2-40B4-BE49-F238E27FC236}">
                <a16:creationId xmlns:a16="http://schemas.microsoft.com/office/drawing/2014/main" id="{A52E2FCE-A328-43E8-9FA7-CFD1F2458F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3806" y="2233108"/>
            <a:ext cx="4275137" cy="386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5" name="Slide Number Placeholder 1">
            <a:extLst>
              <a:ext uri="{FF2B5EF4-FFF2-40B4-BE49-F238E27FC236}">
                <a16:creationId xmlns:a16="http://schemas.microsoft.com/office/drawing/2014/main" id="{B6E7F6D4-ADCF-4342-A887-C40174E58F7A}"/>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33A58A7-0514-4D4B-8EB1-C7BEAF724CA9}" type="slidenum">
              <a:rPr lang="en-US" altLang="en-US" smtClean="0"/>
              <a:pPr/>
              <a:t>26</a:t>
            </a:fld>
            <a:endParaRPr lang="en-US" alt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a:extLst>
              <a:ext uri="{FF2B5EF4-FFF2-40B4-BE49-F238E27FC236}">
                <a16:creationId xmlns:a16="http://schemas.microsoft.com/office/drawing/2014/main" id="{99EB8B90-E3D2-4AB7-820A-AB434CAC005A}"/>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p:spPr>
        <p:txBody>
          <a:bodyPr lIns="0" rIns="0"/>
          <a:lstStyle/>
          <a:p>
            <a:pPr marL="0" indent="0">
              <a:spcBef>
                <a:spcPts val="0"/>
              </a:spcBef>
              <a:buClr>
                <a:schemeClr val="tx1"/>
              </a:buClr>
              <a:defRPr/>
            </a:pPr>
            <a:r>
              <a:rPr lang="en-US" altLang="en-US" dirty="0"/>
              <a:t>CO</a:t>
            </a:r>
            <a:r>
              <a:rPr lang="en-US" altLang="en-US" baseline="-25000" dirty="0"/>
              <a:t>2</a:t>
            </a:r>
            <a:r>
              <a:rPr lang="en-US" altLang="en-US" dirty="0"/>
              <a:t> pollution levels in </a:t>
            </a:r>
            <a:r>
              <a:rPr lang="en-US" altLang="en-US" dirty="0">
                <a:solidFill>
                  <a:schemeClr val="tx1"/>
                </a:solidFill>
              </a:rPr>
              <a:t>9</a:t>
            </a:r>
            <a:r>
              <a:rPr lang="en-US" altLang="en-US" dirty="0"/>
              <a:t> largest nations measured in metric tons per person:</a:t>
            </a:r>
          </a:p>
          <a:p>
            <a:pPr marL="0" indent="-609600">
              <a:buClr>
                <a:schemeClr val="tx1"/>
              </a:buClr>
              <a:defRPr/>
            </a:pPr>
            <a:endParaRPr lang="en-US" altLang="en-US" dirty="0"/>
          </a:p>
          <a:p>
            <a:pPr marL="0" indent="-609600">
              <a:buClr>
                <a:schemeClr val="tx1"/>
              </a:buClr>
              <a:defRPr/>
            </a:pPr>
            <a:endParaRPr lang="en-US" altLang="en-US" dirty="0"/>
          </a:p>
          <a:p>
            <a:pPr marL="0" indent="-609600">
              <a:buClr>
                <a:schemeClr val="tx1"/>
              </a:buClr>
              <a:buFontTx/>
              <a:buNone/>
              <a:defRPr/>
            </a:pPr>
            <a:endParaRPr lang="en-US" altLang="en-US" dirty="0"/>
          </a:p>
          <a:p>
            <a:pPr marL="0" indent="-609600">
              <a:buClr>
                <a:schemeClr val="tx1"/>
              </a:buClr>
              <a:buFontTx/>
              <a:buNone/>
              <a:defRPr/>
            </a:pPr>
            <a:endParaRPr lang="en-US" altLang="en-US" dirty="0"/>
          </a:p>
          <a:p>
            <a:pPr marL="0" indent="-609600">
              <a:buClr>
                <a:schemeClr val="tx1"/>
              </a:buClr>
              <a:buFontTx/>
              <a:buNone/>
              <a:defRPr/>
            </a:pPr>
            <a:r>
              <a:rPr lang="en-US" altLang="en-US" dirty="0"/>
              <a:t>The CO</a:t>
            </a:r>
            <a:r>
              <a:rPr lang="en-US" altLang="en-US" baseline="-25000" dirty="0"/>
              <a:t>2</a:t>
            </a:r>
            <a:r>
              <a:rPr lang="en-US" altLang="en-US" dirty="0"/>
              <a:t> values have </a:t>
            </a:r>
            <a:r>
              <a:rPr lang="en-US" altLang="en-US" i="1" dirty="0"/>
              <a:t>n</a:t>
            </a:r>
            <a:r>
              <a:rPr lang="en-US" altLang="en-US" dirty="0"/>
              <a:t> = 9 observations. The ordered values are: 0.3, 0.4, 0.8, 1.4, 1.8, 2.1, 5.9, 11.6, </a:t>
            </a:r>
            <a:r>
              <a:rPr lang="en-US" altLang="en-US" dirty="0">
                <a:solidFill>
                  <a:schemeClr val="tx1"/>
                </a:solidFill>
              </a:rPr>
              <a:t>16.9.</a:t>
            </a:r>
          </a:p>
        </p:txBody>
      </p:sp>
      <p:sp>
        <p:nvSpPr>
          <p:cNvPr id="58371" name="Rectangle 2">
            <a:extLst>
              <a:ext uri="{FF2B5EF4-FFF2-40B4-BE49-F238E27FC236}">
                <a16:creationId xmlns:a16="http://schemas.microsoft.com/office/drawing/2014/main" id="{4DE4A2F0-5BD7-4F4A-B75F-7B2C116D0A34}"/>
              </a:ext>
            </a:extLst>
          </p:cNvPr>
          <p:cNvSpPr>
            <a:spLocks noGrp="1" noChangeArrowheads="1"/>
          </p:cNvSpPr>
          <p:nvPr>
            <p:ph type="title" idx="4294967295"/>
          </p:nvPr>
        </p:nvSpPr>
        <p:spPr bwMode="auto">
          <a:xfrm>
            <a:off x="762000" y="242888"/>
            <a:ext cx="7924800" cy="655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Example: CO</a:t>
            </a:r>
            <a:r>
              <a:rPr lang="en-US" altLang="en-US" b="1" baseline="-25000">
                <a:latin typeface="Arial" panose="020B0604020202020204" pitchFamily="34" charset="0"/>
              </a:rPr>
              <a:t>2</a:t>
            </a:r>
            <a:r>
              <a:rPr lang="en-US" altLang="en-US" b="1">
                <a:latin typeface="Arial" panose="020B0604020202020204" pitchFamily="34" charset="0"/>
              </a:rPr>
              <a:t> Pollution</a:t>
            </a:r>
          </a:p>
        </p:txBody>
      </p:sp>
      <p:pic>
        <p:nvPicPr>
          <p:cNvPr id="58372" name="Picture 1">
            <a:extLst>
              <a:ext uri="{FF2B5EF4-FFF2-40B4-BE49-F238E27FC236}">
                <a16:creationId xmlns:a16="http://schemas.microsoft.com/office/drawing/2014/main" id="{C52C18AE-9DD3-4639-B019-94443654D3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8013" y="2573338"/>
            <a:ext cx="7616825" cy="152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Slide Number Placeholder 1">
            <a:extLst>
              <a:ext uri="{FF2B5EF4-FFF2-40B4-BE49-F238E27FC236}">
                <a16:creationId xmlns:a16="http://schemas.microsoft.com/office/drawing/2014/main" id="{D3D3572D-5C46-4F7E-9449-7C9E2FDA1E90}"/>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611C3E3-E790-4F65-A497-E5ABFD07F777}" type="slidenum">
              <a:rPr lang="en-US" altLang="en-US" smtClean="0"/>
              <a:pPr/>
              <a:t>27</a:t>
            </a:fld>
            <a:endParaRPr lang="en-US"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a:extLst>
              <a:ext uri="{FF2B5EF4-FFF2-40B4-BE49-F238E27FC236}">
                <a16:creationId xmlns:a16="http://schemas.microsoft.com/office/drawing/2014/main" id="{3116468C-5119-4399-A5A4-AF9897C63D0C}"/>
              </a:ext>
            </a:extLst>
          </p:cNvPr>
          <p:cNvSpPr>
            <a:spLocks noGrp="1" noChangeArrowheads="1"/>
          </p:cNvSpPr>
          <p:nvPr>
            <p:ph type="body" sz="quarter" idx="4294967295"/>
          </p:nvPr>
        </p:nvSpPr>
        <p:spPr bwMode="auto">
          <a:xfrm>
            <a:off x="762000" y="1600200"/>
            <a:ext cx="8153400" cy="4648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609600">
              <a:lnSpc>
                <a:spcPct val="80000"/>
              </a:lnSpc>
              <a:buClr>
                <a:schemeClr val="tx1"/>
              </a:buClr>
            </a:pPr>
            <a:r>
              <a:rPr lang="en-US" altLang="en-US" sz="2200"/>
              <a:t>Since </a:t>
            </a:r>
            <a:r>
              <a:rPr lang="en-US" altLang="en-US" sz="2200" i="1"/>
              <a:t>n</a:t>
            </a:r>
            <a:r>
              <a:rPr lang="en-US" altLang="en-US" sz="2200"/>
              <a:t> is odd, the </a:t>
            </a:r>
            <a:r>
              <a:rPr lang="en-US" altLang="en-US" sz="2200" b="1"/>
              <a:t>median</a:t>
            </a:r>
            <a:r>
              <a:rPr lang="en-US" altLang="en-US" sz="2200"/>
              <a:t> is the middle value, 1.8.</a:t>
            </a:r>
          </a:p>
          <a:p>
            <a:pPr marL="0" indent="-609600">
              <a:lnSpc>
                <a:spcPct val="80000"/>
              </a:lnSpc>
              <a:buClr>
                <a:schemeClr val="tx1"/>
              </a:buClr>
            </a:pPr>
            <a:endParaRPr lang="en-US" altLang="en-US" sz="2200"/>
          </a:p>
          <a:p>
            <a:pPr marL="0" indent="-609600">
              <a:lnSpc>
                <a:spcPct val="80000"/>
              </a:lnSpc>
              <a:buClr>
                <a:schemeClr val="tx1"/>
              </a:buClr>
            </a:pPr>
            <a:endParaRPr lang="en-US" altLang="en-US" sz="2200"/>
          </a:p>
          <a:p>
            <a:pPr marL="0" indent="-609600">
              <a:lnSpc>
                <a:spcPct val="80000"/>
              </a:lnSpc>
              <a:buClr>
                <a:schemeClr val="tx1"/>
              </a:buClr>
            </a:pPr>
            <a:endParaRPr lang="en-US" altLang="en-US" sz="2200"/>
          </a:p>
          <a:p>
            <a:pPr marL="0" indent="-609600">
              <a:lnSpc>
                <a:spcPct val="80000"/>
              </a:lnSpc>
              <a:buClr>
                <a:schemeClr val="tx1"/>
              </a:buClr>
            </a:pPr>
            <a:endParaRPr lang="en-US" altLang="en-US" sz="2200"/>
          </a:p>
          <a:p>
            <a:pPr marL="0" indent="-609600">
              <a:lnSpc>
                <a:spcPct val="80000"/>
              </a:lnSpc>
              <a:buClr>
                <a:schemeClr val="tx1"/>
              </a:buClr>
            </a:pPr>
            <a:endParaRPr lang="en-US" altLang="en-US" sz="2200"/>
          </a:p>
          <a:p>
            <a:pPr marL="0" indent="-609600">
              <a:lnSpc>
                <a:spcPct val="80000"/>
              </a:lnSpc>
              <a:buClr>
                <a:schemeClr val="tx1"/>
              </a:buClr>
            </a:pPr>
            <a:endParaRPr lang="en-US" altLang="en-US" sz="2200"/>
          </a:p>
          <a:p>
            <a:pPr marL="0" indent="-609600">
              <a:lnSpc>
                <a:spcPct val="80000"/>
              </a:lnSpc>
            </a:pPr>
            <a:r>
              <a:rPr lang="en-US" altLang="en-US" sz="2200"/>
              <a:t>        </a:t>
            </a:r>
          </a:p>
          <a:p>
            <a:pPr marL="0" indent="-609600">
              <a:lnSpc>
                <a:spcPct val="80000"/>
              </a:lnSpc>
            </a:pPr>
            <a:r>
              <a:rPr lang="en-US" altLang="en-US" sz="2200"/>
              <a:t>The relatively high value of 16.9 falls well above the rest of the </a:t>
            </a:r>
          </a:p>
          <a:p>
            <a:pPr marL="0" indent="-609600">
              <a:lnSpc>
                <a:spcPct val="80000"/>
              </a:lnSpc>
            </a:pPr>
            <a:r>
              <a:rPr lang="en-US" altLang="en-US" sz="2200"/>
              <a:t>data. It is an outlier.</a:t>
            </a:r>
          </a:p>
          <a:p>
            <a:pPr marL="0" indent="-609600">
              <a:lnSpc>
                <a:spcPct val="80000"/>
              </a:lnSpc>
            </a:pPr>
            <a:endParaRPr lang="en-US" altLang="en-US" sz="2200"/>
          </a:p>
          <a:p>
            <a:pPr marL="0" indent="-609600">
              <a:lnSpc>
                <a:spcPct val="80000"/>
              </a:lnSpc>
            </a:pPr>
            <a:r>
              <a:rPr lang="en-US" altLang="en-US" sz="2200"/>
              <a:t>The size of the outlier affects the calculation of the mean </a:t>
            </a:r>
            <a:r>
              <a:rPr lang="en-US" altLang="en-US" sz="2200" i="1"/>
              <a:t>but not</a:t>
            </a:r>
            <a:r>
              <a:rPr lang="en-US" altLang="en-US" sz="2200"/>
              <a:t> </a:t>
            </a:r>
          </a:p>
          <a:p>
            <a:pPr marL="0" indent="-609600">
              <a:lnSpc>
                <a:spcPct val="80000"/>
              </a:lnSpc>
            </a:pPr>
            <a:r>
              <a:rPr lang="en-US" altLang="en-US" sz="2200"/>
              <a:t>the median.</a:t>
            </a:r>
          </a:p>
        </p:txBody>
      </p:sp>
      <p:sp>
        <p:nvSpPr>
          <p:cNvPr id="60419" name="Rectangle 2">
            <a:extLst>
              <a:ext uri="{FF2B5EF4-FFF2-40B4-BE49-F238E27FC236}">
                <a16:creationId xmlns:a16="http://schemas.microsoft.com/office/drawing/2014/main" id="{695051D4-E9E1-427C-A1FD-F2A4AC292A4A}"/>
              </a:ext>
            </a:extLst>
          </p:cNvPr>
          <p:cNvSpPr>
            <a:spLocks noChangeArrowheads="1"/>
          </p:cNvSpPr>
          <p:nvPr/>
        </p:nvSpPr>
        <p:spPr bwMode="auto">
          <a:xfrm>
            <a:off x="762000" y="242888"/>
            <a:ext cx="79248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br>
              <a:rPr lang="en-US" altLang="en-US" sz="2800">
                <a:solidFill>
                  <a:schemeClr val="tx1"/>
                </a:solidFill>
              </a:rPr>
            </a:br>
            <a:r>
              <a:rPr lang="en-US" altLang="en-US" sz="3200" b="1">
                <a:solidFill>
                  <a:schemeClr val="tx1"/>
                </a:solidFill>
                <a:latin typeface="Arial" panose="020B0604020202020204" pitchFamily="34" charset="0"/>
              </a:rPr>
              <a:t>Example: CO</a:t>
            </a:r>
            <a:r>
              <a:rPr lang="en-US" altLang="en-US" sz="3200" b="1" baseline="-25000">
                <a:solidFill>
                  <a:schemeClr val="tx1"/>
                </a:solidFill>
                <a:latin typeface="Arial" panose="020B0604020202020204" pitchFamily="34" charset="0"/>
              </a:rPr>
              <a:t>2</a:t>
            </a:r>
            <a:r>
              <a:rPr lang="en-US" altLang="en-US" sz="3200" b="1">
                <a:solidFill>
                  <a:schemeClr val="tx1"/>
                </a:solidFill>
                <a:latin typeface="Arial" panose="020B0604020202020204" pitchFamily="34" charset="0"/>
              </a:rPr>
              <a:t> Pollution</a:t>
            </a:r>
          </a:p>
        </p:txBody>
      </p:sp>
      <p:pic>
        <p:nvPicPr>
          <p:cNvPr id="60420" name="Picture 1">
            <a:extLst>
              <a:ext uri="{FF2B5EF4-FFF2-40B4-BE49-F238E27FC236}">
                <a16:creationId xmlns:a16="http://schemas.microsoft.com/office/drawing/2014/main" id="{1F87F603-6BB6-4236-AC3D-C2AFADE4971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51025" y="2030413"/>
            <a:ext cx="5829300" cy="223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Slide Number Placeholder 1">
            <a:extLst>
              <a:ext uri="{FF2B5EF4-FFF2-40B4-BE49-F238E27FC236}">
                <a16:creationId xmlns:a16="http://schemas.microsoft.com/office/drawing/2014/main" id="{4D4995CD-98BD-4E39-98BF-5B4613234F4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CC5FD8F-3349-4B6B-9F32-EA672D979BD2}" type="slidenum">
              <a:rPr lang="en-US" altLang="en-US" smtClean="0"/>
              <a:pPr/>
              <a:t>28</a:t>
            </a:fld>
            <a:endParaRPr lang="en-US" alt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664DE9D3-6893-4071-B21E-2FEF6670C4D2}"/>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The </a:t>
            </a:r>
            <a:r>
              <a:rPr lang="en-US" altLang="en-US" i="1"/>
              <a:t>shape</a:t>
            </a:r>
            <a:r>
              <a:rPr lang="en-US" altLang="en-US"/>
              <a:t> of a distribution influences whether the mean is larger or smaller than the median.</a:t>
            </a:r>
          </a:p>
          <a:p>
            <a:pPr marL="0" indent="0"/>
            <a:endParaRPr lang="en-US" altLang="en-US"/>
          </a:p>
          <a:p>
            <a:pPr marL="0" indent="0">
              <a:buFont typeface="Wingdings" panose="05000000000000000000" pitchFamily="2" charset="2"/>
              <a:buChar char="§"/>
            </a:pPr>
            <a:r>
              <a:rPr lang="en-US" altLang="en-US"/>
              <a:t>   Perfectly symmetric, the mean equals the median.</a:t>
            </a:r>
          </a:p>
          <a:p>
            <a:pPr marL="0" indent="0">
              <a:buFont typeface="Wingdings" panose="05000000000000000000" pitchFamily="2" charset="2"/>
              <a:buChar char="§"/>
            </a:pPr>
            <a:endParaRPr lang="en-US" altLang="en-US"/>
          </a:p>
          <a:p>
            <a:pPr marL="0" indent="0">
              <a:buFont typeface="Wingdings" panose="05000000000000000000" pitchFamily="2" charset="2"/>
              <a:buChar char="§"/>
            </a:pPr>
            <a:r>
              <a:rPr lang="en-US" altLang="en-US"/>
              <a:t>   Skewed to the left, the mean is smaller than the  </a:t>
            </a:r>
          </a:p>
          <a:p>
            <a:pPr marL="0" indent="0"/>
            <a:r>
              <a:rPr lang="en-US" altLang="en-US"/>
              <a:t>     median.</a:t>
            </a:r>
          </a:p>
          <a:p>
            <a:pPr marL="0" indent="0">
              <a:buFont typeface="Wingdings" panose="05000000000000000000" pitchFamily="2" charset="2"/>
              <a:buChar char="§"/>
            </a:pPr>
            <a:endParaRPr lang="en-US" altLang="en-US"/>
          </a:p>
          <a:p>
            <a:pPr marL="0" indent="0">
              <a:buFont typeface="Wingdings" panose="05000000000000000000" pitchFamily="2" charset="2"/>
              <a:buChar char="§"/>
            </a:pPr>
            <a:r>
              <a:rPr lang="en-US" altLang="en-US"/>
              <a:t>   Skewed to the right, the mean is larger than the </a:t>
            </a:r>
          </a:p>
          <a:p>
            <a:pPr marL="0" indent="0"/>
            <a:r>
              <a:rPr lang="en-US" altLang="en-US"/>
              <a:t>     median.</a:t>
            </a:r>
          </a:p>
        </p:txBody>
      </p:sp>
      <p:sp>
        <p:nvSpPr>
          <p:cNvPr id="62467" name="Rectangle 2">
            <a:extLst>
              <a:ext uri="{FF2B5EF4-FFF2-40B4-BE49-F238E27FC236}">
                <a16:creationId xmlns:a16="http://schemas.microsoft.com/office/drawing/2014/main" id="{118D2BE9-7365-4A4F-9A77-E85E632D83FB}"/>
              </a:ext>
            </a:extLst>
          </p:cNvPr>
          <p:cNvSpPr>
            <a:spLocks noGrp="1" noChangeArrowheads="1"/>
          </p:cNvSpPr>
          <p:nvPr>
            <p:ph type="title" idx="4294967295"/>
          </p:nvPr>
        </p:nvSpPr>
        <p:spPr bwMode="auto">
          <a:xfrm>
            <a:off x="762000" y="242888"/>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Comparing the Mean and Median</a:t>
            </a:r>
          </a:p>
        </p:txBody>
      </p:sp>
      <p:sp>
        <p:nvSpPr>
          <p:cNvPr id="62468" name="Slide Number Placeholder 1">
            <a:extLst>
              <a:ext uri="{FF2B5EF4-FFF2-40B4-BE49-F238E27FC236}">
                <a16:creationId xmlns:a16="http://schemas.microsoft.com/office/drawing/2014/main" id="{902EB41D-DDE0-4AA2-951E-BBEF9F6CCBC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1B55992-695B-4469-97FD-F9DE425EA04C}" type="slidenum">
              <a:rPr lang="en-US" altLang="en-US" smtClean="0"/>
              <a:pPr/>
              <a:t>29</a:t>
            </a:fld>
            <a:endParaRPr lang="en-US" alt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a:extLst>
              <a:ext uri="{FF2B5EF4-FFF2-40B4-BE49-F238E27FC236}">
                <a16:creationId xmlns:a16="http://schemas.microsoft.com/office/drawing/2014/main" id="{44874EF6-69DB-449D-9A08-4AE243C467C0}"/>
              </a:ext>
            </a:extLst>
          </p:cNvPr>
          <p:cNvSpPr>
            <a:spLocks noGrp="1" noChangeArrowheads="1"/>
          </p:cNvSpPr>
          <p:nvPr>
            <p:ph type="body" sz="quarter" idx="4294967295"/>
          </p:nvPr>
        </p:nvSpPr>
        <p:spPr bwMode="auto">
          <a:xfrm>
            <a:off x="762000" y="1600200"/>
            <a:ext cx="8153400" cy="2286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sz="2200"/>
              <a:t>In a skewed distribution, the mean is farther out in the long tail than is the median.</a:t>
            </a:r>
          </a:p>
          <a:p>
            <a:pPr marL="0" indent="0"/>
            <a:endParaRPr lang="en-US" altLang="en-US" sz="2200"/>
          </a:p>
          <a:p>
            <a:pPr lvl="1"/>
            <a:r>
              <a:rPr lang="en-US" altLang="en-US" sz="2200"/>
              <a:t>For skewed distributions the </a:t>
            </a:r>
            <a:r>
              <a:rPr lang="en-US" altLang="en-US" sz="2200" b="1"/>
              <a:t>median</a:t>
            </a:r>
            <a:r>
              <a:rPr lang="en-US" altLang="en-US" sz="2200"/>
              <a:t> is preferred because </a:t>
            </a:r>
            <a:r>
              <a:rPr lang="en-US" altLang="en-US" sz="2200">
                <a:solidFill>
                  <a:schemeClr val="tx1"/>
                </a:solidFill>
              </a:rPr>
              <a:t>it better represents what is typical. </a:t>
            </a:r>
          </a:p>
          <a:p>
            <a:pPr marL="0" indent="0"/>
            <a:endParaRPr lang="en-US" altLang="en-US" sz="2200"/>
          </a:p>
        </p:txBody>
      </p:sp>
      <p:sp>
        <p:nvSpPr>
          <p:cNvPr id="64515" name="TextBox 1">
            <a:extLst>
              <a:ext uri="{FF2B5EF4-FFF2-40B4-BE49-F238E27FC236}">
                <a16:creationId xmlns:a16="http://schemas.microsoft.com/office/drawing/2014/main" id="{9EE42692-03B8-4020-8EAA-E2C94EF7BC8E}"/>
              </a:ext>
            </a:extLst>
          </p:cNvPr>
          <p:cNvSpPr txBox="1">
            <a:spLocks noChangeArrowheads="1"/>
          </p:cNvSpPr>
          <p:nvPr/>
        </p:nvSpPr>
        <p:spPr bwMode="auto">
          <a:xfrm>
            <a:off x="762000" y="5740400"/>
            <a:ext cx="8229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2.9 Relationship Between the Mean and Median. Question: </a:t>
            </a:r>
            <a:r>
              <a:rPr lang="en-US" altLang="en-US" sz="1600">
                <a:solidFill>
                  <a:schemeClr val="tx1"/>
                </a:solidFill>
                <a:latin typeface="Arial" panose="020B0604020202020204" pitchFamily="34" charset="0"/>
              </a:rPr>
              <a:t>For skewed distributions, what causes the mean and median to differ?</a:t>
            </a:r>
          </a:p>
        </p:txBody>
      </p:sp>
      <p:sp>
        <p:nvSpPr>
          <p:cNvPr id="64516" name="Rectangle 2">
            <a:extLst>
              <a:ext uri="{FF2B5EF4-FFF2-40B4-BE49-F238E27FC236}">
                <a16:creationId xmlns:a16="http://schemas.microsoft.com/office/drawing/2014/main" id="{32F78955-D699-46E0-B84A-C4C59DB6FD1C}"/>
              </a:ext>
            </a:extLst>
          </p:cNvPr>
          <p:cNvSpPr>
            <a:spLocks noChangeArrowheads="1"/>
          </p:cNvSpPr>
          <p:nvPr/>
        </p:nvSpPr>
        <p:spPr bwMode="auto">
          <a:xfrm>
            <a:off x="762000" y="242888"/>
            <a:ext cx="79248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br>
              <a:rPr lang="en-US" altLang="en-US" sz="2800">
                <a:solidFill>
                  <a:schemeClr val="tx1"/>
                </a:solidFill>
              </a:rPr>
            </a:br>
            <a:r>
              <a:rPr lang="en-US" altLang="en-US" sz="3200" b="1">
                <a:solidFill>
                  <a:schemeClr val="tx1"/>
                </a:solidFill>
                <a:latin typeface="Arial" panose="020B0604020202020204" pitchFamily="34" charset="0"/>
              </a:rPr>
              <a:t>Comparing the Mean and Median</a:t>
            </a:r>
          </a:p>
        </p:txBody>
      </p:sp>
      <p:pic>
        <p:nvPicPr>
          <p:cNvPr id="64517" name="Picture 1">
            <a:extLst>
              <a:ext uri="{FF2B5EF4-FFF2-40B4-BE49-F238E27FC236}">
                <a16:creationId xmlns:a16="http://schemas.microsoft.com/office/drawing/2014/main" id="{41DE02E2-8979-4D29-B012-9C1F574E33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01725" y="3836988"/>
            <a:ext cx="7045325" cy="194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Slide Number Placeholder 1">
            <a:extLst>
              <a:ext uri="{FF2B5EF4-FFF2-40B4-BE49-F238E27FC236}">
                <a16:creationId xmlns:a16="http://schemas.microsoft.com/office/drawing/2014/main" id="{8B6AED98-87A4-4636-941D-C926BF86B721}"/>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C675820-F9D2-4139-A660-57DF2776C974}" type="slidenum">
              <a:rPr lang="en-US" altLang="en-US" smtClean="0"/>
              <a:pPr/>
              <a:t>30</a:t>
            </a:fld>
            <a:endParaRPr lang="en-US" alt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a:extLst>
              <a:ext uri="{FF2B5EF4-FFF2-40B4-BE49-F238E27FC236}">
                <a16:creationId xmlns:a16="http://schemas.microsoft.com/office/drawing/2014/main" id="{D85A4627-7C43-4F38-AB71-06DCEC77BA58}"/>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A numerical summary measure is </a:t>
            </a:r>
            <a:r>
              <a:rPr lang="en-US" altLang="en-US" b="1" dirty="0"/>
              <a:t>resistant</a:t>
            </a:r>
            <a:r>
              <a:rPr lang="en-US" altLang="en-US" dirty="0"/>
              <a:t> if extreme observations (outliers) have little, if any, influence on its value.</a:t>
            </a:r>
          </a:p>
          <a:p>
            <a:pPr marL="0" indent="0"/>
            <a:endParaRPr lang="en-US" altLang="en-US" dirty="0"/>
          </a:p>
          <a:p>
            <a:pPr lvl="1"/>
            <a:r>
              <a:rPr lang="en-US" altLang="en-US" dirty="0"/>
              <a:t>The </a:t>
            </a:r>
            <a:r>
              <a:rPr lang="en-US" altLang="en-US" b="1" dirty="0"/>
              <a:t>Median</a:t>
            </a:r>
            <a:r>
              <a:rPr lang="en-US" altLang="en-US" dirty="0"/>
              <a:t> </a:t>
            </a:r>
            <a:r>
              <a:rPr lang="en-US" altLang="en-US" i="1" dirty="0"/>
              <a:t>is resistant </a:t>
            </a:r>
            <a:r>
              <a:rPr lang="en-US" altLang="en-US" dirty="0"/>
              <a:t>to outliers.</a:t>
            </a:r>
          </a:p>
          <a:p>
            <a:pPr lvl="1"/>
            <a:r>
              <a:rPr lang="en-US" altLang="en-US" dirty="0"/>
              <a:t>The </a:t>
            </a:r>
            <a:r>
              <a:rPr lang="en-US" altLang="en-US" b="1" dirty="0"/>
              <a:t>Mean</a:t>
            </a:r>
            <a:r>
              <a:rPr lang="en-US" altLang="en-US" dirty="0"/>
              <a:t> </a:t>
            </a:r>
            <a:r>
              <a:rPr lang="en-US" altLang="en-US" i="1" dirty="0"/>
              <a:t>is not resistant </a:t>
            </a:r>
            <a:r>
              <a:rPr lang="en-US" altLang="en-US" dirty="0"/>
              <a:t>to outliers.</a:t>
            </a:r>
          </a:p>
          <a:p>
            <a:pPr marL="0" indent="0" algn="ctr"/>
            <a:endParaRPr lang="en-US" altLang="en-US" dirty="0"/>
          </a:p>
          <a:p>
            <a:pPr marL="0" indent="0"/>
            <a:endParaRPr lang="en-US" altLang="en-US" dirty="0"/>
          </a:p>
        </p:txBody>
      </p:sp>
      <p:sp>
        <p:nvSpPr>
          <p:cNvPr id="66563" name="Rectangle 2">
            <a:extLst>
              <a:ext uri="{FF2B5EF4-FFF2-40B4-BE49-F238E27FC236}">
                <a16:creationId xmlns:a16="http://schemas.microsoft.com/office/drawing/2014/main" id="{72C08F40-EFA8-47E5-BD2C-D8603809CB89}"/>
              </a:ext>
            </a:extLst>
          </p:cNvPr>
          <p:cNvSpPr>
            <a:spLocks noGrp="1" noChangeArrowheads="1"/>
          </p:cNvSpPr>
          <p:nvPr>
            <p:ph type="title" idx="4294967295"/>
          </p:nvPr>
        </p:nvSpPr>
        <p:spPr bwMode="auto">
          <a:xfrm>
            <a:off x="762000" y="242888"/>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Resistant Measures</a:t>
            </a:r>
          </a:p>
        </p:txBody>
      </p:sp>
      <p:sp>
        <p:nvSpPr>
          <p:cNvPr id="66564" name="Slide Number Placeholder 1">
            <a:extLst>
              <a:ext uri="{FF2B5EF4-FFF2-40B4-BE49-F238E27FC236}">
                <a16:creationId xmlns:a16="http://schemas.microsoft.com/office/drawing/2014/main" id="{5AC73BD6-BB0F-4D0C-9EFB-D89BC150B1FA}"/>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F5358C1-A715-42B8-A2A2-823645506C00}" type="slidenum">
              <a:rPr lang="en-US" altLang="en-US" smtClean="0"/>
              <a:pPr/>
              <a:t>31</a:t>
            </a:fld>
            <a:endParaRPr lang="en-US" alt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3">
            <a:extLst>
              <a:ext uri="{FF2B5EF4-FFF2-40B4-BE49-F238E27FC236}">
                <a16:creationId xmlns:a16="http://schemas.microsoft.com/office/drawing/2014/main" id="{A4DC1CCB-261C-43E9-820F-CB38EFDE38CE}"/>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Mode</a:t>
            </a:r>
          </a:p>
          <a:p>
            <a:pPr marL="0" indent="0"/>
            <a:endParaRPr lang="en-US" altLang="en-US" dirty="0"/>
          </a:p>
          <a:p>
            <a:pPr lvl="1"/>
            <a:r>
              <a:rPr lang="en-US" altLang="en-US" dirty="0"/>
              <a:t>Value that occurs most often.</a:t>
            </a:r>
          </a:p>
          <a:p>
            <a:pPr lvl="1"/>
            <a:endParaRPr lang="en-US" altLang="en-US" dirty="0"/>
          </a:p>
          <a:p>
            <a:pPr lvl="1"/>
            <a:r>
              <a:rPr lang="en-US" altLang="en-US" dirty="0"/>
              <a:t>Highest bar in the histogram.</a:t>
            </a:r>
          </a:p>
          <a:p>
            <a:pPr lvl="1"/>
            <a:endParaRPr lang="en-US" altLang="en-US" dirty="0"/>
          </a:p>
          <a:p>
            <a:pPr lvl="1"/>
            <a:r>
              <a:rPr lang="en-US" altLang="en-US" dirty="0"/>
              <a:t>The mode is most often used with categorical data.</a:t>
            </a:r>
          </a:p>
          <a:p>
            <a:pPr lvl="1"/>
            <a:endParaRPr lang="en-US" altLang="en-US" dirty="0"/>
          </a:p>
          <a:p>
            <a:pPr lvl="1"/>
            <a:r>
              <a:rPr lang="en-US" altLang="en-US" dirty="0"/>
              <a:t>1 1 2 1 3 1 1 5; 1 1 1 1 1 2 3 5 </a:t>
            </a:r>
          </a:p>
          <a:p>
            <a:pPr lvl="1"/>
            <a:r>
              <a:rPr lang="en-US" altLang="en-US" dirty="0"/>
              <a:t>mode = 1 </a:t>
            </a:r>
            <a:r>
              <a:rPr lang="en-HK" altLang="en-US" dirty="0"/>
              <a:t>and</a:t>
            </a:r>
            <a:r>
              <a:rPr lang="zh-CN" altLang="en-US" dirty="0"/>
              <a:t> </a:t>
            </a:r>
            <a:r>
              <a:rPr lang="en-US" altLang="en-US" dirty="0"/>
              <a:t>median = 1</a:t>
            </a:r>
          </a:p>
          <a:p>
            <a:pPr marL="457200" lvl="1" indent="0">
              <a:buNone/>
            </a:pPr>
            <a:endParaRPr lang="en-US" altLang="en-US" dirty="0"/>
          </a:p>
          <a:p>
            <a:pPr lvl="1"/>
            <a:endParaRPr lang="en-US" altLang="en-US" dirty="0"/>
          </a:p>
          <a:p>
            <a:pPr lvl="1"/>
            <a:endParaRPr lang="en-US" altLang="en-US" dirty="0"/>
          </a:p>
        </p:txBody>
      </p:sp>
      <p:sp>
        <p:nvSpPr>
          <p:cNvPr id="68611" name="Rectangle 2">
            <a:extLst>
              <a:ext uri="{FF2B5EF4-FFF2-40B4-BE49-F238E27FC236}">
                <a16:creationId xmlns:a16="http://schemas.microsoft.com/office/drawing/2014/main" id="{7262B75B-9F86-4364-B9B7-18CE1F1E32B2}"/>
              </a:ext>
            </a:extLst>
          </p:cNvPr>
          <p:cNvSpPr>
            <a:spLocks noGrp="1" noChangeArrowheads="1"/>
          </p:cNvSpPr>
          <p:nvPr>
            <p:ph type="title" idx="4294967295"/>
          </p:nvPr>
        </p:nvSpPr>
        <p:spPr bwMode="auto">
          <a:xfrm>
            <a:off x="762000" y="87313"/>
            <a:ext cx="7924800" cy="8080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dirty="0"/>
            </a:br>
            <a:r>
              <a:rPr lang="en-US" altLang="en-US" b="1" dirty="0">
                <a:latin typeface="Arial" panose="020B0604020202020204" pitchFamily="34" charset="0"/>
              </a:rPr>
              <a:t>The Mode</a:t>
            </a:r>
          </a:p>
        </p:txBody>
      </p:sp>
      <p:sp>
        <p:nvSpPr>
          <p:cNvPr id="68612" name="Slide Number Placeholder 1">
            <a:extLst>
              <a:ext uri="{FF2B5EF4-FFF2-40B4-BE49-F238E27FC236}">
                <a16:creationId xmlns:a16="http://schemas.microsoft.com/office/drawing/2014/main" id="{B3B4EED3-F66B-49A9-8703-A09C49E0977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BB65078-83B9-49C3-A269-C493B1E7B487}" type="slidenum">
              <a:rPr lang="en-US" altLang="en-US" smtClean="0"/>
              <a:pPr/>
              <a:t>32</a:t>
            </a:fld>
            <a:endParaRPr lang="en-US"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1">
            <a:extLst>
              <a:ext uri="{FF2B5EF4-FFF2-40B4-BE49-F238E27FC236}">
                <a16:creationId xmlns:a16="http://schemas.microsoft.com/office/drawing/2014/main" id="{112E4870-0378-495C-ACB1-4135F3654B7F}"/>
              </a:ext>
            </a:extLst>
          </p:cNvPr>
          <p:cNvSpPr>
            <a:spLocks noChangeArrowheads="1"/>
          </p:cNvSpPr>
          <p:nvPr/>
        </p:nvSpPr>
        <p:spPr bwMode="auto">
          <a:xfrm>
            <a:off x="1385888" y="2030413"/>
            <a:ext cx="6761162" cy="2122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ts val="700"/>
              </a:spcBef>
              <a:buClr>
                <a:srgbClr val="000000"/>
              </a:buClr>
              <a:buSzPct val="100000"/>
              <a:buFont typeface="Times New Roman" panose="02020603050405020304" pitchFamily="18" charset="0"/>
              <a:buNone/>
            </a:pPr>
            <a:r>
              <a:rPr lang="en-US" altLang="en-US" sz="4400" b="1">
                <a:solidFill>
                  <a:schemeClr val="tx1"/>
                </a:solidFill>
                <a:latin typeface="Arial" panose="020B0604020202020204" pitchFamily="34" charset="0"/>
              </a:rPr>
              <a:t>Measuring the Variability of Quantitative Data</a:t>
            </a:r>
          </a:p>
        </p:txBody>
      </p:sp>
      <p:sp>
        <p:nvSpPr>
          <p:cNvPr id="70659" name="Slide Number Placeholder 1">
            <a:extLst>
              <a:ext uri="{FF2B5EF4-FFF2-40B4-BE49-F238E27FC236}">
                <a16:creationId xmlns:a16="http://schemas.microsoft.com/office/drawing/2014/main" id="{EFAA2EBC-5389-42D2-8F62-94492DBC7AEC}"/>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7631526-3186-4D86-91C0-ED2BB11B9566}" type="slidenum">
              <a:rPr lang="en-US" altLang="en-US" smtClean="0"/>
              <a:pPr/>
              <a:t>33</a:t>
            </a:fld>
            <a:endParaRPr lang="en-US"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F26C0EE8-805C-4501-A06A-BCC9BD4652B0}"/>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0" indent="0">
              <a:lnSpc>
                <a:spcPct val="90000"/>
              </a:lnSpc>
            </a:pPr>
            <a:r>
              <a:rPr lang="en-US" altLang="en-US" dirty="0"/>
              <a:t>One way to measure the </a:t>
            </a:r>
            <a:r>
              <a:rPr lang="en-US" altLang="en-US" b="1" dirty="0">
                <a:solidFill>
                  <a:schemeClr val="tx1"/>
                </a:solidFill>
              </a:rPr>
              <a:t>variability of a distribution</a:t>
            </a:r>
            <a:r>
              <a:rPr lang="en-US" altLang="en-US" dirty="0">
                <a:solidFill>
                  <a:schemeClr val="tx1"/>
                </a:solidFill>
              </a:rPr>
              <a:t> </a:t>
            </a:r>
            <a:r>
              <a:rPr lang="en-US" altLang="en-US" dirty="0"/>
              <a:t>is to calculate the </a:t>
            </a:r>
            <a:r>
              <a:rPr lang="en-US" altLang="en-US" b="1" dirty="0"/>
              <a:t>range</a:t>
            </a:r>
            <a:r>
              <a:rPr lang="en-US" altLang="en-US" dirty="0"/>
              <a:t>.  </a:t>
            </a:r>
          </a:p>
          <a:p>
            <a:pPr marL="0" indent="0">
              <a:lnSpc>
                <a:spcPct val="90000"/>
              </a:lnSpc>
            </a:pPr>
            <a:r>
              <a:rPr lang="en-US" altLang="en-US" dirty="0"/>
              <a:t>The range is the difference between the largest and smallest values in the data set:</a:t>
            </a:r>
            <a:r>
              <a:rPr lang="en-US" altLang="en-US" dirty="0">
                <a:solidFill>
                  <a:schemeClr val="accent1"/>
                </a:solidFill>
              </a:rPr>
              <a:t>			</a:t>
            </a:r>
          </a:p>
          <a:p>
            <a:pPr marL="0" indent="0" algn="ctr">
              <a:lnSpc>
                <a:spcPct val="110000"/>
              </a:lnSpc>
            </a:pPr>
            <a:endParaRPr lang="en-US" altLang="en-US" b="1" dirty="0">
              <a:solidFill>
                <a:schemeClr val="tx1"/>
              </a:solidFill>
            </a:endParaRPr>
          </a:p>
          <a:p>
            <a:pPr marL="0" indent="0" algn="ctr">
              <a:lnSpc>
                <a:spcPct val="110000"/>
              </a:lnSpc>
            </a:pPr>
            <a:r>
              <a:rPr lang="en-US" altLang="en-US" b="1" dirty="0">
                <a:solidFill>
                  <a:schemeClr val="tx1"/>
                </a:solidFill>
              </a:rPr>
              <a:t>Range = maximum value – minimum value </a:t>
            </a:r>
            <a:endParaRPr lang="en-US" altLang="en-US" b="1" dirty="0">
              <a:solidFill>
                <a:schemeClr val="tx1"/>
              </a:solidFill>
              <a:sym typeface="Symbol" panose="05050102010706020507" pitchFamily="18" charset="2"/>
            </a:endParaRPr>
          </a:p>
          <a:p>
            <a:pPr marL="0" indent="0">
              <a:lnSpc>
                <a:spcPct val="110000"/>
              </a:lnSpc>
            </a:pPr>
            <a:endParaRPr lang="en-US" altLang="en-US" b="1" dirty="0">
              <a:solidFill>
                <a:schemeClr val="tx1"/>
              </a:solidFill>
              <a:sym typeface="Symbol" panose="05050102010706020507" pitchFamily="18" charset="2"/>
            </a:endParaRPr>
          </a:p>
          <a:p>
            <a:pPr marL="0" indent="0">
              <a:lnSpc>
                <a:spcPct val="110000"/>
              </a:lnSpc>
            </a:pPr>
            <a:r>
              <a:rPr lang="en-US" altLang="en-US" dirty="0">
                <a:sym typeface="Symbol" panose="05050102010706020507" pitchFamily="18" charset="2"/>
              </a:rPr>
              <a:t>The range is simple to compute and easy to understand, but it uses </a:t>
            </a:r>
            <a:r>
              <a:rPr lang="en-US" altLang="en-US" b="1" i="1" dirty="0">
                <a:sym typeface="Symbol" panose="05050102010706020507" pitchFamily="18" charset="2"/>
              </a:rPr>
              <a:t>only</a:t>
            </a:r>
            <a:r>
              <a:rPr lang="en-US" altLang="en-US" dirty="0">
                <a:sym typeface="Symbol" panose="05050102010706020507" pitchFamily="18" charset="2"/>
              </a:rPr>
              <a:t> the extreme values and ignores the other values. Therefore, it’s affected severely by outliers.</a:t>
            </a:r>
          </a:p>
        </p:txBody>
      </p:sp>
      <p:sp>
        <p:nvSpPr>
          <p:cNvPr id="72707" name="Rectangle 2">
            <a:extLst>
              <a:ext uri="{FF2B5EF4-FFF2-40B4-BE49-F238E27FC236}">
                <a16:creationId xmlns:a16="http://schemas.microsoft.com/office/drawing/2014/main" id="{FD5FA897-AED4-4DDB-B0F4-E06701BE49DF}"/>
              </a:ext>
            </a:extLst>
          </p:cNvPr>
          <p:cNvSpPr>
            <a:spLocks noGrp="1" noChangeArrowheads="1"/>
          </p:cNvSpPr>
          <p:nvPr>
            <p:ph type="title" idx="4294967295"/>
          </p:nvPr>
        </p:nvSpPr>
        <p:spPr bwMode="auto">
          <a:xfrm>
            <a:off x="762000" y="242888"/>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p>
            <a:br>
              <a:rPr lang="en-US" altLang="en-US" sz="2800"/>
            </a:br>
            <a:r>
              <a:rPr lang="en-US" altLang="en-US" b="1">
                <a:latin typeface="Arial" panose="020B0604020202020204" pitchFamily="34" charset="0"/>
              </a:rPr>
              <a:t>Range</a:t>
            </a:r>
          </a:p>
        </p:txBody>
      </p:sp>
      <p:sp>
        <p:nvSpPr>
          <p:cNvPr id="72708" name="Slide Number Placeholder 1">
            <a:extLst>
              <a:ext uri="{FF2B5EF4-FFF2-40B4-BE49-F238E27FC236}">
                <a16:creationId xmlns:a16="http://schemas.microsoft.com/office/drawing/2014/main" id="{29E5870F-688A-4A1B-BAE9-AE8EB681D05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9A24B06-C766-436E-872E-174FFDA2C4CB}" type="slidenum">
              <a:rPr lang="en-US" altLang="en-US" smtClean="0"/>
              <a:pPr/>
              <a:t>34</a:t>
            </a:fld>
            <a:endParaRPr lang="en-US" altLang="en-US" dirty="0"/>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45A09FEE-1F17-4061-BA23-80FB8A736376}"/>
              </a:ext>
            </a:extLst>
          </p:cNvPr>
          <p:cNvSpPr>
            <a:spLocks noGrp="1" noRot="1" noChangeAspect="1" noMove="1" noResize="1" noEditPoints="1" noAdjustHandles="1" noChangeArrowheads="1" noChangeShapeType="1" noTextEdit="1"/>
          </p:cNvSpPr>
          <p:nvPr>
            <p:ph type="body" sz="quarter" idx="4294967295"/>
          </p:nvPr>
        </p:nvSpPr>
        <p:spPr bwMode="auto">
          <a:xfrm>
            <a:off x="838200" y="1600200"/>
            <a:ext cx="7924800" cy="4479925"/>
          </a:xfrm>
          <a:prstGeom prst="rect">
            <a:avLst/>
          </a:prstGeom>
          <a:blipFill>
            <a:blip r:embed="rId3"/>
            <a:stretch>
              <a:fillRect l="-2385" t="-1907" r="-462"/>
            </a:stretch>
          </a:blipFill>
          <a:ln>
            <a:miter lim="800000"/>
            <a:headEnd/>
            <a:tailEnd/>
          </a:ln>
        </p:spPr>
        <p:txBody>
          <a:bodyPr/>
          <a:lstStyle/>
          <a:p>
            <a:pPr>
              <a:defRPr/>
            </a:pPr>
            <a:r>
              <a:rPr lang="en-US">
                <a:noFill/>
              </a:rPr>
              <a:t> </a:t>
            </a:r>
          </a:p>
        </p:txBody>
      </p:sp>
      <p:sp>
        <p:nvSpPr>
          <p:cNvPr id="74755" name="Rectangle 2">
            <a:extLst>
              <a:ext uri="{FF2B5EF4-FFF2-40B4-BE49-F238E27FC236}">
                <a16:creationId xmlns:a16="http://schemas.microsoft.com/office/drawing/2014/main" id="{56C1F085-5834-473C-82AE-CD99E877A8FF}"/>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p>
            <a:br>
              <a:rPr lang="en-US" altLang="en-US" sz="2800"/>
            </a:br>
            <a:r>
              <a:rPr lang="en-US" altLang="en-US" b="1">
                <a:latin typeface="Arial" panose="020B0604020202020204" pitchFamily="34" charset="0"/>
              </a:rPr>
              <a:t>Standard Deviation</a:t>
            </a:r>
          </a:p>
        </p:txBody>
      </p:sp>
      <p:sp>
        <p:nvSpPr>
          <p:cNvPr id="74756" name="Slide Number Placeholder 1">
            <a:extLst>
              <a:ext uri="{FF2B5EF4-FFF2-40B4-BE49-F238E27FC236}">
                <a16:creationId xmlns:a16="http://schemas.microsoft.com/office/drawing/2014/main" id="{3565A7F6-87FB-4C18-BA2D-6EA96C5313D8}"/>
              </a:ext>
            </a:extLst>
          </p:cNvPr>
          <p:cNvSpPr>
            <a:spLocks noGrp="1" noChangeArrowheads="1"/>
          </p:cNvSpPr>
          <p:nvPr>
            <p:ph type="sldNum" sz="quarter" idx="11"/>
          </p:nvPr>
        </p:nvSpPr>
        <p:spPr bwMode="auto">
          <a:xfrm>
            <a:off x="6437376" y="6382512"/>
            <a:ext cx="20574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A17A011-C0AC-4C26-A85C-FB6D4F934566}" type="slidenum">
              <a:rPr lang="en-US" altLang="en-US" smtClean="0"/>
              <a:pPr/>
              <a:t>35</a:t>
            </a:fld>
            <a:endParaRPr lang="en-US" altLang="en-US"/>
          </a:p>
        </p:txBody>
      </p:sp>
      <p:sp>
        <p:nvSpPr>
          <p:cNvPr id="3" name="TextBox 2">
            <a:extLst>
              <a:ext uri="{FF2B5EF4-FFF2-40B4-BE49-F238E27FC236}">
                <a16:creationId xmlns:a16="http://schemas.microsoft.com/office/drawing/2014/main" id="{8DC22EE2-DE55-FD80-AC74-D754584103EE}"/>
              </a:ext>
            </a:extLst>
          </p:cNvPr>
          <p:cNvSpPr txBox="1"/>
          <p:nvPr/>
        </p:nvSpPr>
        <p:spPr>
          <a:xfrm>
            <a:off x="2286000" y="3197285"/>
            <a:ext cx="4572000" cy="461665"/>
          </a:xfrm>
          <a:prstGeom prst="rect">
            <a:avLst/>
          </a:prstGeom>
          <a:noFill/>
        </p:spPr>
        <p:txBody>
          <a:bodyPr wrap="square">
            <a:spAutoFit/>
          </a:bodyPr>
          <a:lstStyle/>
          <a:p>
            <a:r>
              <a:rPr lang="en-HK" dirty="0"/>
              <a:t>1 1 1 1 1 2 3 5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3BF90E2E-6733-4573-B15F-602C33954A5B}"/>
              </a:ext>
            </a:extLst>
          </p:cNvPr>
          <p:cNvSpPr>
            <a:spLocks noGrp="1" noRot="1" noChangeAspect="1" noMove="1" noResize="1" noEditPoints="1" noAdjustHandles="1" noChangeArrowheads="1" noChangeShapeType="1" noTextEdit="1"/>
          </p:cNvSpPr>
          <p:nvPr>
            <p:ph type="body" sz="quarter" idx="4294967295"/>
          </p:nvPr>
        </p:nvSpPr>
        <p:spPr bwMode="auto">
          <a:xfrm>
            <a:off x="838200" y="1600200"/>
            <a:ext cx="7924800" cy="4479925"/>
          </a:xfrm>
          <a:prstGeom prst="rect">
            <a:avLst/>
          </a:prstGeom>
          <a:blipFill>
            <a:blip r:embed="rId3"/>
            <a:stretch>
              <a:fillRect l="-2385" t="-1907" r="-769" b="-13215"/>
            </a:stretch>
          </a:blipFill>
          <a:ln>
            <a:miter lim="800000"/>
            <a:headEnd/>
            <a:tailEnd/>
          </a:ln>
        </p:spPr>
        <p:txBody>
          <a:bodyPr/>
          <a:lstStyle/>
          <a:p>
            <a:pPr>
              <a:defRPr/>
            </a:pPr>
            <a:r>
              <a:rPr lang="en-US">
                <a:noFill/>
              </a:rPr>
              <a:t> </a:t>
            </a:r>
          </a:p>
        </p:txBody>
      </p:sp>
      <p:sp>
        <p:nvSpPr>
          <p:cNvPr id="76803" name="Rectangle 2">
            <a:extLst>
              <a:ext uri="{FF2B5EF4-FFF2-40B4-BE49-F238E27FC236}">
                <a16:creationId xmlns:a16="http://schemas.microsoft.com/office/drawing/2014/main" id="{A9C9E284-AE4C-4F81-8DBC-210F3E93C2E5}"/>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p>
            <a:br>
              <a:rPr lang="en-US" altLang="en-US" sz="2800"/>
            </a:br>
            <a:r>
              <a:rPr lang="en-US" altLang="en-US" b="1">
                <a:latin typeface="Arial" panose="020B0604020202020204" pitchFamily="34" charset="0"/>
              </a:rPr>
              <a:t>Standard Deviation</a:t>
            </a:r>
          </a:p>
        </p:txBody>
      </p:sp>
      <p:sp>
        <p:nvSpPr>
          <p:cNvPr id="76804" name="Slide Number Placeholder 1">
            <a:extLst>
              <a:ext uri="{FF2B5EF4-FFF2-40B4-BE49-F238E27FC236}">
                <a16:creationId xmlns:a16="http://schemas.microsoft.com/office/drawing/2014/main" id="{9C060485-506E-42E4-95BC-7FEBC819CC5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936852D-D996-41BC-9AE6-C8D55B4918C6}" type="slidenum">
              <a:rPr lang="en-US" altLang="en-US" smtClean="0"/>
              <a:pPr/>
              <a:t>36</a:t>
            </a:fld>
            <a:endParaRPr lang="en-US" alt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TextBox 3">
            <a:extLst>
              <a:ext uri="{FF2B5EF4-FFF2-40B4-BE49-F238E27FC236}">
                <a16:creationId xmlns:a16="http://schemas.microsoft.com/office/drawing/2014/main" id="{7B82B67D-8F17-4183-B705-B4F7D3AC8CA9}"/>
              </a:ext>
            </a:extLst>
          </p:cNvPr>
          <p:cNvSpPr txBox="1">
            <a:spLocks noRot="1" noChangeAspect="1" noMove="1" noResize="1" noEditPoints="1" noAdjustHandles="1" noChangeArrowheads="1" noChangeShapeType="1" noTextEdit="1"/>
          </p:cNvSpPr>
          <p:nvPr/>
        </p:nvSpPr>
        <p:spPr bwMode="auto">
          <a:xfrm>
            <a:off x="609600" y="1524000"/>
            <a:ext cx="7615428" cy="1785104"/>
          </a:xfrm>
          <a:prstGeom prst="rect">
            <a:avLst/>
          </a:prstGeom>
          <a:blipFill>
            <a:blip r:embed="rId3"/>
            <a:stretch>
              <a:fillRect l="-1041" t="-2048" b="-6143"/>
            </a:stretch>
          </a:blipFill>
          <a:ln w="9525">
            <a:noFill/>
            <a:miter lim="800000"/>
            <a:headEnd/>
            <a:tailEnd/>
          </a:ln>
        </p:spPr>
        <p:txBody>
          <a:bodyPr/>
          <a:lstStyle/>
          <a:p>
            <a:pPr>
              <a:defRPr/>
            </a:pPr>
            <a:r>
              <a:rPr lang="en-US">
                <a:noFill/>
              </a:rPr>
              <a:t> </a:t>
            </a:r>
          </a:p>
        </p:txBody>
      </p:sp>
      <p:sp>
        <p:nvSpPr>
          <p:cNvPr id="78851" name="TextBox 1">
            <a:extLst>
              <a:ext uri="{FF2B5EF4-FFF2-40B4-BE49-F238E27FC236}">
                <a16:creationId xmlns:a16="http://schemas.microsoft.com/office/drawing/2014/main" id="{DB1927DE-4C64-46D5-95C4-D8CEB10EE622}"/>
              </a:ext>
            </a:extLst>
          </p:cNvPr>
          <p:cNvSpPr txBox="1">
            <a:spLocks noChangeArrowheads="1"/>
          </p:cNvSpPr>
          <p:nvPr/>
        </p:nvSpPr>
        <p:spPr bwMode="auto">
          <a:xfrm>
            <a:off x="982663" y="5605463"/>
            <a:ext cx="77803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2.11 Dot Plot for Cereal Sodium Data, Showing Deviations for Two Observations. Question: </a:t>
            </a:r>
            <a:r>
              <a:rPr lang="en-US" altLang="en-US" sz="1600">
                <a:solidFill>
                  <a:schemeClr val="tx1"/>
                </a:solidFill>
                <a:latin typeface="Arial" panose="020B0604020202020204" pitchFamily="34" charset="0"/>
              </a:rPr>
              <a:t>When is a deviation positive and when is it negative?</a:t>
            </a:r>
          </a:p>
        </p:txBody>
      </p:sp>
      <p:sp>
        <p:nvSpPr>
          <p:cNvPr id="78852" name="Rectangle 2">
            <a:extLst>
              <a:ext uri="{FF2B5EF4-FFF2-40B4-BE49-F238E27FC236}">
                <a16:creationId xmlns:a16="http://schemas.microsoft.com/office/drawing/2014/main" id="{D13D2D11-AABC-4F76-A613-A9D357D5D13E}"/>
              </a:ext>
            </a:extLst>
          </p:cNvPr>
          <p:cNvSpPr>
            <a:spLocks noChangeArrowheads="1"/>
          </p:cNvSpPr>
          <p:nvPr/>
        </p:nvSpPr>
        <p:spPr bwMode="auto">
          <a:xfrm>
            <a:off x="762000" y="165100"/>
            <a:ext cx="79248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p>
            <a:pPr>
              <a:buClr>
                <a:srgbClr val="000000"/>
              </a:buClr>
              <a:buSzPct val="100000"/>
              <a:buFont typeface="Times New Roman" panose="02020603050405020304" pitchFamily="18" charset="0"/>
              <a:buNone/>
            </a:pPr>
            <a:br>
              <a:rPr lang="en-US" altLang="en-US" sz="2800">
                <a:solidFill>
                  <a:schemeClr val="tx1"/>
                </a:solidFill>
              </a:rPr>
            </a:br>
            <a:r>
              <a:rPr lang="en-US" altLang="en-US" sz="3200" b="1">
                <a:solidFill>
                  <a:schemeClr val="tx1"/>
                </a:solidFill>
                <a:latin typeface="Arial" panose="020B0604020202020204" pitchFamily="34" charset="0"/>
              </a:rPr>
              <a:t>Standard Deviation Example</a:t>
            </a:r>
          </a:p>
        </p:txBody>
      </p:sp>
      <p:pic>
        <p:nvPicPr>
          <p:cNvPr id="78853" name="Picture 8" descr="Agresti_3e_Chapter02-35">
            <a:extLst>
              <a:ext uri="{FF2B5EF4-FFF2-40B4-BE49-F238E27FC236}">
                <a16:creationId xmlns:a16="http://schemas.microsoft.com/office/drawing/2014/main" id="{0F2B2A58-CF0A-488B-8A26-04E988FF24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516313"/>
            <a:ext cx="8382000" cy="188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4" name="Slide Number Placeholder 1">
            <a:extLst>
              <a:ext uri="{FF2B5EF4-FFF2-40B4-BE49-F238E27FC236}">
                <a16:creationId xmlns:a16="http://schemas.microsoft.com/office/drawing/2014/main" id="{08C46828-094C-4B36-8858-13B6A1723477}"/>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01D840A-56EB-4578-9FB8-4FC68FCC3A8A}" type="slidenum">
              <a:rPr lang="en-US" altLang="en-US" smtClean="0"/>
              <a:pPr/>
              <a:t>37</a:t>
            </a:fld>
            <a:endParaRPr lang="en-US" alt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a:extLst>
              <a:ext uri="{FF2B5EF4-FFF2-40B4-BE49-F238E27FC236}">
                <a16:creationId xmlns:a16="http://schemas.microsoft.com/office/drawing/2014/main" id="{D8909DAC-0B32-4C99-A080-948E63B36E66}"/>
              </a:ext>
            </a:extLst>
          </p:cNvPr>
          <p:cNvSpPr>
            <a:spLocks noGrp="1" noChangeArrowheads="1"/>
          </p:cNvSpPr>
          <p:nvPr>
            <p:ph type="body" sz="quarter" idx="4294967295"/>
          </p:nvPr>
        </p:nvSpPr>
        <p:spPr bwMode="auto">
          <a:xfrm>
            <a:off x="762000" y="1600200"/>
            <a:ext cx="8153400" cy="4495800"/>
          </a:xfrm>
          <a:prstGeom prst="rect">
            <a:avLst/>
          </a:prstGeom>
          <a:solidFill>
            <a:srgbClr val="FFFFFF"/>
          </a:solidFill>
          <a:ln>
            <a:miter lim="800000"/>
            <a:headEnd/>
            <a:tailEnd/>
          </a:ln>
        </p:spPr>
        <p:txBody>
          <a:bodyPr lIns="0" rIns="0"/>
          <a:lstStyle/>
          <a:p>
            <a:pPr marL="0" indent="0">
              <a:spcBef>
                <a:spcPct val="20000"/>
              </a:spcBef>
              <a:defRPr/>
            </a:pPr>
            <a:r>
              <a:rPr lang="en-US" altLang="en-US" dirty="0"/>
              <a:t>Gives a measure of variation by summarizing the </a:t>
            </a:r>
            <a:r>
              <a:rPr lang="en-US" altLang="en-US" dirty="0">
                <a:solidFill>
                  <a:schemeClr val="tx1"/>
                </a:solidFill>
              </a:rPr>
              <a:t>deviations of each observation from the mean and calculating an adjusted average of these deviations.</a:t>
            </a:r>
          </a:p>
          <a:p>
            <a:pPr marL="0" indent="0">
              <a:spcBef>
                <a:spcPct val="20000"/>
              </a:spcBef>
              <a:defRPr/>
            </a:pPr>
            <a:endParaRPr lang="en-US" altLang="en-US" dirty="0">
              <a:solidFill>
                <a:schemeClr val="tx1"/>
              </a:solidFill>
            </a:endParaRPr>
          </a:p>
          <a:p>
            <a:pPr marL="0" indent="0">
              <a:spcBef>
                <a:spcPct val="20000"/>
              </a:spcBef>
              <a:defRPr/>
            </a:pPr>
            <a:endParaRPr lang="en-US" altLang="en-US" dirty="0">
              <a:solidFill>
                <a:schemeClr val="tx1"/>
              </a:solidFill>
            </a:endParaRPr>
          </a:p>
          <a:p>
            <a:pPr marL="0" indent="0">
              <a:spcBef>
                <a:spcPct val="20000"/>
              </a:spcBef>
              <a:defRPr/>
            </a:pPr>
            <a:endParaRPr lang="en-US" altLang="en-US" dirty="0">
              <a:solidFill>
                <a:schemeClr val="tx1"/>
              </a:solidFill>
            </a:endParaRPr>
          </a:p>
          <a:p>
            <a:pPr marL="0" indent="0">
              <a:spcBef>
                <a:spcPct val="20000"/>
              </a:spcBef>
              <a:defRPr/>
            </a:pPr>
            <a:endParaRPr lang="en-US" altLang="en-US" dirty="0">
              <a:solidFill>
                <a:schemeClr val="tx1"/>
              </a:solidFill>
            </a:endParaRPr>
          </a:p>
          <a:p>
            <a:pPr marL="0" indent="0">
              <a:spcBef>
                <a:spcPct val="20000"/>
              </a:spcBef>
              <a:defRPr/>
            </a:pPr>
            <a:endParaRPr lang="en-US" altLang="en-US" dirty="0">
              <a:solidFill>
                <a:schemeClr val="tx1"/>
              </a:solidFill>
            </a:endParaRPr>
          </a:p>
          <a:p>
            <a:pPr marL="0" indent="0">
              <a:spcBef>
                <a:spcPct val="20000"/>
              </a:spcBef>
              <a:defRPr/>
            </a:pPr>
            <a:endParaRPr lang="en-US" altLang="en-US" dirty="0">
              <a:solidFill>
                <a:schemeClr val="tx1"/>
              </a:solidFill>
            </a:endParaRPr>
          </a:p>
          <a:p>
            <a:pPr marL="0" indent="0">
              <a:spcBef>
                <a:spcPct val="20000"/>
              </a:spcBef>
              <a:defRPr/>
            </a:pPr>
            <a:r>
              <a:rPr lang="en-US" altLang="en-US" dirty="0">
                <a:solidFill>
                  <a:schemeClr val="tx1"/>
                </a:solidFill>
              </a:rPr>
              <a:t>The larger the standard deviation, </a:t>
            </a:r>
            <a:r>
              <a:rPr lang="en-US" altLang="en-US" i="1" dirty="0">
                <a:solidFill>
                  <a:schemeClr val="tx1"/>
                </a:solidFill>
                <a:latin typeface="+mj-lt"/>
              </a:rPr>
              <a:t>s</a:t>
            </a:r>
            <a:r>
              <a:rPr lang="en-US" altLang="en-US" dirty="0">
                <a:solidFill>
                  <a:schemeClr val="tx1"/>
                </a:solidFill>
              </a:rPr>
              <a:t>, the greater the variability of the data.</a:t>
            </a:r>
          </a:p>
          <a:p>
            <a:pPr marL="0" indent="0">
              <a:spcBef>
                <a:spcPct val="20000"/>
              </a:spcBef>
              <a:defRPr/>
            </a:pPr>
            <a:endParaRPr lang="en-US" altLang="en-US" sz="3200" dirty="0">
              <a:latin typeface="Times New Roman" pitchFamily="-80" charset="0"/>
            </a:endParaRPr>
          </a:p>
          <a:p>
            <a:pPr marL="0" indent="0">
              <a:spcBef>
                <a:spcPct val="20000"/>
              </a:spcBef>
              <a:buFont typeface="Times New Roman" pitchFamily="-80" charset="0"/>
              <a:buChar char="•"/>
              <a:defRPr/>
            </a:pPr>
            <a:endParaRPr lang="en-US" altLang="en-US" sz="3200" dirty="0">
              <a:latin typeface="Times New Roman" pitchFamily="-80" charset="0"/>
            </a:endParaRPr>
          </a:p>
        </p:txBody>
      </p:sp>
      <p:sp>
        <p:nvSpPr>
          <p:cNvPr id="80899" name="Rectangle 2">
            <a:extLst>
              <a:ext uri="{FF2B5EF4-FFF2-40B4-BE49-F238E27FC236}">
                <a16:creationId xmlns:a16="http://schemas.microsoft.com/office/drawing/2014/main" id="{FEA1A22C-98A9-4219-B85D-A98B808F3182}"/>
              </a:ext>
            </a:extLst>
          </p:cNvPr>
          <p:cNvSpPr>
            <a:spLocks noGrp="1" noChangeArrowheads="1"/>
          </p:cNvSpPr>
          <p:nvPr>
            <p:ph type="title" idx="4294967295"/>
          </p:nvPr>
        </p:nvSpPr>
        <p:spPr bwMode="auto">
          <a:xfrm>
            <a:off x="762000" y="106363"/>
            <a:ext cx="8077200" cy="1036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b="1" dirty="0">
                <a:latin typeface="Arial" panose="020B0604020202020204" pitchFamily="34" charset="0"/>
              </a:rPr>
            </a:br>
            <a:r>
              <a:rPr lang="en-US" altLang="en-US" b="1" dirty="0">
                <a:latin typeface="Arial" panose="020B0604020202020204" pitchFamily="34" charset="0"/>
              </a:rPr>
              <a:t>The Standard Deviation </a:t>
            </a:r>
            <a:r>
              <a:rPr lang="en-US" altLang="en-US" b="1" i="1" dirty="0">
                <a:latin typeface="Arial" panose="020B0604020202020204" pitchFamily="34" charset="0"/>
              </a:rPr>
              <a:t>s </a:t>
            </a:r>
            <a:r>
              <a:rPr lang="en-US" altLang="en-US" b="1" dirty="0">
                <a:latin typeface="Arial" panose="020B0604020202020204" pitchFamily="34" charset="0"/>
              </a:rPr>
              <a:t>of </a:t>
            </a:r>
            <a:r>
              <a:rPr lang="en-US" altLang="en-US" b="1" i="1" dirty="0">
                <a:latin typeface="Arial" panose="020B0604020202020204" pitchFamily="34" charset="0"/>
              </a:rPr>
              <a:t>n</a:t>
            </a:r>
            <a:r>
              <a:rPr lang="en-US" altLang="en-US" b="1" dirty="0">
                <a:latin typeface="Arial" panose="020B0604020202020204" pitchFamily="34" charset="0"/>
              </a:rPr>
              <a:t> Observations</a:t>
            </a:r>
          </a:p>
        </p:txBody>
      </p:sp>
      <p:pic>
        <p:nvPicPr>
          <p:cNvPr id="80900" name="Object 4">
            <a:extLst>
              <a:ext uri="{FF2B5EF4-FFF2-40B4-BE49-F238E27FC236}">
                <a16:creationId xmlns:a16="http://schemas.microsoft.com/office/drawing/2014/main" id="{95405CEC-9137-4EDF-BB7A-C9D6E135EC8D}"/>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2395538" y="3195638"/>
            <a:ext cx="3687762" cy="1652587"/>
          </a:xfrm>
          <a:prstGeom prst="rect">
            <a:avLst/>
          </a:prstGeom>
          <a:noFill/>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Slide Number Placeholder 1">
            <a:extLst>
              <a:ext uri="{FF2B5EF4-FFF2-40B4-BE49-F238E27FC236}">
                <a16:creationId xmlns:a16="http://schemas.microsoft.com/office/drawing/2014/main" id="{C3CAB08A-72DC-49F2-BF5C-BA17EE178E81}"/>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4D83F28-4135-4D45-B28D-0D96858C6409}" type="slidenum">
              <a:rPr lang="en-US" altLang="en-US" smtClean="0"/>
              <a:pPr/>
              <a:t>38</a:t>
            </a:fld>
            <a:endParaRPr lang="en-US" alt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6470B5B0-E05A-4A50-ABAF-347EBEF08A33}"/>
              </a:ext>
            </a:extLst>
          </p:cNvPr>
          <p:cNvSpPr>
            <a:spLocks noChangeArrowheads="1"/>
          </p:cNvSpPr>
          <p:nvPr/>
        </p:nvSpPr>
        <p:spPr bwMode="auto">
          <a:xfrm>
            <a:off x="762000" y="165100"/>
            <a:ext cx="79248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p>
            <a:pPr>
              <a:buClr>
                <a:srgbClr val="000000"/>
              </a:buClr>
              <a:buSzPct val="100000"/>
              <a:buFont typeface="Times New Roman" panose="02020603050405020304" pitchFamily="18" charset="0"/>
              <a:buNone/>
            </a:pPr>
            <a:br>
              <a:rPr lang="en-US" altLang="en-US" sz="2800" dirty="0">
                <a:solidFill>
                  <a:schemeClr val="tx1"/>
                </a:solidFill>
              </a:rPr>
            </a:br>
            <a:r>
              <a:rPr lang="en-US" altLang="en-US" sz="3200" b="1" dirty="0">
                <a:solidFill>
                  <a:schemeClr val="tx1"/>
                </a:solidFill>
                <a:latin typeface="Arial" panose="020B0604020202020204" pitchFamily="34" charset="0"/>
              </a:rPr>
              <a:t>Standard Deviation Example</a:t>
            </a:r>
          </a:p>
        </p:txBody>
      </p:sp>
      <p:sp>
        <p:nvSpPr>
          <p:cNvPr id="4" name="Text Placeholder 3">
            <a:extLst>
              <a:ext uri="{FF2B5EF4-FFF2-40B4-BE49-F238E27FC236}">
                <a16:creationId xmlns:a16="http://schemas.microsoft.com/office/drawing/2014/main" id="{CD32F069-DF76-4C9D-A3B0-939C8BF0EAB5}"/>
              </a:ext>
            </a:extLst>
          </p:cNvPr>
          <p:cNvSpPr>
            <a:spLocks noGrp="1" noRot="1" noChangeAspect="1" noMove="1" noResize="1" noEditPoints="1" noAdjustHandles="1" noChangeArrowheads="1" noChangeShapeType="1" noTextEdit="1"/>
          </p:cNvSpPr>
          <p:nvPr>
            <p:ph type="body" sz="quarter" idx="4294967295"/>
          </p:nvPr>
        </p:nvSpPr>
        <p:spPr bwMode="auto">
          <a:xfrm>
            <a:off x="762000" y="1600200"/>
            <a:ext cx="8153400" cy="4495800"/>
          </a:xfrm>
          <a:prstGeom prst="rect">
            <a:avLst/>
          </a:prstGeom>
          <a:blipFill>
            <a:blip r:embed="rId3"/>
            <a:stretch>
              <a:fillRect l="-2242" t="-950" b="-2035"/>
            </a:stretch>
          </a:blipFill>
          <a:ln>
            <a:miter lim="800000"/>
            <a:headEnd/>
            <a:tailEnd/>
          </a:ln>
        </p:spPr>
        <p:txBody>
          <a:bodyPr/>
          <a:lstStyle/>
          <a:p>
            <a:pPr>
              <a:defRPr/>
            </a:pPr>
            <a:r>
              <a:rPr lang="en-US">
                <a:noFill/>
              </a:rPr>
              <a:t> </a:t>
            </a:r>
          </a:p>
        </p:txBody>
      </p:sp>
      <p:sp>
        <p:nvSpPr>
          <p:cNvPr id="82948" name="Slide Number Placeholder 1">
            <a:extLst>
              <a:ext uri="{FF2B5EF4-FFF2-40B4-BE49-F238E27FC236}">
                <a16:creationId xmlns:a16="http://schemas.microsoft.com/office/drawing/2014/main" id="{C235BCD3-AF27-4318-BE4E-1EA8C1967F8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BD4B7D8-20EB-42A6-A503-D9140672A8D8}" type="slidenum">
              <a:rPr lang="en-US" altLang="en-US" smtClean="0"/>
              <a:pPr/>
              <a:t>39</a:t>
            </a:fld>
            <a:endParaRPr lang="en-US" alt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CB80624C-50C5-4843-A4A8-51373F549968}"/>
              </a:ext>
            </a:extLst>
          </p:cNvPr>
          <p:cNvSpPr>
            <a:spLocks noGrp="1" noChangeArrowheads="1"/>
          </p:cNvSpPr>
          <p:nvPr>
            <p:ph type="body" sz="quarter" idx="4294967295"/>
          </p:nvPr>
        </p:nvSpPr>
        <p:spPr bwMode="auto">
          <a:xfrm>
            <a:off x="609600" y="1524000"/>
            <a:ext cx="8534400" cy="4724400"/>
          </a:xfrm>
          <a:prstGeom prst="rect">
            <a:avLst/>
          </a:prstGeom>
          <a:solidFill>
            <a:srgbClr val="FFFFFF"/>
          </a:solidFill>
          <a:ln>
            <a:miter lim="800000"/>
            <a:headEnd/>
            <a:tailEnd/>
          </a:ln>
        </p:spPr>
        <p:txBody>
          <a:bodyPr lIns="0" rIns="0"/>
          <a:lstStyle/>
          <a:p>
            <a:pPr marL="0" indent="0">
              <a:defRPr/>
            </a:pPr>
            <a:r>
              <a:rPr lang="en-US" altLang="en-US" sz="2200" dirty="0"/>
              <a:t>The most basic property of the standard deviation is this:</a:t>
            </a:r>
          </a:p>
          <a:p>
            <a:pPr marL="0" indent="0">
              <a:defRPr/>
            </a:pPr>
            <a:endParaRPr lang="en-US" altLang="en-US" sz="2200" dirty="0"/>
          </a:p>
          <a:p>
            <a:pPr marL="0" indent="0">
              <a:defRPr/>
            </a:pPr>
            <a:r>
              <a:rPr lang="en-US" altLang="en-US" sz="2200" dirty="0"/>
              <a:t>The </a:t>
            </a:r>
            <a:r>
              <a:rPr lang="en-US" altLang="en-US" sz="2200" b="1" dirty="0"/>
              <a:t>larger</a:t>
            </a:r>
            <a:r>
              <a:rPr lang="en-US" altLang="en-US" sz="2200" dirty="0"/>
              <a:t> the standard deviation </a:t>
            </a:r>
            <a:r>
              <a:rPr lang="en-US" altLang="en-US" sz="2200" i="1" dirty="0">
                <a:latin typeface="+mj-lt"/>
              </a:rPr>
              <a:t>S</a:t>
            </a:r>
            <a:r>
              <a:rPr lang="en-US" altLang="en-US" sz="2200" dirty="0"/>
              <a:t>, the </a:t>
            </a:r>
            <a:r>
              <a:rPr lang="en-US" altLang="en-US" sz="2200" b="1" dirty="0"/>
              <a:t>greater</a:t>
            </a:r>
            <a:r>
              <a:rPr lang="en-US" altLang="en-US" sz="2200" dirty="0"/>
              <a:t> the variability of the data.</a:t>
            </a:r>
          </a:p>
          <a:p>
            <a:pPr>
              <a:buFont typeface="Wingdings" panose="05000000000000000000" pitchFamily="2" charset="2"/>
              <a:buChar char="§"/>
              <a:defRPr/>
            </a:pPr>
            <a:r>
              <a:rPr lang="en-US" altLang="en-US" sz="2200" i="1" dirty="0">
                <a:latin typeface="+mj-lt"/>
              </a:rPr>
              <a:t>S</a:t>
            </a:r>
            <a:r>
              <a:rPr lang="en-US" altLang="en-US" sz="2200" i="1" dirty="0"/>
              <a:t> </a:t>
            </a:r>
            <a:r>
              <a:rPr lang="en-US" altLang="en-US" sz="2200" dirty="0"/>
              <a:t>measures the spread of the data.</a:t>
            </a:r>
          </a:p>
          <a:p>
            <a:pPr>
              <a:buFont typeface="Wingdings" panose="05000000000000000000" pitchFamily="2" charset="2"/>
              <a:buChar char="§"/>
              <a:defRPr/>
            </a:pPr>
            <a:r>
              <a:rPr lang="en-US" altLang="en-US" sz="2200" i="1" dirty="0">
                <a:latin typeface="+mj-lt"/>
              </a:rPr>
              <a:t>S</a:t>
            </a:r>
            <a:r>
              <a:rPr lang="en-US" altLang="en-US" sz="2200" i="1" dirty="0"/>
              <a:t> = </a:t>
            </a:r>
            <a:r>
              <a:rPr lang="en-US" altLang="en-US" sz="2200" dirty="0"/>
              <a:t>0</a:t>
            </a:r>
            <a:r>
              <a:rPr lang="en-US" altLang="en-US" sz="2200" i="1" dirty="0"/>
              <a:t> </a:t>
            </a:r>
            <a:r>
              <a:rPr lang="en-US" altLang="en-US" sz="2200" dirty="0"/>
              <a:t>only when all observations have the same value, otherwise  </a:t>
            </a:r>
            <a:r>
              <a:rPr lang="en-US" altLang="en-US" sz="2200" i="1" dirty="0">
                <a:latin typeface="+mj-lt"/>
              </a:rPr>
              <a:t>S</a:t>
            </a:r>
            <a:r>
              <a:rPr lang="en-US" altLang="en-US" sz="2200" dirty="0"/>
              <a:t> &gt; 0. As the spread of the data increases, </a:t>
            </a:r>
            <a:r>
              <a:rPr lang="en-US" altLang="en-US" sz="2200" i="1" dirty="0">
                <a:latin typeface="+mj-lt"/>
              </a:rPr>
              <a:t>S</a:t>
            </a:r>
            <a:r>
              <a:rPr lang="en-US" altLang="en-US" sz="2200" i="1" dirty="0"/>
              <a:t> </a:t>
            </a:r>
            <a:r>
              <a:rPr lang="en-US" altLang="en-US" sz="2200" dirty="0"/>
              <a:t>gets larger. </a:t>
            </a:r>
          </a:p>
          <a:p>
            <a:pPr marL="0" indent="0">
              <a:buFont typeface="Wingdings" pitchFamily="-80" charset="2"/>
              <a:buChar char="§"/>
              <a:defRPr/>
            </a:pPr>
            <a:r>
              <a:rPr lang="en-US" altLang="en-US" sz="2200" dirty="0"/>
              <a:t>   </a:t>
            </a:r>
            <a:r>
              <a:rPr lang="en-US" altLang="en-US" sz="2200" i="1" dirty="0">
                <a:latin typeface="+mj-lt"/>
              </a:rPr>
              <a:t>S</a:t>
            </a:r>
            <a:r>
              <a:rPr lang="en-US" altLang="en-US" sz="2200" i="1" dirty="0"/>
              <a:t> </a:t>
            </a:r>
            <a:r>
              <a:rPr lang="en-US" altLang="en-US" sz="2200" dirty="0"/>
              <a:t>has the same units of measurement as the original </a:t>
            </a:r>
          </a:p>
          <a:p>
            <a:pPr marL="0" indent="0">
              <a:defRPr/>
            </a:pPr>
            <a:r>
              <a:rPr lang="en-US" altLang="en-US" sz="2200" dirty="0"/>
              <a:t>     observations. The variance = </a:t>
            </a:r>
            <a:r>
              <a:rPr lang="en-US" altLang="en-US" sz="2200" i="1" dirty="0">
                <a:latin typeface="+mj-lt"/>
              </a:rPr>
              <a:t>S </a:t>
            </a:r>
            <a:r>
              <a:rPr lang="en-US" altLang="en-US" sz="2200" baseline="30000" dirty="0"/>
              <a:t>2</a:t>
            </a:r>
            <a:r>
              <a:rPr lang="en-US" altLang="en-US" sz="2200" dirty="0"/>
              <a:t> has units that are squared.</a:t>
            </a:r>
          </a:p>
          <a:p>
            <a:pPr marL="0" indent="0">
              <a:buFont typeface="Wingdings" pitchFamily="-80" charset="2"/>
              <a:buChar char="§"/>
              <a:defRPr/>
            </a:pPr>
            <a:r>
              <a:rPr lang="en-US" altLang="en-US" sz="2200" dirty="0"/>
              <a:t>   </a:t>
            </a:r>
            <a:r>
              <a:rPr lang="en-US" altLang="en-US" sz="2200" i="1" dirty="0">
                <a:latin typeface="+mj-lt"/>
              </a:rPr>
              <a:t>S</a:t>
            </a:r>
            <a:r>
              <a:rPr lang="en-US" altLang="en-US" sz="2200" i="1" dirty="0"/>
              <a:t> </a:t>
            </a:r>
            <a:r>
              <a:rPr lang="en-US" altLang="en-US" sz="2200" dirty="0"/>
              <a:t>is not resistant. Strong skewness or a few outliers can greatly </a:t>
            </a:r>
          </a:p>
          <a:p>
            <a:pPr marL="0" indent="0">
              <a:defRPr/>
            </a:pPr>
            <a:r>
              <a:rPr lang="en-US" altLang="en-US" sz="2200" dirty="0"/>
              <a:t>     increase </a:t>
            </a:r>
            <a:r>
              <a:rPr lang="en-US" altLang="en-US" sz="2200" i="1" dirty="0">
                <a:latin typeface="+mj-lt"/>
              </a:rPr>
              <a:t>S</a:t>
            </a:r>
            <a:r>
              <a:rPr lang="en-US" altLang="en-US" sz="2200" i="1" dirty="0"/>
              <a:t>.</a:t>
            </a:r>
            <a:endParaRPr lang="en-US" altLang="en-US" sz="2200" dirty="0"/>
          </a:p>
        </p:txBody>
      </p:sp>
      <p:sp>
        <p:nvSpPr>
          <p:cNvPr id="84995" name="Rectangle 2">
            <a:extLst>
              <a:ext uri="{FF2B5EF4-FFF2-40B4-BE49-F238E27FC236}">
                <a16:creationId xmlns:a16="http://schemas.microsoft.com/office/drawing/2014/main" id="{3C24CDDF-D036-4AE6-A66C-0D81374097FB}"/>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Properties of the Standard Deviation</a:t>
            </a:r>
          </a:p>
        </p:txBody>
      </p:sp>
      <p:sp>
        <p:nvSpPr>
          <p:cNvPr id="84996" name="Slide Number Placeholder 1">
            <a:extLst>
              <a:ext uri="{FF2B5EF4-FFF2-40B4-BE49-F238E27FC236}">
                <a16:creationId xmlns:a16="http://schemas.microsoft.com/office/drawing/2014/main" id="{242D2A79-CC80-448B-ACCB-D38C37BE1EC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244AF90-9795-42E5-9708-CA2601BD20F5}" type="slidenum">
              <a:rPr lang="en-US" altLang="en-US" smtClean="0"/>
              <a:pPr/>
              <a:t>40</a:t>
            </a:fld>
            <a:endParaRPr lang="en-US" alt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C1A844D2-D327-4518-9784-527A5EC4B336}"/>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Magnitude of </a:t>
            </a:r>
            <a:r>
              <a:rPr lang="en-US" altLang="en-US" b="1" i="1">
                <a:latin typeface="Arial" panose="020B0604020202020204" pitchFamily="34" charset="0"/>
              </a:rPr>
              <a:t>s</a:t>
            </a:r>
            <a:r>
              <a:rPr lang="en-US" altLang="en-US" b="1">
                <a:latin typeface="Arial" panose="020B0604020202020204" pitchFamily="34" charset="0"/>
              </a:rPr>
              <a:t>: The Empirical Rule</a:t>
            </a:r>
          </a:p>
        </p:txBody>
      </p:sp>
      <p:sp>
        <p:nvSpPr>
          <p:cNvPr id="5" name="Rectangle 3">
            <a:extLst>
              <a:ext uri="{FF2B5EF4-FFF2-40B4-BE49-F238E27FC236}">
                <a16:creationId xmlns:a16="http://schemas.microsoft.com/office/drawing/2014/main" id="{1ACEF2B5-3057-40F8-A235-F549F3C3D0C5}"/>
              </a:ext>
            </a:extLst>
          </p:cNvPr>
          <p:cNvSpPr>
            <a:spLocks noGrp="1" noRot="1" noChangeAspect="1" noMove="1" noResize="1" noEditPoints="1" noAdjustHandles="1" noChangeArrowheads="1" noChangeShapeType="1" noTextEdit="1"/>
          </p:cNvSpPr>
          <p:nvPr>
            <p:ph type="body" sz="quarter" idx="4294967295"/>
          </p:nvPr>
        </p:nvSpPr>
        <p:spPr bwMode="auto">
          <a:xfrm>
            <a:off x="609600" y="1524000"/>
            <a:ext cx="8077200" cy="4724400"/>
          </a:xfrm>
          <a:prstGeom prst="rect">
            <a:avLst/>
          </a:prstGeom>
          <a:blipFill>
            <a:blip r:embed="rId3"/>
            <a:stretch>
              <a:fillRect l="-2113" t="-774" r="-1434"/>
            </a:stretch>
          </a:blipFill>
          <a:ln>
            <a:miter lim="800000"/>
            <a:headEnd/>
            <a:tailEnd/>
          </a:ln>
        </p:spPr>
        <p:txBody>
          <a:bodyPr/>
          <a:lstStyle/>
          <a:p>
            <a:pPr>
              <a:defRPr/>
            </a:pPr>
            <a:r>
              <a:rPr lang="en-US">
                <a:noFill/>
              </a:rPr>
              <a:t> </a:t>
            </a:r>
          </a:p>
        </p:txBody>
      </p:sp>
      <p:sp>
        <p:nvSpPr>
          <p:cNvPr id="87044" name="Slide Number Placeholder 1">
            <a:extLst>
              <a:ext uri="{FF2B5EF4-FFF2-40B4-BE49-F238E27FC236}">
                <a16:creationId xmlns:a16="http://schemas.microsoft.com/office/drawing/2014/main" id="{9A2F1DF6-4F28-48F6-B1F7-2AFA0545B674}"/>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55657E6-0DF0-4BD2-A072-256055AF9970}" type="slidenum">
              <a:rPr lang="en-US" altLang="en-US" smtClean="0"/>
              <a:pPr/>
              <a:t>41</a:t>
            </a:fld>
            <a:endParaRPr lang="en-US" alt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Box 1">
            <a:extLst>
              <a:ext uri="{FF2B5EF4-FFF2-40B4-BE49-F238E27FC236}">
                <a16:creationId xmlns:a16="http://schemas.microsoft.com/office/drawing/2014/main" id="{F2EA592B-941A-4615-8735-EBE9FE3CCD50}"/>
              </a:ext>
            </a:extLst>
          </p:cNvPr>
          <p:cNvSpPr txBox="1">
            <a:spLocks noChangeArrowheads="1"/>
          </p:cNvSpPr>
          <p:nvPr/>
        </p:nvSpPr>
        <p:spPr bwMode="auto">
          <a:xfrm>
            <a:off x="381000" y="5410200"/>
            <a:ext cx="845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2.12 The Empirical Rule. </a:t>
            </a:r>
            <a:r>
              <a:rPr lang="en-US" altLang="en-US" sz="1600">
                <a:solidFill>
                  <a:schemeClr val="tx1"/>
                </a:solidFill>
                <a:latin typeface="Arial" panose="020B0604020202020204" pitchFamily="34" charset="0"/>
              </a:rPr>
              <a:t>For bell-shaped distributions, this tells us approximately how much of the data fall within 1, 2, and 3 standard deviations of the mean.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About what percentage would fall more than 2 standard deviations from the mean?</a:t>
            </a:r>
          </a:p>
        </p:txBody>
      </p:sp>
      <p:sp>
        <p:nvSpPr>
          <p:cNvPr id="89091" name="Rectangle 2">
            <a:extLst>
              <a:ext uri="{FF2B5EF4-FFF2-40B4-BE49-F238E27FC236}">
                <a16:creationId xmlns:a16="http://schemas.microsoft.com/office/drawing/2014/main" id="{F6DF4320-B7FF-4A8D-8FC0-AD696312D965}"/>
              </a:ext>
            </a:extLst>
          </p:cNvPr>
          <p:cNvSpPr>
            <a:spLocks noChangeArrowheads="1"/>
          </p:cNvSpPr>
          <p:nvPr/>
        </p:nvSpPr>
        <p:spPr bwMode="auto">
          <a:xfrm>
            <a:off x="762000" y="165100"/>
            <a:ext cx="79248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br>
              <a:rPr lang="en-US" altLang="en-US" sz="2800">
                <a:solidFill>
                  <a:schemeClr val="tx1"/>
                </a:solidFill>
              </a:rPr>
            </a:br>
            <a:r>
              <a:rPr lang="en-US" altLang="en-US" sz="3200" b="1">
                <a:solidFill>
                  <a:schemeClr val="tx1"/>
                </a:solidFill>
                <a:latin typeface="Arial" panose="020B0604020202020204" pitchFamily="34" charset="0"/>
              </a:rPr>
              <a:t>Magnitude of </a:t>
            </a:r>
            <a:r>
              <a:rPr lang="en-US" altLang="en-US" sz="3200" b="1" i="1">
                <a:solidFill>
                  <a:schemeClr val="tx1"/>
                </a:solidFill>
                <a:latin typeface="Arial" panose="020B0604020202020204" pitchFamily="34" charset="0"/>
              </a:rPr>
              <a:t>s</a:t>
            </a:r>
            <a:r>
              <a:rPr lang="en-US" altLang="en-US" sz="3200" b="1">
                <a:solidFill>
                  <a:schemeClr val="tx1"/>
                </a:solidFill>
                <a:latin typeface="Arial" panose="020B0604020202020204" pitchFamily="34" charset="0"/>
              </a:rPr>
              <a:t>: The Empirical Rule</a:t>
            </a:r>
          </a:p>
        </p:txBody>
      </p:sp>
      <p:pic>
        <p:nvPicPr>
          <p:cNvPr id="89092" name="Picture 1">
            <a:extLst>
              <a:ext uri="{FF2B5EF4-FFF2-40B4-BE49-F238E27FC236}">
                <a16:creationId xmlns:a16="http://schemas.microsoft.com/office/drawing/2014/main" id="{776AA512-05A0-439E-BC98-9DD45A9613C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79563" y="1485900"/>
            <a:ext cx="6289675" cy="383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3" name="Slide Number Placeholder 1">
            <a:extLst>
              <a:ext uri="{FF2B5EF4-FFF2-40B4-BE49-F238E27FC236}">
                <a16:creationId xmlns:a16="http://schemas.microsoft.com/office/drawing/2014/main" id="{479803F7-AB6E-4A5C-B2F1-EFBC9DB3E26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DC0D631-C239-4552-AB49-3727EEB83A88}" type="slidenum">
              <a:rPr lang="en-US" altLang="en-US" smtClean="0"/>
              <a:pPr/>
              <a:t>42</a:t>
            </a:fld>
            <a:endParaRPr lang="en-US" alt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
            <a:extLst>
              <a:ext uri="{FF2B5EF4-FFF2-40B4-BE49-F238E27FC236}">
                <a16:creationId xmlns:a16="http://schemas.microsoft.com/office/drawing/2014/main" id="{FB72033E-D582-417D-AA74-5A2E08EE8D52}"/>
              </a:ext>
            </a:extLst>
          </p:cNvPr>
          <p:cNvSpPr>
            <a:spLocks noChangeArrowheads="1"/>
          </p:cNvSpPr>
          <p:nvPr/>
        </p:nvSpPr>
        <p:spPr bwMode="auto">
          <a:xfrm>
            <a:off x="1541463" y="2651125"/>
            <a:ext cx="6450012"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spcBef>
                <a:spcPts val="700"/>
              </a:spcBef>
              <a:buClr>
                <a:srgbClr val="000000"/>
              </a:buClr>
              <a:buSzPct val="100000"/>
              <a:buFont typeface="Times New Roman" panose="02020603050405020304" pitchFamily="18" charset="0"/>
              <a:buNone/>
            </a:pPr>
            <a:r>
              <a:rPr lang="en-US" altLang="en-US" sz="4400" b="1">
                <a:solidFill>
                  <a:schemeClr val="tx1"/>
                </a:solidFill>
                <a:latin typeface="Arial" panose="020B0604020202020204" pitchFamily="34" charset="0"/>
              </a:rPr>
              <a:t>Using Measures of Position to Describe Variability</a:t>
            </a:r>
          </a:p>
        </p:txBody>
      </p:sp>
      <p:sp>
        <p:nvSpPr>
          <p:cNvPr id="91139" name="Slide Number Placeholder 1">
            <a:extLst>
              <a:ext uri="{FF2B5EF4-FFF2-40B4-BE49-F238E27FC236}">
                <a16:creationId xmlns:a16="http://schemas.microsoft.com/office/drawing/2014/main" id="{37F90F4A-D487-4C29-A351-D3BF8A8AA753}"/>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DD21A59-F354-4B11-8A1C-D4C6C710B015}" type="slidenum">
              <a:rPr lang="en-US" altLang="en-US" smtClean="0"/>
              <a:pPr/>
              <a:t>43</a:t>
            </a:fld>
            <a:endParaRPr lang="en-US" alt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3">
            <a:extLst>
              <a:ext uri="{FF2B5EF4-FFF2-40B4-BE49-F238E27FC236}">
                <a16:creationId xmlns:a16="http://schemas.microsoft.com/office/drawing/2014/main" id="{13FEF76B-2EBA-4F7B-B926-6A7352C139EA}"/>
              </a:ext>
            </a:extLst>
          </p:cNvPr>
          <p:cNvSpPr>
            <a:spLocks noGrp="1" noChangeArrowheads="1"/>
          </p:cNvSpPr>
          <p:nvPr>
            <p:ph type="body" sz="quarter" idx="4294967295"/>
          </p:nvPr>
        </p:nvSpPr>
        <p:spPr bwMode="auto">
          <a:xfrm>
            <a:off x="457200" y="1600200"/>
            <a:ext cx="8229600" cy="9239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The    </a:t>
            </a:r>
            <a:r>
              <a:rPr lang="en-US" altLang="en-US" baseline="30000" dirty="0" err="1"/>
              <a:t>th</a:t>
            </a:r>
            <a:r>
              <a:rPr lang="en-US" altLang="en-US" dirty="0"/>
              <a:t> percentile is a value such that </a:t>
            </a:r>
            <a:r>
              <a:rPr lang="en-US" altLang="en-US" i="1" dirty="0"/>
              <a:t>  </a:t>
            </a:r>
            <a:r>
              <a:rPr lang="en-US" altLang="en-US" dirty="0"/>
              <a:t>  percent of the observations fall below or at that value.</a:t>
            </a:r>
          </a:p>
        </p:txBody>
      </p:sp>
      <p:sp>
        <p:nvSpPr>
          <p:cNvPr id="93187" name="Rectangle 2">
            <a:extLst>
              <a:ext uri="{FF2B5EF4-FFF2-40B4-BE49-F238E27FC236}">
                <a16:creationId xmlns:a16="http://schemas.microsoft.com/office/drawing/2014/main" id="{98E4630A-6C16-4EBC-945B-F25AA8E7B723}"/>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dirty="0"/>
            </a:br>
            <a:r>
              <a:rPr lang="en-US" altLang="en-US" b="1" dirty="0">
                <a:latin typeface="Arial" panose="020B0604020202020204" pitchFamily="34" charset="0"/>
              </a:rPr>
              <a:t>Percentile</a:t>
            </a:r>
            <a:br>
              <a:rPr lang="en-US" altLang="en-US" b="1" dirty="0">
                <a:latin typeface="Arial" panose="020B0604020202020204" pitchFamily="34" charset="0"/>
              </a:rPr>
            </a:br>
            <a:r>
              <a:rPr lang="en-US" altLang="en-US" b="1" dirty="0">
                <a:latin typeface="Arial" panose="020B0604020202020204" pitchFamily="34" charset="0"/>
              </a:rPr>
              <a:t>Median = 50% percentile</a:t>
            </a:r>
          </a:p>
        </p:txBody>
      </p:sp>
      <p:pic>
        <p:nvPicPr>
          <p:cNvPr id="93188" name="Object 6">
            <a:extLst>
              <a:ext uri="{FF2B5EF4-FFF2-40B4-BE49-F238E27FC236}">
                <a16:creationId xmlns:a16="http://schemas.microsoft.com/office/drawing/2014/main" id="{5936B7D7-E94E-4FB8-A715-1E7C2AEFFC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 y="1727200"/>
            <a:ext cx="279400" cy="3175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189" name="Object 7">
            <a:extLst>
              <a:ext uri="{FF2B5EF4-FFF2-40B4-BE49-F238E27FC236}">
                <a16:creationId xmlns:a16="http://schemas.microsoft.com/office/drawing/2014/main" id="{B0242127-65C4-4681-A2D4-62E3811F80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9438" y="1739900"/>
            <a:ext cx="279400" cy="3175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3190" name="Picture 9" descr="2b">
            <a:extLst>
              <a:ext uri="{FF2B5EF4-FFF2-40B4-BE49-F238E27FC236}">
                <a16:creationId xmlns:a16="http://schemas.microsoft.com/office/drawing/2014/main" id="{7C435DE9-ABDA-433A-807B-7DD58023E3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425" y="3117850"/>
            <a:ext cx="35560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1" name="Picture 11" descr="Agresti_3e_Chapter02-42">
            <a:extLst>
              <a:ext uri="{FF2B5EF4-FFF2-40B4-BE49-F238E27FC236}">
                <a16:creationId xmlns:a16="http://schemas.microsoft.com/office/drawing/2014/main" id="{72F7C5E3-D5BA-44F8-9955-45EF119F68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6552" y="2807208"/>
            <a:ext cx="3775075" cy="290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2" name="Slide Number Placeholder 1">
            <a:extLst>
              <a:ext uri="{FF2B5EF4-FFF2-40B4-BE49-F238E27FC236}">
                <a16:creationId xmlns:a16="http://schemas.microsoft.com/office/drawing/2014/main" id="{6A79F7D3-9744-4B8A-8416-43F4B6ED8F19}"/>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4656B69-1F11-4503-A805-0C94254E3C49}" type="slidenum">
              <a:rPr lang="en-US" altLang="en-US" smtClean="0"/>
              <a:pPr/>
              <a:t>44</a:t>
            </a:fld>
            <a:endParaRPr lang="en-US" alt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3">
            <a:extLst>
              <a:ext uri="{FF2B5EF4-FFF2-40B4-BE49-F238E27FC236}">
                <a16:creationId xmlns:a16="http://schemas.microsoft.com/office/drawing/2014/main" id="{4ADCD556-3D4F-41E4-901C-0A6FA61BCC2D}"/>
              </a:ext>
            </a:extLst>
          </p:cNvPr>
          <p:cNvSpPr>
            <a:spLocks noGrp="1" noChangeArrowheads="1"/>
          </p:cNvSpPr>
          <p:nvPr>
            <p:ph type="title" idx="4294967295"/>
          </p:nvPr>
        </p:nvSpPr>
        <p:spPr bwMode="auto">
          <a:xfrm>
            <a:off x="762000" y="242888"/>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Quartiles </a:t>
            </a:r>
          </a:p>
        </p:txBody>
      </p:sp>
      <p:sp>
        <p:nvSpPr>
          <p:cNvPr id="95235" name="TextBox 1">
            <a:extLst>
              <a:ext uri="{FF2B5EF4-FFF2-40B4-BE49-F238E27FC236}">
                <a16:creationId xmlns:a16="http://schemas.microsoft.com/office/drawing/2014/main" id="{967624C7-69BC-4104-97DC-DC3B539250E6}"/>
              </a:ext>
            </a:extLst>
          </p:cNvPr>
          <p:cNvSpPr txBox="1">
            <a:spLocks noChangeArrowheads="1"/>
          </p:cNvSpPr>
          <p:nvPr/>
        </p:nvSpPr>
        <p:spPr bwMode="auto">
          <a:xfrm>
            <a:off x="304800" y="5105400"/>
            <a:ext cx="86868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2.14 The Quartiles Split the Distribution Into Four Parts. </a:t>
            </a:r>
            <a:r>
              <a:rPr lang="en-US" altLang="en-US" sz="1600">
                <a:solidFill>
                  <a:schemeClr val="tx1"/>
                </a:solidFill>
                <a:latin typeface="Arial" panose="020B0604020202020204" pitchFamily="34" charset="0"/>
              </a:rPr>
              <a:t>25% is below the first</a:t>
            </a:r>
          </a:p>
          <a:p>
            <a:pPr eaLnBrk="1" hangingPunct="1">
              <a:buClr>
                <a:srgbClr val="000000"/>
              </a:buClr>
              <a:buSzPct val="100000"/>
              <a:buFont typeface="Times New Roman" panose="02020603050405020304" pitchFamily="18" charset="0"/>
              <a:buNone/>
            </a:pPr>
            <a:r>
              <a:rPr lang="en-US" altLang="en-US" sz="1600">
                <a:solidFill>
                  <a:schemeClr val="tx1"/>
                </a:solidFill>
                <a:latin typeface="Arial" panose="020B0604020202020204" pitchFamily="34" charset="0"/>
              </a:rPr>
              <a:t>quartile (Q1), 25% is between the first quartile and the second quartile (the median, Q2), 25%</a:t>
            </a:r>
          </a:p>
          <a:p>
            <a:pPr eaLnBrk="1" hangingPunct="1">
              <a:buClr>
                <a:srgbClr val="000000"/>
              </a:buClr>
              <a:buSzPct val="100000"/>
              <a:buFont typeface="Times New Roman" panose="02020603050405020304" pitchFamily="18" charset="0"/>
              <a:buNone/>
            </a:pPr>
            <a:r>
              <a:rPr lang="en-US" altLang="en-US" sz="1600">
                <a:solidFill>
                  <a:schemeClr val="tx1"/>
                </a:solidFill>
                <a:latin typeface="Arial" panose="020B0604020202020204" pitchFamily="34" charset="0"/>
              </a:rPr>
              <a:t>is between the second quartile and the third quartile (Q3), and 25% is above the third quartile.</a:t>
            </a:r>
          </a:p>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Question: </a:t>
            </a:r>
            <a:r>
              <a:rPr lang="en-US" altLang="en-US" sz="1600">
                <a:solidFill>
                  <a:schemeClr val="tx1"/>
                </a:solidFill>
                <a:latin typeface="Arial" panose="020B0604020202020204" pitchFamily="34" charset="0"/>
              </a:rPr>
              <a:t>Why is the second quartile also the median?</a:t>
            </a:r>
          </a:p>
        </p:txBody>
      </p:sp>
      <p:pic>
        <p:nvPicPr>
          <p:cNvPr id="95236" name="Picture 6" descr="Agresti_3e_Chapter02-43">
            <a:extLst>
              <a:ext uri="{FF2B5EF4-FFF2-40B4-BE49-F238E27FC236}">
                <a16:creationId xmlns:a16="http://schemas.microsoft.com/office/drawing/2014/main" id="{DBF90814-B3D4-4098-9518-B590767B11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5113" y="1447800"/>
            <a:ext cx="4433887" cy="352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7" name="Slide Number Placeholder 1">
            <a:extLst>
              <a:ext uri="{FF2B5EF4-FFF2-40B4-BE49-F238E27FC236}">
                <a16:creationId xmlns:a16="http://schemas.microsoft.com/office/drawing/2014/main" id="{5D897884-81B0-42C5-A15E-2B0168A46B0C}"/>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83B9062-4746-480A-9C10-C75677A05BE7}" type="slidenum">
              <a:rPr lang="en-US" altLang="en-US" smtClean="0"/>
              <a:pPr/>
              <a:t>45</a:t>
            </a:fld>
            <a:endParaRPr lang="en-US" altLang="en-US"/>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a:extLst>
              <a:ext uri="{FF2B5EF4-FFF2-40B4-BE49-F238E27FC236}">
                <a16:creationId xmlns:a16="http://schemas.microsoft.com/office/drawing/2014/main" id="{B7C3C185-A2C0-4527-8DCA-9681D183C9EA}"/>
              </a:ext>
            </a:extLst>
          </p:cNvPr>
          <p:cNvSpPr>
            <a:spLocks noGrp="1" noChangeArrowheads="1"/>
          </p:cNvSpPr>
          <p:nvPr>
            <p:ph type="title" idx="4294967295"/>
          </p:nvPr>
        </p:nvSpPr>
        <p:spPr bwMode="auto">
          <a:xfrm>
            <a:off x="457200" y="398463"/>
            <a:ext cx="8229600" cy="5111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900" b="1">
                <a:latin typeface="Arial" panose="020B0604020202020204" pitchFamily="34" charset="0"/>
              </a:rPr>
            </a:br>
            <a:br>
              <a:rPr lang="en-US" altLang="en-US" sz="2900" b="1">
                <a:latin typeface="Arial" panose="020B0604020202020204" pitchFamily="34" charset="0"/>
              </a:rPr>
            </a:br>
            <a:r>
              <a:rPr lang="en-US" altLang="en-US" sz="2900" b="1">
                <a:latin typeface="Arial" panose="020B0604020202020204" pitchFamily="34" charset="0"/>
              </a:rPr>
              <a:t>SUMMARY: Finding Quartiles</a:t>
            </a:r>
          </a:p>
        </p:txBody>
      </p:sp>
      <p:sp>
        <p:nvSpPr>
          <p:cNvPr id="97283" name="Rectangle 1">
            <a:extLst>
              <a:ext uri="{FF2B5EF4-FFF2-40B4-BE49-F238E27FC236}">
                <a16:creationId xmlns:a16="http://schemas.microsoft.com/office/drawing/2014/main" id="{0AA4A88D-DB11-45B4-B2D7-0DC56B96D720}"/>
              </a:ext>
            </a:extLst>
          </p:cNvPr>
          <p:cNvSpPr>
            <a:spLocks noChangeArrowheads="1"/>
          </p:cNvSpPr>
          <p:nvPr/>
        </p:nvSpPr>
        <p:spPr bwMode="auto">
          <a:xfrm>
            <a:off x="685800" y="1524000"/>
            <a:ext cx="82296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bg1"/>
                </a:solidFill>
                <a:latin typeface="Times New Roman" panose="02020603050405020304" pitchFamily="18" charset="0"/>
                <a:ea typeface="Microsoft YaHei" panose="020B0503020204020204" pitchFamily="34" charset="-122"/>
              </a:defRPr>
            </a:lvl1pPr>
            <a:lvl2pPr>
              <a:defRPr sz="2400">
                <a:solidFill>
                  <a:schemeClr val="bg1"/>
                </a:solidFill>
                <a:latin typeface="Times New Roman" panose="02020603050405020304" pitchFamily="18" charset="0"/>
                <a:ea typeface="Microsoft YaHei" panose="020B0503020204020204" pitchFamily="34" charset="-122"/>
              </a:defRPr>
            </a:lvl2pPr>
            <a:lvl3pPr>
              <a:defRPr sz="2400">
                <a:solidFill>
                  <a:schemeClr val="bg1"/>
                </a:solidFill>
                <a:latin typeface="Times New Roman" panose="02020603050405020304" pitchFamily="18" charset="0"/>
                <a:ea typeface="Microsoft YaHei" panose="020B0503020204020204" pitchFamily="34" charset="-122"/>
              </a:defRPr>
            </a:lvl3pPr>
            <a:lvl4pPr>
              <a:defRPr sz="2400">
                <a:solidFill>
                  <a:schemeClr val="bg1"/>
                </a:solidFill>
                <a:latin typeface="Times New Roman" panose="02020603050405020304" pitchFamily="18" charset="0"/>
                <a:ea typeface="Microsoft YaHei" panose="020B0503020204020204" pitchFamily="34" charset="-122"/>
              </a:defRPr>
            </a:lvl4pPr>
            <a:lvl5pPr>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9pPr>
          </a:lstStyle>
          <a:p>
            <a:pPr eaLnBrk="1" hangingPunct="1">
              <a:buClr>
                <a:srgbClr val="000000"/>
              </a:buClr>
              <a:buSzPct val="100000"/>
              <a:buFont typeface="Wingdings" panose="05000000000000000000" pitchFamily="2" charset="2"/>
              <a:buChar char="§"/>
            </a:pPr>
            <a:r>
              <a:rPr lang="en-US" altLang="en-US">
                <a:solidFill>
                  <a:schemeClr val="tx1"/>
                </a:solidFill>
                <a:latin typeface="Arial" panose="020B0604020202020204" pitchFamily="34" charset="0"/>
              </a:rPr>
              <a:t>Arrange the data in order.</a:t>
            </a:r>
          </a:p>
          <a:p>
            <a:pPr eaLnBrk="1" hangingPunct="1">
              <a:buClr>
                <a:srgbClr val="000000"/>
              </a:buClr>
              <a:buSzPct val="100000"/>
              <a:buFont typeface="Wingdings" panose="05000000000000000000" pitchFamily="2" charset="2"/>
              <a:buChar char="§"/>
            </a:pPr>
            <a:endParaRPr lang="en-US" altLang="en-US">
              <a:solidFill>
                <a:schemeClr val="tx1"/>
              </a:solidFill>
              <a:latin typeface="Arial" panose="020B0604020202020204" pitchFamily="34" charset="0"/>
            </a:endParaRPr>
          </a:p>
          <a:p>
            <a:pPr eaLnBrk="1" hangingPunct="1">
              <a:buClr>
                <a:srgbClr val="000000"/>
              </a:buClr>
              <a:buSzPct val="100000"/>
              <a:buFont typeface="Wingdings" panose="05000000000000000000" pitchFamily="2" charset="2"/>
              <a:buChar char="§"/>
            </a:pPr>
            <a:r>
              <a:rPr lang="en-US" altLang="en-US">
                <a:solidFill>
                  <a:schemeClr val="tx1"/>
                </a:solidFill>
                <a:latin typeface="Arial" panose="020B0604020202020204" pitchFamily="34" charset="0"/>
              </a:rPr>
              <a:t>Consider the median. This is the </a:t>
            </a:r>
            <a:r>
              <a:rPr lang="en-US" altLang="en-US" b="1">
                <a:solidFill>
                  <a:schemeClr val="tx1"/>
                </a:solidFill>
                <a:latin typeface="Arial" panose="020B0604020202020204" pitchFamily="34" charset="0"/>
              </a:rPr>
              <a:t>second quartile, Q2.</a:t>
            </a:r>
          </a:p>
          <a:p>
            <a:pPr eaLnBrk="1" hangingPunct="1">
              <a:buClr>
                <a:srgbClr val="000000"/>
              </a:buClr>
              <a:buSzPct val="100000"/>
              <a:buFont typeface="Wingdings" panose="05000000000000000000" pitchFamily="2" charset="2"/>
              <a:buChar char="§"/>
            </a:pPr>
            <a:endParaRPr lang="en-US" altLang="en-US" b="1">
              <a:solidFill>
                <a:schemeClr val="tx1"/>
              </a:solidFill>
              <a:latin typeface="Arial" panose="020B0604020202020204" pitchFamily="34" charset="0"/>
            </a:endParaRPr>
          </a:p>
          <a:p>
            <a:pPr eaLnBrk="1" hangingPunct="1">
              <a:buClr>
                <a:srgbClr val="000000"/>
              </a:buClr>
              <a:buSzPct val="100000"/>
              <a:buFont typeface="Wingdings" panose="05000000000000000000" pitchFamily="2" charset="2"/>
              <a:buChar char="§"/>
            </a:pPr>
            <a:r>
              <a:rPr lang="en-US" altLang="en-US">
                <a:solidFill>
                  <a:schemeClr val="tx1"/>
                </a:solidFill>
                <a:latin typeface="Arial" panose="020B0604020202020204" pitchFamily="34" charset="0"/>
              </a:rPr>
              <a:t>Consider the lower half of the observations (excluding the median itself if </a:t>
            </a:r>
            <a:r>
              <a:rPr lang="en-US" altLang="en-US" i="1">
                <a:solidFill>
                  <a:schemeClr val="tx1"/>
                </a:solidFill>
                <a:latin typeface="Arial" panose="020B0604020202020204" pitchFamily="34" charset="0"/>
              </a:rPr>
              <a:t>n </a:t>
            </a:r>
            <a:r>
              <a:rPr lang="en-US" altLang="en-US">
                <a:solidFill>
                  <a:schemeClr val="tx1"/>
                </a:solidFill>
                <a:latin typeface="Arial" panose="020B0604020202020204" pitchFamily="34" charset="0"/>
              </a:rPr>
              <a:t>is odd). The median of these observations is the </a:t>
            </a:r>
            <a:r>
              <a:rPr lang="en-US" altLang="en-US" b="1">
                <a:solidFill>
                  <a:schemeClr val="tx1"/>
                </a:solidFill>
                <a:latin typeface="Arial" panose="020B0604020202020204" pitchFamily="34" charset="0"/>
              </a:rPr>
              <a:t>first quartile, Q1.</a:t>
            </a:r>
          </a:p>
          <a:p>
            <a:pPr eaLnBrk="1" hangingPunct="1">
              <a:buClr>
                <a:srgbClr val="000000"/>
              </a:buClr>
              <a:buSzPct val="100000"/>
              <a:buFont typeface="Wingdings" panose="05000000000000000000" pitchFamily="2" charset="2"/>
              <a:buChar char="§"/>
            </a:pPr>
            <a:endParaRPr lang="en-US" altLang="en-US" b="1">
              <a:solidFill>
                <a:schemeClr val="tx1"/>
              </a:solidFill>
              <a:latin typeface="Arial" panose="020B0604020202020204" pitchFamily="34" charset="0"/>
            </a:endParaRPr>
          </a:p>
          <a:p>
            <a:pPr eaLnBrk="1" hangingPunct="1">
              <a:buClr>
                <a:srgbClr val="000000"/>
              </a:buClr>
              <a:buSzPct val="100000"/>
              <a:buFont typeface="Wingdings" panose="05000000000000000000" pitchFamily="2" charset="2"/>
              <a:buChar char="§"/>
            </a:pPr>
            <a:r>
              <a:rPr lang="en-US" altLang="en-US">
                <a:solidFill>
                  <a:schemeClr val="tx1"/>
                </a:solidFill>
                <a:latin typeface="Arial" panose="020B0604020202020204" pitchFamily="34" charset="0"/>
              </a:rPr>
              <a:t>Consider the upper half of the observations (excluding the median itself if </a:t>
            </a:r>
            <a:r>
              <a:rPr lang="en-US" altLang="en-US" i="1">
                <a:solidFill>
                  <a:schemeClr val="tx1"/>
                </a:solidFill>
                <a:latin typeface="Arial" panose="020B0604020202020204" pitchFamily="34" charset="0"/>
              </a:rPr>
              <a:t>n </a:t>
            </a:r>
            <a:r>
              <a:rPr lang="en-US" altLang="en-US">
                <a:solidFill>
                  <a:schemeClr val="tx1"/>
                </a:solidFill>
                <a:latin typeface="Arial" panose="020B0604020202020204" pitchFamily="34" charset="0"/>
              </a:rPr>
              <a:t>is odd). Their median is the </a:t>
            </a:r>
            <a:r>
              <a:rPr lang="en-US" altLang="en-US" b="1">
                <a:solidFill>
                  <a:schemeClr val="tx1"/>
                </a:solidFill>
                <a:latin typeface="Arial" panose="020B0604020202020204" pitchFamily="34" charset="0"/>
              </a:rPr>
              <a:t>third quartile, Q3.</a:t>
            </a:r>
            <a:endParaRPr lang="en-US" altLang="en-US">
              <a:solidFill>
                <a:schemeClr val="tx1"/>
              </a:solidFill>
              <a:latin typeface="Arial" panose="020B0604020202020204" pitchFamily="34" charset="0"/>
            </a:endParaRPr>
          </a:p>
        </p:txBody>
      </p:sp>
      <p:sp>
        <p:nvSpPr>
          <p:cNvPr id="97284" name="Slide Number Placeholder 1">
            <a:extLst>
              <a:ext uri="{FF2B5EF4-FFF2-40B4-BE49-F238E27FC236}">
                <a16:creationId xmlns:a16="http://schemas.microsoft.com/office/drawing/2014/main" id="{E33355A0-89BB-456A-80BD-1E1A641ABD4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9C57D9A-E77F-4A67-8B6E-75B0C1E40F14}" type="slidenum">
              <a:rPr lang="en-US" altLang="en-US" smtClean="0"/>
              <a:pPr/>
              <a:t>46</a:t>
            </a:fld>
            <a:endParaRPr lang="en-US" alt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a:extLst>
              <a:ext uri="{FF2B5EF4-FFF2-40B4-BE49-F238E27FC236}">
                <a16:creationId xmlns:a16="http://schemas.microsoft.com/office/drawing/2014/main" id="{74B44451-D12F-4300-B26D-CEDC933A1B10}"/>
              </a:ext>
            </a:extLst>
          </p:cNvPr>
          <p:cNvSpPr>
            <a:spLocks noGrp="1" noChangeArrowheads="1"/>
          </p:cNvSpPr>
          <p:nvPr>
            <p:ph type="body" sz="quarter" idx="4294967295"/>
          </p:nvPr>
        </p:nvSpPr>
        <p:spPr bwMode="auto">
          <a:xfrm>
            <a:off x="457200" y="1600200"/>
            <a:ext cx="8229600" cy="18478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The </a:t>
            </a:r>
            <a:r>
              <a:rPr lang="en-US" altLang="en-US" b="1"/>
              <a:t>interquartile range </a:t>
            </a:r>
            <a:r>
              <a:rPr lang="en-US" altLang="en-US"/>
              <a:t>is the distance between the third quartile and first quartile:</a:t>
            </a:r>
            <a:endParaRPr lang="en-US" altLang="en-US" i="1">
              <a:solidFill>
                <a:srgbClr val="3366FF"/>
              </a:solidFill>
            </a:endParaRPr>
          </a:p>
          <a:p>
            <a:pPr marL="0" indent="0" algn="ctr"/>
            <a:r>
              <a:rPr lang="en-US" altLang="en-US" i="1">
                <a:solidFill>
                  <a:schemeClr val="tx1"/>
                </a:solidFill>
              </a:rPr>
              <a:t>IQR = Q3 </a:t>
            </a:r>
            <a:r>
              <a:rPr lang="en-US" altLang="en-US" i="1">
                <a:solidFill>
                  <a:schemeClr val="tx1"/>
                </a:solidFill>
                <a:sym typeface="Symbol" panose="05050102010706020507" pitchFamily="18" charset="2"/>
              </a:rPr>
              <a:t> Q1</a:t>
            </a:r>
          </a:p>
          <a:p>
            <a:pPr marL="0" indent="0" algn="ctr"/>
            <a:r>
              <a:rPr lang="en-US" altLang="en-US" i="1">
                <a:solidFill>
                  <a:schemeClr val="tx1"/>
                </a:solidFill>
              </a:rPr>
              <a:t>IQR</a:t>
            </a:r>
            <a:r>
              <a:rPr lang="en-US" altLang="en-US">
                <a:solidFill>
                  <a:srgbClr val="3366FF"/>
                </a:solidFill>
              </a:rPr>
              <a:t> </a:t>
            </a:r>
            <a:r>
              <a:rPr lang="en-US" altLang="en-US"/>
              <a:t>gives the spread of middle 50% of the </a:t>
            </a:r>
            <a:r>
              <a:rPr lang="en-US" altLang="en-US">
                <a:solidFill>
                  <a:schemeClr val="tx1"/>
                </a:solidFill>
              </a:rPr>
              <a:t>data.</a:t>
            </a:r>
          </a:p>
        </p:txBody>
      </p:sp>
      <p:sp>
        <p:nvSpPr>
          <p:cNvPr id="101379" name="Rectangle 2">
            <a:extLst>
              <a:ext uri="{FF2B5EF4-FFF2-40B4-BE49-F238E27FC236}">
                <a16:creationId xmlns:a16="http://schemas.microsoft.com/office/drawing/2014/main" id="{9963CEA4-FE59-44FB-9308-E4AFCBA30927}"/>
              </a:ext>
            </a:extLst>
          </p:cNvPr>
          <p:cNvSpPr>
            <a:spLocks noGrp="1" noChangeArrowheads="1"/>
          </p:cNvSpPr>
          <p:nvPr>
            <p:ph type="title" idx="4294967295"/>
          </p:nvPr>
        </p:nvSpPr>
        <p:spPr bwMode="auto">
          <a:xfrm>
            <a:off x="762000" y="242888"/>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The Interquartile Range (IQR)</a:t>
            </a:r>
          </a:p>
        </p:txBody>
      </p:sp>
      <p:sp>
        <p:nvSpPr>
          <p:cNvPr id="101380" name="TextBox 1">
            <a:extLst>
              <a:ext uri="{FF2B5EF4-FFF2-40B4-BE49-F238E27FC236}">
                <a16:creationId xmlns:a16="http://schemas.microsoft.com/office/drawing/2014/main" id="{B2D3B473-ABE7-4689-8516-A049A6E3FF5C}"/>
              </a:ext>
            </a:extLst>
          </p:cNvPr>
          <p:cNvSpPr txBox="1">
            <a:spLocks noChangeArrowheads="1"/>
          </p:cNvSpPr>
          <p:nvPr/>
        </p:nvSpPr>
        <p:spPr bwMode="auto">
          <a:xfrm>
            <a:off x="457200" y="5410200"/>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In Words: </a:t>
            </a:r>
            <a:r>
              <a:rPr lang="en-US" altLang="en-US" sz="1600">
                <a:solidFill>
                  <a:schemeClr val="tx1"/>
                </a:solidFill>
                <a:latin typeface="Arial" panose="020B0604020202020204" pitchFamily="34" charset="0"/>
              </a:rPr>
              <a:t>If the interquartile range of U.S. music teacher salaries equals $16,000, this means that for the middle 50% of the distribution stretches over a distance of $16,000.</a:t>
            </a:r>
          </a:p>
        </p:txBody>
      </p:sp>
      <p:pic>
        <p:nvPicPr>
          <p:cNvPr id="101381" name="Picture 1">
            <a:extLst>
              <a:ext uri="{FF2B5EF4-FFF2-40B4-BE49-F238E27FC236}">
                <a16:creationId xmlns:a16="http://schemas.microsoft.com/office/drawing/2014/main" id="{26E09226-FA7C-4BD6-B4E4-589A48B3D7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95625" y="3351213"/>
            <a:ext cx="263525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2" name="Slide Number Placeholder 1">
            <a:extLst>
              <a:ext uri="{FF2B5EF4-FFF2-40B4-BE49-F238E27FC236}">
                <a16:creationId xmlns:a16="http://schemas.microsoft.com/office/drawing/2014/main" id="{A4C057F3-AE9E-4F77-8073-829B1983EAD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E7C1FEB-1EDC-4C59-9DEC-80F70698F15D}" type="slidenum">
              <a:rPr lang="en-US" altLang="en-US" smtClean="0"/>
              <a:pPr/>
              <a:t>47</a:t>
            </a:fld>
            <a:endParaRPr lang="en-US" alt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a:extLst>
              <a:ext uri="{FF2B5EF4-FFF2-40B4-BE49-F238E27FC236}">
                <a16:creationId xmlns:a16="http://schemas.microsoft.com/office/drawing/2014/main" id="{17FEFC53-D5BB-41EC-825D-DA90F95A2A39}"/>
              </a:ext>
            </a:extLst>
          </p:cNvPr>
          <p:cNvSpPr>
            <a:spLocks noGrp="1" noChangeArrowheads="1"/>
          </p:cNvSpPr>
          <p:nvPr>
            <p:ph type="body" sz="quarter" idx="4294967295"/>
          </p:nvPr>
        </p:nvSpPr>
        <p:spPr bwMode="auto">
          <a:xfrm>
            <a:off x="685800" y="1524000"/>
            <a:ext cx="8077200" cy="44799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Examining the data for unusual observations, such as outliers, is important in any statistical analysis. Is there a formula for flagging an observation as potentially being an outlier? </a:t>
            </a:r>
          </a:p>
          <a:p>
            <a:pPr marL="0" indent="0"/>
            <a:endParaRPr lang="en-US" altLang="en-US" dirty="0"/>
          </a:p>
          <a:p>
            <a:pPr marL="0" indent="0"/>
            <a:r>
              <a:rPr lang="en-US" altLang="en-US" b="1" dirty="0"/>
              <a:t>The 1.5 x IQR Criterion for Identifying Potential Outliers</a:t>
            </a:r>
          </a:p>
          <a:p>
            <a:pPr marL="0" indent="0"/>
            <a:r>
              <a:rPr lang="en-US" altLang="en-US" dirty="0"/>
              <a:t>An observation is a potential outlier if it falls </a:t>
            </a:r>
            <a:r>
              <a:rPr lang="en-US" altLang="en-US" dirty="0">
                <a:solidFill>
                  <a:schemeClr val="tx1"/>
                </a:solidFill>
              </a:rPr>
              <a:t>a distance of </a:t>
            </a:r>
            <a:r>
              <a:rPr lang="en-US" altLang="en-US" dirty="0"/>
              <a:t>more than </a:t>
            </a:r>
            <a:r>
              <a:rPr lang="en-US" altLang="en-US" dirty="0">
                <a:solidFill>
                  <a:schemeClr val="tx2"/>
                </a:solidFill>
              </a:rPr>
              <a:t>1.5 x IQR</a:t>
            </a:r>
            <a:r>
              <a:rPr lang="en-US" altLang="en-US" dirty="0"/>
              <a:t> below the first quartile </a:t>
            </a:r>
            <a:r>
              <a:rPr lang="en-US" altLang="en-US" b="1" i="1" dirty="0"/>
              <a:t>or</a:t>
            </a:r>
            <a:r>
              <a:rPr lang="en-US" altLang="en-US" dirty="0"/>
              <a:t> </a:t>
            </a:r>
            <a:r>
              <a:rPr lang="en-US" altLang="en-US" dirty="0">
                <a:solidFill>
                  <a:schemeClr val="tx1"/>
                </a:solidFill>
              </a:rPr>
              <a:t>a distance of </a:t>
            </a:r>
            <a:r>
              <a:rPr lang="en-US" altLang="en-US" dirty="0"/>
              <a:t>more than </a:t>
            </a:r>
            <a:r>
              <a:rPr lang="en-US" altLang="en-US" dirty="0">
                <a:solidFill>
                  <a:schemeClr val="tx2"/>
                </a:solidFill>
              </a:rPr>
              <a:t>1.5 x IQR</a:t>
            </a:r>
            <a:r>
              <a:rPr lang="en-US" altLang="en-US" dirty="0"/>
              <a:t> above the third quartile.</a:t>
            </a:r>
          </a:p>
          <a:p>
            <a:pPr marL="0" indent="0"/>
            <a:endParaRPr lang="en-US" altLang="en-US" dirty="0"/>
          </a:p>
        </p:txBody>
      </p:sp>
      <p:sp>
        <p:nvSpPr>
          <p:cNvPr id="103427" name="Rectangle 2">
            <a:extLst>
              <a:ext uri="{FF2B5EF4-FFF2-40B4-BE49-F238E27FC236}">
                <a16:creationId xmlns:a16="http://schemas.microsoft.com/office/drawing/2014/main" id="{84C62DC5-5C0E-4674-9C44-F031D86CCE9D}"/>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Detecting Potential Outliers</a:t>
            </a:r>
          </a:p>
        </p:txBody>
      </p:sp>
      <p:sp>
        <p:nvSpPr>
          <p:cNvPr id="103428" name="Slide Number Placeholder 1">
            <a:extLst>
              <a:ext uri="{FF2B5EF4-FFF2-40B4-BE49-F238E27FC236}">
                <a16:creationId xmlns:a16="http://schemas.microsoft.com/office/drawing/2014/main" id="{7C79C24C-CE79-47D4-A7F0-4708DFF6568A}"/>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530E39-D79D-4DA0-9445-766832E93FC2}" type="slidenum">
              <a:rPr lang="en-US" altLang="en-US" smtClean="0"/>
              <a:pPr/>
              <a:t>48</a:t>
            </a:fld>
            <a:endParaRPr lang="en-US" altLang="en-US" dirty="0"/>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4">
            <a:extLst>
              <a:ext uri="{FF2B5EF4-FFF2-40B4-BE49-F238E27FC236}">
                <a16:creationId xmlns:a16="http://schemas.microsoft.com/office/drawing/2014/main" id="{CFFCB531-74B1-462B-A973-C54919FB8940}"/>
              </a:ext>
            </a:extLst>
          </p:cNvPr>
          <p:cNvSpPr>
            <a:spLocks noGrp="1" noChangeArrowheads="1"/>
          </p:cNvSpPr>
          <p:nvPr>
            <p:ph type="body" sz="quarter" idx="4294967295"/>
          </p:nvPr>
        </p:nvSpPr>
        <p:spPr bwMode="auto">
          <a:xfrm>
            <a:off x="762000" y="1600200"/>
            <a:ext cx="8001000" cy="46482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90000"/>
              </a:lnSpc>
            </a:pPr>
            <a:r>
              <a:rPr lang="en-US" altLang="en-US" sz="2200" dirty="0"/>
              <a:t>The </a:t>
            </a:r>
            <a:r>
              <a:rPr lang="en-US" altLang="en-US" sz="2200" dirty="0">
                <a:solidFill>
                  <a:schemeClr val="tx1"/>
                </a:solidFill>
              </a:rPr>
              <a:t>five</a:t>
            </a:r>
            <a:r>
              <a:rPr lang="en-US" altLang="en-US" sz="2200" dirty="0"/>
              <a:t>-number summary is the basis of a graphical display called the box plot, and consists of</a:t>
            </a:r>
          </a:p>
          <a:p>
            <a:pPr lvl="1">
              <a:lnSpc>
                <a:spcPct val="90000"/>
              </a:lnSpc>
            </a:pPr>
            <a:endParaRPr lang="en-US" altLang="en-US" sz="2200" dirty="0"/>
          </a:p>
          <a:p>
            <a:pPr lvl="1">
              <a:lnSpc>
                <a:spcPct val="90000"/>
              </a:lnSpc>
            </a:pPr>
            <a:r>
              <a:rPr lang="en-US" altLang="en-US" sz="2200" dirty="0"/>
              <a:t>Minimum value</a:t>
            </a:r>
          </a:p>
          <a:p>
            <a:pPr lvl="1">
              <a:lnSpc>
                <a:spcPct val="90000"/>
              </a:lnSpc>
            </a:pPr>
            <a:endParaRPr lang="en-US" altLang="en-US" sz="2200" dirty="0"/>
          </a:p>
          <a:p>
            <a:pPr lvl="1">
              <a:lnSpc>
                <a:spcPct val="90000"/>
              </a:lnSpc>
            </a:pPr>
            <a:r>
              <a:rPr lang="en-US" altLang="en-US" sz="2200" dirty="0"/>
              <a:t>First Quartile</a:t>
            </a:r>
          </a:p>
          <a:p>
            <a:pPr lvl="1">
              <a:lnSpc>
                <a:spcPct val="90000"/>
              </a:lnSpc>
            </a:pPr>
            <a:endParaRPr lang="en-US" altLang="en-US" sz="2200" dirty="0"/>
          </a:p>
          <a:p>
            <a:pPr lvl="1">
              <a:lnSpc>
                <a:spcPct val="90000"/>
              </a:lnSpc>
            </a:pPr>
            <a:r>
              <a:rPr lang="en-US" altLang="en-US" sz="2200" dirty="0"/>
              <a:t>Median</a:t>
            </a:r>
          </a:p>
          <a:p>
            <a:pPr lvl="1">
              <a:lnSpc>
                <a:spcPct val="90000"/>
              </a:lnSpc>
            </a:pPr>
            <a:endParaRPr lang="en-US" altLang="en-US" sz="2200" dirty="0"/>
          </a:p>
          <a:p>
            <a:pPr lvl="1">
              <a:lnSpc>
                <a:spcPct val="90000"/>
              </a:lnSpc>
            </a:pPr>
            <a:r>
              <a:rPr lang="en-US" altLang="en-US" sz="2200" dirty="0"/>
              <a:t>Third Quartile</a:t>
            </a:r>
          </a:p>
          <a:p>
            <a:pPr lvl="1">
              <a:lnSpc>
                <a:spcPct val="90000"/>
              </a:lnSpc>
            </a:pPr>
            <a:endParaRPr lang="en-US" altLang="en-US" sz="2200" dirty="0"/>
          </a:p>
          <a:p>
            <a:pPr lvl="1">
              <a:lnSpc>
                <a:spcPct val="90000"/>
              </a:lnSpc>
            </a:pPr>
            <a:r>
              <a:rPr lang="en-US" altLang="en-US" sz="2200" dirty="0"/>
              <a:t>Maximum value</a:t>
            </a:r>
          </a:p>
        </p:txBody>
      </p:sp>
      <p:sp>
        <p:nvSpPr>
          <p:cNvPr id="105475" name="Rectangle 3">
            <a:extLst>
              <a:ext uri="{FF2B5EF4-FFF2-40B4-BE49-F238E27FC236}">
                <a16:creationId xmlns:a16="http://schemas.microsoft.com/office/drawing/2014/main" id="{7EEA382C-97A7-46E8-928A-8ACC9FCB240D}"/>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solidFill>
                  <a:schemeClr val="tx1"/>
                </a:solidFill>
                <a:latin typeface="Arial" panose="020B0604020202020204" pitchFamily="34" charset="0"/>
              </a:rPr>
              <a:t>Five</a:t>
            </a:r>
            <a:r>
              <a:rPr lang="en-US" altLang="en-US" b="1">
                <a:latin typeface="Arial" panose="020B0604020202020204" pitchFamily="34" charset="0"/>
              </a:rPr>
              <a:t>-Number Summary of Positions</a:t>
            </a:r>
          </a:p>
        </p:txBody>
      </p:sp>
      <p:sp>
        <p:nvSpPr>
          <p:cNvPr id="105476" name="Slide Number Placeholder 1">
            <a:extLst>
              <a:ext uri="{FF2B5EF4-FFF2-40B4-BE49-F238E27FC236}">
                <a16:creationId xmlns:a16="http://schemas.microsoft.com/office/drawing/2014/main" id="{D91CA424-EBAE-4847-834F-67C770BA30EA}"/>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F1BC10E-6AA4-4652-9D71-D7AE096EE5EC}" type="slidenum">
              <a:rPr lang="en-US" altLang="en-US" smtClean="0"/>
              <a:pPr/>
              <a:t>49</a:t>
            </a:fld>
            <a:endParaRPr lang="en-US" alt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a:extLst>
              <a:ext uri="{FF2B5EF4-FFF2-40B4-BE49-F238E27FC236}">
                <a16:creationId xmlns:a16="http://schemas.microsoft.com/office/drawing/2014/main" id="{B56DEB44-D993-433A-819A-EB93BCEF980B}"/>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90000"/>
              </a:lnSpc>
              <a:buFont typeface="Wingdings" panose="05000000000000000000" pitchFamily="2" charset="2"/>
              <a:buChar char="§"/>
            </a:pPr>
            <a:r>
              <a:rPr lang="en-US" altLang="en-US" dirty="0"/>
              <a:t>   A </a:t>
            </a:r>
            <a:r>
              <a:rPr lang="en-US" altLang="en-US" b="1" dirty="0">
                <a:solidFill>
                  <a:schemeClr val="tx1"/>
                </a:solidFill>
              </a:rPr>
              <a:t>box</a:t>
            </a:r>
            <a:r>
              <a:rPr lang="en-US" altLang="en-US" dirty="0"/>
              <a:t> goes from Q1 to Q3.</a:t>
            </a:r>
          </a:p>
          <a:p>
            <a:pPr marL="0" indent="0">
              <a:lnSpc>
                <a:spcPct val="90000"/>
              </a:lnSpc>
              <a:buFont typeface="Wingdings" panose="05000000000000000000" pitchFamily="2" charset="2"/>
              <a:buChar char="§"/>
            </a:pPr>
            <a:endParaRPr lang="en-US" altLang="en-US" dirty="0"/>
          </a:p>
          <a:p>
            <a:pPr marL="0" indent="0">
              <a:lnSpc>
                <a:spcPct val="90000"/>
              </a:lnSpc>
              <a:buFont typeface="Wingdings" panose="05000000000000000000" pitchFamily="2" charset="2"/>
              <a:buChar char="§"/>
            </a:pPr>
            <a:r>
              <a:rPr lang="en-US" altLang="en-US" dirty="0"/>
              <a:t>   A line is drawn inside the box at the median.</a:t>
            </a:r>
          </a:p>
          <a:p>
            <a:pPr marL="0" indent="0">
              <a:lnSpc>
                <a:spcPct val="90000"/>
              </a:lnSpc>
              <a:buFont typeface="Wingdings" panose="05000000000000000000" pitchFamily="2" charset="2"/>
              <a:buChar char="§"/>
            </a:pPr>
            <a:endParaRPr lang="en-US" altLang="en-US" dirty="0"/>
          </a:p>
          <a:p>
            <a:pPr marL="0" indent="0">
              <a:lnSpc>
                <a:spcPct val="90000"/>
              </a:lnSpc>
              <a:buFont typeface="Wingdings" panose="05000000000000000000" pitchFamily="2" charset="2"/>
              <a:buChar char="§"/>
            </a:pPr>
            <a:r>
              <a:rPr lang="en-US" altLang="en-US" dirty="0"/>
              <a:t>   A line goes from the lower end of the box to the </a:t>
            </a:r>
          </a:p>
          <a:p>
            <a:pPr marL="0" indent="0">
              <a:lnSpc>
                <a:spcPct val="90000"/>
              </a:lnSpc>
            </a:pPr>
            <a:r>
              <a:rPr lang="en-US" altLang="en-US" dirty="0"/>
              <a:t>     smallest observation that is not a potential outlier and </a:t>
            </a:r>
          </a:p>
          <a:p>
            <a:pPr marL="0" indent="0">
              <a:lnSpc>
                <a:spcPct val="90000"/>
              </a:lnSpc>
            </a:pPr>
            <a:r>
              <a:rPr lang="en-US" altLang="en-US" dirty="0"/>
              <a:t>     from the upper end of the box to the largest </a:t>
            </a:r>
          </a:p>
          <a:p>
            <a:pPr marL="0" indent="0">
              <a:lnSpc>
                <a:spcPct val="90000"/>
              </a:lnSpc>
            </a:pPr>
            <a:r>
              <a:rPr lang="en-US" altLang="en-US" dirty="0"/>
              <a:t>     observation that is not a potential outlier.</a:t>
            </a:r>
          </a:p>
          <a:p>
            <a:pPr marL="0" indent="0">
              <a:lnSpc>
                <a:spcPct val="90000"/>
              </a:lnSpc>
              <a:buFont typeface="Wingdings" panose="05000000000000000000" pitchFamily="2" charset="2"/>
              <a:buChar char="§"/>
            </a:pPr>
            <a:endParaRPr lang="en-US" altLang="en-US" dirty="0"/>
          </a:p>
          <a:p>
            <a:pPr marL="0" indent="0">
              <a:lnSpc>
                <a:spcPct val="90000"/>
              </a:lnSpc>
              <a:buFont typeface="Wingdings" panose="05000000000000000000" pitchFamily="2" charset="2"/>
              <a:buChar char="§"/>
            </a:pPr>
            <a:r>
              <a:rPr lang="en-US" altLang="en-US" dirty="0"/>
              <a:t>   The potential outliers are shown separately.</a:t>
            </a:r>
          </a:p>
        </p:txBody>
      </p:sp>
      <p:sp>
        <p:nvSpPr>
          <p:cNvPr id="107523" name="Rectangle 2">
            <a:extLst>
              <a:ext uri="{FF2B5EF4-FFF2-40B4-BE49-F238E27FC236}">
                <a16:creationId xmlns:a16="http://schemas.microsoft.com/office/drawing/2014/main" id="{C9873038-718D-481D-B2D7-A17D7D12895E}"/>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SUMMARY: Constructing a Box Plot</a:t>
            </a:r>
          </a:p>
        </p:txBody>
      </p:sp>
      <p:sp>
        <p:nvSpPr>
          <p:cNvPr id="107524" name="Slide Number Placeholder 1">
            <a:extLst>
              <a:ext uri="{FF2B5EF4-FFF2-40B4-BE49-F238E27FC236}">
                <a16:creationId xmlns:a16="http://schemas.microsoft.com/office/drawing/2014/main" id="{66AF63DF-EEA1-4E35-99FB-DE325E123784}"/>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273DCFD-A841-460B-B14F-E6918F2E2B29}" type="slidenum">
              <a:rPr lang="en-US" altLang="en-US" smtClean="0"/>
              <a:pPr/>
              <a:t>50</a:t>
            </a:fld>
            <a:endParaRPr lang="en-US" alt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a:extLst>
              <a:ext uri="{FF2B5EF4-FFF2-40B4-BE49-F238E27FC236}">
                <a16:creationId xmlns:a16="http://schemas.microsoft.com/office/drawing/2014/main" id="{E0783403-55C2-438D-8E20-81F0CDACCD93}"/>
              </a:ext>
            </a:extLst>
          </p:cNvPr>
          <p:cNvSpPr>
            <a:spLocks noGrp="1" noChangeArrowheads="1"/>
          </p:cNvSpPr>
          <p:nvPr>
            <p:ph type="body" sz="quarter" idx="4294967295"/>
          </p:nvPr>
        </p:nvSpPr>
        <p:spPr bwMode="auto">
          <a:xfrm>
            <a:off x="685800" y="1600200"/>
            <a:ext cx="8229600" cy="5248656"/>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609600">
              <a:buClr>
                <a:schemeClr val="tx1"/>
              </a:buClr>
            </a:pPr>
            <a:r>
              <a:rPr lang="en-US" altLang="en-US" sz="1800" dirty="0"/>
              <a:t>         Consider the sodium values for the 20 breakfast cereals. What are the quartiles for the 20 cereal sodium values? From Table 2.3, the sodium values, in ascending order, are:</a:t>
            </a:r>
          </a:p>
          <a:p>
            <a:pPr marL="0" indent="-609600">
              <a:buClr>
                <a:schemeClr val="tx1"/>
              </a:buClr>
            </a:pPr>
            <a:endParaRPr lang="en-US" altLang="en-US" sz="1800" dirty="0"/>
          </a:p>
          <a:p>
            <a:pPr marL="0" indent="-609600">
              <a:buClr>
                <a:schemeClr val="tx1"/>
              </a:buClr>
            </a:pPr>
            <a:endParaRPr lang="en-US" altLang="en-US" sz="1800" dirty="0"/>
          </a:p>
          <a:p>
            <a:pPr marL="0" indent="-609600">
              <a:buClr>
                <a:schemeClr val="tx1"/>
              </a:buClr>
            </a:pPr>
            <a:endParaRPr lang="en-US" altLang="en-US" sz="1800" dirty="0"/>
          </a:p>
          <a:p>
            <a:pPr marL="0" indent="-609600">
              <a:buClr>
                <a:schemeClr val="tx1"/>
              </a:buClr>
            </a:pPr>
            <a:r>
              <a:rPr lang="en-US" altLang="en-US" sz="1800" dirty="0">
                <a:solidFill>
                  <a:schemeClr val="tx1"/>
                </a:solidFill>
              </a:rPr>
              <a:t>         The</a:t>
            </a:r>
            <a:r>
              <a:rPr lang="en-US" altLang="en-US" sz="1800" dirty="0"/>
              <a:t> median of the 20 values is the average of the 10</a:t>
            </a:r>
            <a:r>
              <a:rPr lang="en-US" altLang="en-US" sz="1800" baseline="30000" dirty="0"/>
              <a:t>th</a:t>
            </a:r>
            <a:r>
              <a:rPr lang="en-US" altLang="en-US" sz="1800" dirty="0"/>
              <a:t>  and 11</a:t>
            </a:r>
            <a:r>
              <a:rPr lang="en-US" altLang="en-US" sz="1800" baseline="30000" dirty="0"/>
              <a:t>th</a:t>
            </a:r>
            <a:r>
              <a:rPr lang="en-US" altLang="en-US" sz="1800" dirty="0"/>
              <a:t> observations, 180 and 180, which is </a:t>
            </a:r>
            <a:r>
              <a:rPr lang="en-US" altLang="en-US" sz="1800" b="1" dirty="0"/>
              <a:t>Q2 = 180 mg.</a:t>
            </a:r>
          </a:p>
          <a:p>
            <a:pPr marL="0" indent="-609600">
              <a:buClr>
                <a:schemeClr val="tx1"/>
              </a:buClr>
            </a:pPr>
            <a:r>
              <a:rPr lang="en-US" altLang="en-US" sz="1800" b="1" dirty="0"/>
              <a:t>        </a:t>
            </a:r>
            <a:r>
              <a:rPr lang="en-US" altLang="en-US" sz="1800" dirty="0"/>
              <a:t> The first quartile Q1 is the median of the 10 smallest observations (in the top row), which is the average of 130 and 140, </a:t>
            </a:r>
            <a:r>
              <a:rPr lang="en-US" altLang="en-US" sz="1800" b="1" dirty="0"/>
              <a:t>Q1 = </a:t>
            </a:r>
            <a:r>
              <a:rPr lang="en-US" altLang="en-US" sz="1800" b="1" dirty="0">
                <a:solidFill>
                  <a:schemeClr val="tx1"/>
                </a:solidFill>
              </a:rPr>
              <a:t>135 mg. </a:t>
            </a:r>
          </a:p>
          <a:p>
            <a:pPr marL="0" indent="-609600">
              <a:buClr>
                <a:schemeClr val="tx1"/>
              </a:buClr>
            </a:pPr>
            <a:r>
              <a:rPr lang="en-US" altLang="en-US" sz="1800" b="1" dirty="0"/>
              <a:t>         </a:t>
            </a:r>
            <a:r>
              <a:rPr lang="en-US" altLang="en-US" sz="1800" dirty="0"/>
              <a:t>The third quartile Q3 is the median of the 10 largest observations (in the bottom row), which is the average of 200 and 210, </a:t>
            </a:r>
            <a:r>
              <a:rPr lang="en-US" altLang="en-US" sz="1800" b="1" dirty="0"/>
              <a:t>Q3 = 205 mg.</a:t>
            </a:r>
          </a:p>
          <a:p>
            <a:pPr marL="0" indent="-609600">
              <a:buClr>
                <a:schemeClr val="tx1"/>
              </a:buClr>
            </a:pPr>
            <a:r>
              <a:rPr lang="en-US" altLang="en-US" sz="1800" b="1" dirty="0"/>
              <a:t>1.5*IQR = 1.5*(Q3-Q1) = 1.5*(205-135) = 1.5*70 = 105</a:t>
            </a:r>
          </a:p>
          <a:p>
            <a:pPr marL="0" indent="-609600">
              <a:buClr>
                <a:schemeClr val="tx1"/>
              </a:buClr>
            </a:pPr>
            <a:r>
              <a:rPr lang="en-US" altLang="en-US" sz="1800" b="1" dirty="0"/>
              <a:t>For the lower end, 135 – 1.5*IQR = 135 – 105 = 30, if x &lt; 30, x is an outlier </a:t>
            </a:r>
          </a:p>
          <a:p>
            <a:pPr marL="0" indent="-609600">
              <a:buClr>
                <a:schemeClr val="tx1"/>
              </a:buClr>
            </a:pPr>
            <a:r>
              <a:rPr lang="en-US" altLang="en-US" sz="1800" b="1" dirty="0"/>
              <a:t>For the upper end, 205 + 1.5*IQR = 205 + 105 = 310, if x &gt; 310, outlier</a:t>
            </a:r>
          </a:p>
        </p:txBody>
      </p:sp>
      <p:sp>
        <p:nvSpPr>
          <p:cNvPr id="99331" name="Rectangle 2">
            <a:extLst>
              <a:ext uri="{FF2B5EF4-FFF2-40B4-BE49-F238E27FC236}">
                <a16:creationId xmlns:a16="http://schemas.microsoft.com/office/drawing/2014/main" id="{2473EAD4-0E3C-45C6-8658-26183C9A10D1}"/>
              </a:ext>
            </a:extLst>
          </p:cNvPr>
          <p:cNvSpPr>
            <a:spLocks noGrp="1" noChangeArrowheads="1"/>
          </p:cNvSpPr>
          <p:nvPr>
            <p:ph type="title" idx="4294967295"/>
          </p:nvPr>
        </p:nvSpPr>
        <p:spPr bwMode="auto">
          <a:xfrm>
            <a:off x="609600" y="242888"/>
            <a:ext cx="7924800" cy="655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dirty="0"/>
            </a:br>
            <a:r>
              <a:rPr lang="en-US" altLang="en-US" b="1" dirty="0">
                <a:latin typeface="Arial" panose="020B0604020202020204" pitchFamily="34" charset="0"/>
              </a:rPr>
              <a:t>Example: Cereal Sodium Data</a:t>
            </a:r>
          </a:p>
        </p:txBody>
      </p:sp>
      <p:pic>
        <p:nvPicPr>
          <p:cNvPr id="99332" name="Picture 6" descr="Agresti_3e_Chapter02-43">
            <a:extLst>
              <a:ext uri="{FF2B5EF4-FFF2-40B4-BE49-F238E27FC236}">
                <a16:creationId xmlns:a16="http://schemas.microsoft.com/office/drawing/2014/main" id="{7F14C9FB-0806-4141-B9DF-9BB960DF6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25" y="2263775"/>
            <a:ext cx="4098925" cy="1187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9333" name="Slide Number Placeholder 1">
            <a:extLst>
              <a:ext uri="{FF2B5EF4-FFF2-40B4-BE49-F238E27FC236}">
                <a16:creationId xmlns:a16="http://schemas.microsoft.com/office/drawing/2014/main" id="{6561CC84-7615-4334-A706-25A60E398EE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FE7CC20-BE85-4CD8-AD89-C79B8237D3DB}" type="slidenum">
              <a:rPr lang="en-US" altLang="en-US" smtClean="0"/>
              <a:pPr/>
              <a:t>51</a:t>
            </a:fld>
            <a:endParaRPr lang="en-US" alt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a:extLst>
              <a:ext uri="{FF2B5EF4-FFF2-40B4-BE49-F238E27FC236}">
                <a16:creationId xmlns:a16="http://schemas.microsoft.com/office/drawing/2014/main" id="{E0783403-55C2-438D-8E20-81F0CDACCD93}"/>
              </a:ext>
            </a:extLst>
          </p:cNvPr>
          <p:cNvSpPr>
            <a:spLocks noGrp="1" noChangeArrowheads="1"/>
          </p:cNvSpPr>
          <p:nvPr>
            <p:ph type="body" sz="quarter" idx="4294967295"/>
          </p:nvPr>
        </p:nvSpPr>
        <p:spPr bwMode="auto">
          <a:xfrm>
            <a:off x="685800" y="1600200"/>
            <a:ext cx="8229600" cy="5248656"/>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609600">
              <a:buClr>
                <a:schemeClr val="tx1"/>
              </a:buClr>
            </a:pPr>
            <a:r>
              <a:rPr lang="en-US" altLang="en-US" sz="1800" dirty="0"/>
              <a:t>         Consider the sodium values for the 20 breakfast cereals. What are the quartiles for the 20 cereal sodium values? From Table 2.3, the sodium values, in ascending order, are:</a:t>
            </a:r>
          </a:p>
          <a:p>
            <a:pPr marL="0" indent="-609600">
              <a:buClr>
                <a:schemeClr val="tx1"/>
              </a:buClr>
            </a:pPr>
            <a:endParaRPr lang="en-US" altLang="en-US" sz="1800" dirty="0"/>
          </a:p>
          <a:p>
            <a:pPr marL="0" indent="-609600">
              <a:buClr>
                <a:schemeClr val="tx1"/>
              </a:buClr>
            </a:pPr>
            <a:endParaRPr lang="en-US" altLang="en-US" sz="1800" dirty="0"/>
          </a:p>
          <a:p>
            <a:pPr marL="0" indent="-609600">
              <a:buClr>
                <a:schemeClr val="tx1"/>
              </a:buClr>
            </a:pPr>
            <a:endParaRPr lang="en-US" altLang="en-US" sz="1800" dirty="0"/>
          </a:p>
          <a:p>
            <a:pPr marL="0" indent="-609600">
              <a:buClr>
                <a:schemeClr val="tx1"/>
              </a:buClr>
            </a:pPr>
            <a:r>
              <a:rPr lang="en-US" altLang="en-US" sz="1800" b="1" dirty="0"/>
              <a:t>1.5*IQR = 1.5*(Q3-Q1) = 1.5*(205-135) = 1.5*70 = 105</a:t>
            </a:r>
          </a:p>
          <a:p>
            <a:pPr marL="0" indent="-609600">
              <a:buClr>
                <a:schemeClr val="tx1"/>
              </a:buClr>
            </a:pPr>
            <a:r>
              <a:rPr lang="en-US" altLang="en-US" sz="1800" b="1" dirty="0"/>
              <a:t>For the lower end, 135 – 1.5*IQR = 135 – 105 = 30, if x &lt; 30, x is an outlier </a:t>
            </a:r>
          </a:p>
          <a:p>
            <a:pPr marL="0" indent="-609600">
              <a:buClr>
                <a:schemeClr val="tx1"/>
              </a:buClr>
            </a:pPr>
            <a:r>
              <a:rPr lang="en-US" altLang="en-US" sz="1800" b="1" dirty="0"/>
              <a:t>For the upper end, 205 + 1.5*IQR = 205 + 105 = 310, if x &gt; 310, outlier</a:t>
            </a:r>
          </a:p>
        </p:txBody>
      </p:sp>
      <p:sp>
        <p:nvSpPr>
          <p:cNvPr id="99331" name="Rectangle 2">
            <a:extLst>
              <a:ext uri="{FF2B5EF4-FFF2-40B4-BE49-F238E27FC236}">
                <a16:creationId xmlns:a16="http://schemas.microsoft.com/office/drawing/2014/main" id="{2473EAD4-0E3C-45C6-8658-26183C9A10D1}"/>
              </a:ext>
            </a:extLst>
          </p:cNvPr>
          <p:cNvSpPr>
            <a:spLocks noGrp="1" noChangeArrowheads="1"/>
          </p:cNvSpPr>
          <p:nvPr>
            <p:ph type="title" idx="4294967295"/>
          </p:nvPr>
        </p:nvSpPr>
        <p:spPr bwMode="auto">
          <a:xfrm>
            <a:off x="609600" y="242888"/>
            <a:ext cx="7924800" cy="655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dirty="0"/>
            </a:br>
            <a:r>
              <a:rPr lang="en-US" altLang="en-US" b="1" dirty="0">
                <a:latin typeface="Arial" panose="020B0604020202020204" pitchFamily="34" charset="0"/>
              </a:rPr>
              <a:t>Example: Cereal Sodium Data</a:t>
            </a:r>
          </a:p>
        </p:txBody>
      </p:sp>
      <p:pic>
        <p:nvPicPr>
          <p:cNvPr id="99332" name="Picture 6" descr="Agresti_3e_Chapter02-43">
            <a:extLst>
              <a:ext uri="{FF2B5EF4-FFF2-40B4-BE49-F238E27FC236}">
                <a16:creationId xmlns:a16="http://schemas.microsoft.com/office/drawing/2014/main" id="{7F14C9FB-0806-4141-B9DF-9BB960DF6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25" y="2263775"/>
            <a:ext cx="4098925" cy="1187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9333" name="Slide Number Placeholder 1">
            <a:extLst>
              <a:ext uri="{FF2B5EF4-FFF2-40B4-BE49-F238E27FC236}">
                <a16:creationId xmlns:a16="http://schemas.microsoft.com/office/drawing/2014/main" id="{6561CC84-7615-4334-A706-25A60E398EE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DFE7CC20-BE85-4CD8-AD89-C79B8237D3DB}" type="slidenum">
              <a:rPr lang="en-US" altLang="en-US" smtClean="0"/>
              <a:pPr/>
              <a:t>52</a:t>
            </a:fld>
            <a:endParaRPr lang="en-US" altLang="en-US"/>
          </a:p>
        </p:txBody>
      </p:sp>
    </p:spTree>
    <p:extLst>
      <p:ext uri="{BB962C8B-B14F-4D97-AF65-F5344CB8AC3E}">
        <p14:creationId xmlns:p14="http://schemas.microsoft.com/office/powerpoint/2010/main" val="2857723590"/>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Placeholder 1">
            <a:extLst>
              <a:ext uri="{FF2B5EF4-FFF2-40B4-BE49-F238E27FC236}">
                <a16:creationId xmlns:a16="http://schemas.microsoft.com/office/drawing/2014/main" id="{4EFA874A-B7B3-48BE-B3F9-18ABA4D94A0A}"/>
              </a:ext>
            </a:extLst>
          </p:cNvPr>
          <p:cNvSpPr>
            <a:spLocks noGrp="1"/>
          </p:cNvSpPr>
          <p:nvPr>
            <p:ph type="body" sz="quarter" idx="4294967295"/>
          </p:nvPr>
        </p:nvSpPr>
        <p:spPr bwMode="auto">
          <a:xfrm>
            <a:off x="762000" y="1600200"/>
            <a:ext cx="8077200" cy="3429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b="1"/>
              <a:t>Figure 2.15 </a:t>
            </a:r>
            <a:r>
              <a:rPr lang="en-US" altLang="en-US"/>
              <a:t>shows a box plot for the sodium values. Labels are also given for the </a:t>
            </a:r>
            <a:r>
              <a:rPr lang="en-US" altLang="en-US" b="1"/>
              <a:t>five-number summary of positions.</a:t>
            </a:r>
            <a:endParaRPr lang="en-US" altLang="en-US"/>
          </a:p>
        </p:txBody>
      </p:sp>
      <p:sp>
        <p:nvSpPr>
          <p:cNvPr id="109571" name="Rectangle 2">
            <a:extLst>
              <a:ext uri="{FF2B5EF4-FFF2-40B4-BE49-F238E27FC236}">
                <a16:creationId xmlns:a16="http://schemas.microsoft.com/office/drawing/2014/main" id="{685C3134-700A-445B-B681-F20478CAD599}"/>
              </a:ext>
            </a:extLst>
          </p:cNvPr>
          <p:cNvSpPr>
            <a:spLocks noGrp="1" noChangeArrowheads="1"/>
          </p:cNvSpPr>
          <p:nvPr>
            <p:ph type="title" idx="4294967295"/>
          </p:nvPr>
        </p:nvSpPr>
        <p:spPr bwMode="auto">
          <a:xfrm>
            <a:off x="762000" y="198438"/>
            <a:ext cx="8077200" cy="914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Example: Box </a:t>
            </a:r>
            <a:r>
              <a:rPr lang="en-US" altLang="en-US" b="1">
                <a:solidFill>
                  <a:schemeClr val="tx1"/>
                </a:solidFill>
                <a:latin typeface="Arial" panose="020B0604020202020204" pitchFamily="34" charset="0"/>
              </a:rPr>
              <a:t>P</a:t>
            </a:r>
            <a:r>
              <a:rPr lang="en-US" altLang="en-US" b="1">
                <a:latin typeface="Arial" panose="020B0604020202020204" pitchFamily="34" charset="0"/>
              </a:rPr>
              <a:t>lot for Cereal Sodium Data</a:t>
            </a:r>
          </a:p>
        </p:txBody>
      </p:sp>
      <p:sp>
        <p:nvSpPr>
          <p:cNvPr id="109572" name="TextBox 1">
            <a:extLst>
              <a:ext uri="{FF2B5EF4-FFF2-40B4-BE49-F238E27FC236}">
                <a16:creationId xmlns:a16="http://schemas.microsoft.com/office/drawing/2014/main" id="{AC87BE5A-3D4D-4EE6-BC50-212410FE0753}"/>
              </a:ext>
            </a:extLst>
          </p:cNvPr>
          <p:cNvSpPr txBox="1">
            <a:spLocks noChangeArrowheads="1"/>
          </p:cNvSpPr>
          <p:nvPr/>
        </p:nvSpPr>
        <p:spPr bwMode="auto">
          <a:xfrm>
            <a:off x="228600" y="4953000"/>
            <a:ext cx="87630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2.15 Box Plot and Five-Number Summary for 20 Breakfast Cereal Sodium Values. </a:t>
            </a:r>
            <a:r>
              <a:rPr lang="en-US" altLang="en-US" sz="1600">
                <a:solidFill>
                  <a:schemeClr val="tx1"/>
                </a:solidFill>
                <a:latin typeface="Arial" panose="020B0604020202020204" pitchFamily="34" charset="0"/>
              </a:rPr>
              <a:t>The central box contains the middle 50% of the data. The line in the box marks the median. Whiskers extend from the box to the smallest and largest observations, which are not identified as potential outliers. Potential outliers are marked separately.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Why is the left whisker drawn down only to 50 rather than to 0?</a:t>
            </a:r>
          </a:p>
        </p:txBody>
      </p:sp>
      <p:pic>
        <p:nvPicPr>
          <p:cNvPr id="109573" name="Picture 1">
            <a:extLst>
              <a:ext uri="{FF2B5EF4-FFF2-40B4-BE49-F238E27FC236}">
                <a16:creationId xmlns:a16="http://schemas.microsoft.com/office/drawing/2014/main" id="{02802101-2A44-4252-B0A8-A3C3334DDD4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17750" y="2590800"/>
            <a:ext cx="443547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4" name="Slide Number Placeholder 1">
            <a:extLst>
              <a:ext uri="{FF2B5EF4-FFF2-40B4-BE49-F238E27FC236}">
                <a16:creationId xmlns:a16="http://schemas.microsoft.com/office/drawing/2014/main" id="{E5B17ECE-42F1-42B6-ACC1-C413456CCA68}"/>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69C7615-B00F-4EE2-A21A-A84EFB1FD803}" type="slidenum">
              <a:rPr lang="en-US" altLang="en-US" smtClean="0"/>
              <a:pPr/>
              <a:t>53</a:t>
            </a:fld>
            <a:endParaRPr lang="en-US" alt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4C04CAFC-CB05-476D-8D6F-4674ACDE5B36}"/>
              </a:ext>
            </a:extLst>
          </p:cNvPr>
          <p:cNvSpPr>
            <a:spLocks noGrp="1" noChangeArrowheads="1"/>
          </p:cNvSpPr>
          <p:nvPr>
            <p:ph type="title" idx="4294967295"/>
          </p:nvPr>
        </p:nvSpPr>
        <p:spPr bwMode="auto">
          <a:xfrm>
            <a:off x="762000" y="398463"/>
            <a:ext cx="7924800" cy="73342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Side-by-Side Box Plots Help to Compare Groups</a:t>
            </a:r>
          </a:p>
        </p:txBody>
      </p:sp>
      <p:sp>
        <p:nvSpPr>
          <p:cNvPr id="111619" name="Rectangle 4">
            <a:extLst>
              <a:ext uri="{FF2B5EF4-FFF2-40B4-BE49-F238E27FC236}">
                <a16:creationId xmlns:a16="http://schemas.microsoft.com/office/drawing/2014/main" id="{CD447FCB-1A4A-41BE-B1B2-D941F1BAE9F6}"/>
              </a:ext>
            </a:extLst>
          </p:cNvPr>
          <p:cNvSpPr>
            <a:spLocks noChangeArrowheads="1"/>
          </p:cNvSpPr>
          <p:nvPr/>
        </p:nvSpPr>
        <p:spPr bwMode="auto">
          <a:xfrm>
            <a:off x="838200" y="1524000"/>
            <a:ext cx="762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lgn="ctr">
              <a:spcBef>
                <a:spcPct val="50000"/>
              </a:spcBef>
            </a:pPr>
            <a:endParaRPr lang="en-US" altLang="en-US" sz="3200" b="1">
              <a:solidFill>
                <a:schemeClr val="accent2"/>
              </a:solidFill>
            </a:endParaRPr>
          </a:p>
        </p:txBody>
      </p:sp>
      <p:sp>
        <p:nvSpPr>
          <p:cNvPr id="111620" name="Text Box 5">
            <a:extLst>
              <a:ext uri="{FF2B5EF4-FFF2-40B4-BE49-F238E27FC236}">
                <a16:creationId xmlns:a16="http://schemas.microsoft.com/office/drawing/2014/main" id="{89D0EA1A-FB60-4167-95A8-0F7175DBF67A}"/>
              </a:ext>
            </a:extLst>
          </p:cNvPr>
          <p:cNvSpPr txBox="1">
            <a:spLocks noChangeArrowheads="1"/>
          </p:cNvSpPr>
          <p:nvPr/>
        </p:nvSpPr>
        <p:spPr bwMode="auto">
          <a:xfrm>
            <a:off x="762000" y="1577975"/>
            <a:ext cx="79248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a:spcBef>
                <a:spcPct val="50000"/>
              </a:spcBef>
            </a:pPr>
            <a:r>
              <a:rPr lang="en-US" altLang="en-US" sz="2000">
                <a:solidFill>
                  <a:schemeClr val="tx1"/>
                </a:solidFill>
                <a:latin typeface="Arial" panose="020B0604020202020204" pitchFamily="34" charset="0"/>
              </a:rPr>
              <a:t>A box plot does not portray certain features of a distribution, such as distinct mounds and possible gaps, as clearly as does a histogram.</a:t>
            </a:r>
          </a:p>
          <a:p>
            <a:pPr>
              <a:spcBef>
                <a:spcPct val="50000"/>
              </a:spcBef>
            </a:pPr>
            <a:r>
              <a:rPr lang="en-US" altLang="en-US" sz="2000">
                <a:solidFill>
                  <a:schemeClr val="tx1"/>
                </a:solidFill>
                <a:latin typeface="Arial" panose="020B0604020202020204" pitchFamily="34" charset="0"/>
              </a:rPr>
              <a:t>Box plots are useful for identifying potential outliers. </a:t>
            </a:r>
          </a:p>
        </p:txBody>
      </p:sp>
      <p:sp>
        <p:nvSpPr>
          <p:cNvPr id="111621" name="TextBox 1">
            <a:extLst>
              <a:ext uri="{FF2B5EF4-FFF2-40B4-BE49-F238E27FC236}">
                <a16:creationId xmlns:a16="http://schemas.microsoft.com/office/drawing/2014/main" id="{70F22DC1-1FF2-4DDF-800C-E62D9EC9C44C}"/>
              </a:ext>
            </a:extLst>
          </p:cNvPr>
          <p:cNvSpPr txBox="1">
            <a:spLocks noChangeArrowheads="1"/>
          </p:cNvSpPr>
          <p:nvPr/>
        </p:nvSpPr>
        <p:spPr bwMode="auto">
          <a:xfrm>
            <a:off x="228600" y="5562600"/>
            <a:ext cx="86868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2.16 Box Plots of Male and Female College Student Heights. </a:t>
            </a:r>
            <a:r>
              <a:rPr lang="en-US" altLang="en-US" sz="1600">
                <a:solidFill>
                  <a:schemeClr val="tx1"/>
                </a:solidFill>
                <a:latin typeface="Arial" panose="020B0604020202020204" pitchFamily="34" charset="0"/>
              </a:rPr>
              <a:t>The box plots use the same scale for height.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What are approximate values of the quartiles for the two groups?</a:t>
            </a:r>
          </a:p>
        </p:txBody>
      </p:sp>
      <p:pic>
        <p:nvPicPr>
          <p:cNvPr id="111622" name="Picture 1">
            <a:extLst>
              <a:ext uri="{FF2B5EF4-FFF2-40B4-BE49-F238E27FC236}">
                <a16:creationId xmlns:a16="http://schemas.microsoft.com/office/drawing/2014/main" id="{5964AA3B-06B9-40B8-844F-8F213B5F20B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00225" y="2820988"/>
            <a:ext cx="554355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3" name="Slide Number Placeholder 1">
            <a:extLst>
              <a:ext uri="{FF2B5EF4-FFF2-40B4-BE49-F238E27FC236}">
                <a16:creationId xmlns:a16="http://schemas.microsoft.com/office/drawing/2014/main" id="{0C7375A3-2F52-42CC-8607-71793B6CB817}"/>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1332CCA-0C5A-4825-9F75-1FBD6A6C066F}" type="slidenum">
              <a:rPr lang="en-US" altLang="en-US" smtClean="0"/>
              <a:pPr/>
              <a:t>54</a:t>
            </a:fld>
            <a:endParaRPr lang="en-US" alt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a:extLst>
              <a:ext uri="{FF2B5EF4-FFF2-40B4-BE49-F238E27FC236}">
                <a16:creationId xmlns:a16="http://schemas.microsoft.com/office/drawing/2014/main" id="{1E46B8D1-88F9-4778-B46C-AB83DC8FF53B}"/>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spcBef>
                <a:spcPct val="20000"/>
              </a:spcBef>
            </a:pPr>
            <a:r>
              <a:rPr lang="en-US" altLang="en-US" sz="2200" dirty="0"/>
              <a:t>The </a:t>
            </a:r>
            <a:r>
              <a:rPr lang="en-US" altLang="en-US" sz="2200" b="1" i="1" dirty="0"/>
              <a:t>z</a:t>
            </a:r>
            <a:r>
              <a:rPr lang="en-US" altLang="en-US" sz="2200" b="1" dirty="0"/>
              <a:t>-score</a:t>
            </a:r>
            <a:r>
              <a:rPr lang="en-US" altLang="en-US" sz="2200" dirty="0"/>
              <a:t> also identifies position and potential outliers.</a:t>
            </a:r>
          </a:p>
          <a:p>
            <a:pPr marL="0" indent="0">
              <a:spcBef>
                <a:spcPct val="20000"/>
              </a:spcBef>
            </a:pPr>
            <a:endParaRPr lang="en-US" altLang="en-US" sz="2200" dirty="0"/>
          </a:p>
          <a:p>
            <a:pPr marL="0" indent="0">
              <a:spcBef>
                <a:spcPct val="20000"/>
              </a:spcBef>
            </a:pPr>
            <a:r>
              <a:rPr lang="en-US" altLang="en-US" sz="2200" dirty="0"/>
              <a:t>The </a:t>
            </a:r>
            <a:r>
              <a:rPr lang="en-US" altLang="en-US" sz="2200" b="1" i="1" dirty="0"/>
              <a:t>z</a:t>
            </a:r>
            <a:r>
              <a:rPr lang="en-US" altLang="en-US" sz="2200" b="1" dirty="0"/>
              <a:t>-score</a:t>
            </a:r>
            <a:r>
              <a:rPr lang="en-US" altLang="en-US" sz="2200" dirty="0"/>
              <a:t> for an observation is the number of standard deviations that it falls from the mean. A positive </a:t>
            </a:r>
            <a:r>
              <a:rPr lang="en-US" altLang="en-US" sz="2200" i="1" dirty="0"/>
              <a:t>z</a:t>
            </a:r>
            <a:r>
              <a:rPr lang="en-US" altLang="en-US" sz="2200" dirty="0"/>
              <a:t>-score indicates the observation is above the mean. A negative </a:t>
            </a:r>
            <a:r>
              <a:rPr lang="en-US" altLang="en-US" sz="2200" i="1" dirty="0"/>
              <a:t>z</a:t>
            </a:r>
            <a:r>
              <a:rPr lang="en-US" altLang="en-US" sz="2200" dirty="0"/>
              <a:t>-score indicates the observation is below the mean. For sample data, the </a:t>
            </a:r>
            <a:r>
              <a:rPr lang="en-US" altLang="en-US" sz="2200" i="1" dirty="0"/>
              <a:t>z</a:t>
            </a:r>
            <a:r>
              <a:rPr lang="en-US" altLang="en-US" sz="2200" dirty="0"/>
              <a:t> -score is calculated as: </a:t>
            </a:r>
          </a:p>
          <a:p>
            <a:pPr marL="0" indent="0">
              <a:spcBef>
                <a:spcPct val="20000"/>
              </a:spcBef>
              <a:buFont typeface="Times New Roman" panose="02020603050405020304" pitchFamily="18" charset="0"/>
              <a:buChar char="•"/>
            </a:pPr>
            <a:endParaRPr lang="en-US" altLang="en-US" sz="2200" b="1" dirty="0"/>
          </a:p>
          <a:p>
            <a:pPr marL="0" indent="0">
              <a:spcBef>
                <a:spcPct val="20000"/>
              </a:spcBef>
            </a:pPr>
            <a:endParaRPr lang="en-US" altLang="en-US" sz="2200" b="1" dirty="0"/>
          </a:p>
          <a:p>
            <a:pPr marL="0" indent="0">
              <a:spcBef>
                <a:spcPct val="20000"/>
              </a:spcBef>
              <a:buFont typeface="Times New Roman" panose="02020603050405020304" pitchFamily="18" charset="0"/>
              <a:buChar char="•"/>
            </a:pPr>
            <a:endParaRPr lang="en-US" altLang="en-US" sz="2200" b="1" dirty="0"/>
          </a:p>
          <a:p>
            <a:pPr marL="0" indent="0">
              <a:spcBef>
                <a:spcPct val="20000"/>
              </a:spcBef>
            </a:pPr>
            <a:r>
              <a:rPr lang="en-US" altLang="en-US" sz="2200" dirty="0"/>
              <a:t>An observation from a bell-shaped distribution is a potential outlier if its </a:t>
            </a:r>
            <a:r>
              <a:rPr lang="en-US" altLang="en-US" sz="2200" i="1" dirty="0"/>
              <a:t>z</a:t>
            </a:r>
            <a:r>
              <a:rPr lang="en-US" altLang="en-US" sz="2200" dirty="0"/>
              <a:t>-score &lt; -3  or  &gt; +3 </a:t>
            </a:r>
            <a:r>
              <a:rPr lang="en-US" altLang="en-US" sz="2200" b="1" dirty="0"/>
              <a:t>(3 standard deviation criterion</a:t>
            </a:r>
            <a:r>
              <a:rPr lang="en-US" altLang="en-US" sz="2200" b="1" dirty="0">
                <a:solidFill>
                  <a:schemeClr val="tx1"/>
                </a:solidFill>
              </a:rPr>
              <a:t>).</a:t>
            </a:r>
          </a:p>
        </p:txBody>
      </p:sp>
      <p:sp>
        <p:nvSpPr>
          <p:cNvPr id="113667" name="Rectangle 2">
            <a:extLst>
              <a:ext uri="{FF2B5EF4-FFF2-40B4-BE49-F238E27FC236}">
                <a16:creationId xmlns:a16="http://schemas.microsoft.com/office/drawing/2014/main" id="{1857EAAD-8902-4FD5-B21A-86D5F3BF4986}"/>
              </a:ext>
            </a:extLst>
          </p:cNvPr>
          <p:cNvSpPr>
            <a:spLocks noGrp="1" noChangeArrowheads="1"/>
          </p:cNvSpPr>
          <p:nvPr>
            <p:ph type="title" idx="4294967295"/>
          </p:nvPr>
        </p:nvSpPr>
        <p:spPr bwMode="auto">
          <a:xfrm>
            <a:off x="762000" y="165100"/>
            <a:ext cx="7924800" cy="731838"/>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i="1">
                <a:latin typeface="Arial" panose="020B0604020202020204" pitchFamily="34" charset="0"/>
              </a:rPr>
              <a:t>Z</a:t>
            </a:r>
            <a:r>
              <a:rPr lang="en-US" altLang="en-US" b="1">
                <a:latin typeface="Arial" panose="020B0604020202020204" pitchFamily="34" charset="0"/>
              </a:rPr>
              <a:t>-Score</a:t>
            </a:r>
          </a:p>
        </p:txBody>
      </p:sp>
      <p:pic>
        <p:nvPicPr>
          <p:cNvPr id="113668" name="Object 4">
            <a:extLst>
              <a:ext uri="{FF2B5EF4-FFF2-40B4-BE49-F238E27FC236}">
                <a16:creationId xmlns:a16="http://schemas.microsoft.com/office/drawing/2014/main" id="{B335E70C-289E-4E0D-B46D-ADCE30FBC5A2}"/>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2557463" y="4092575"/>
            <a:ext cx="3217862" cy="725488"/>
          </a:xfrm>
          <a:prstGeom prst="rect">
            <a:avLst/>
          </a:prstGeom>
          <a:noFill/>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9" name="Slide Number Placeholder 1">
            <a:extLst>
              <a:ext uri="{FF2B5EF4-FFF2-40B4-BE49-F238E27FC236}">
                <a16:creationId xmlns:a16="http://schemas.microsoft.com/office/drawing/2014/main" id="{7F8345A0-C8E5-4E1A-BFB0-150B4EA7611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610560A-0E3B-469C-AC09-1FDFB8A34D57}" type="slidenum">
              <a:rPr lang="en-US" altLang="en-US" smtClean="0"/>
              <a:pPr/>
              <a:t>55</a:t>
            </a:fld>
            <a:endParaRPr lang="en-US" altLang="en-US"/>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a:extLst>
              <a:ext uri="{FF2B5EF4-FFF2-40B4-BE49-F238E27FC236}">
                <a16:creationId xmlns:a16="http://schemas.microsoft.com/office/drawing/2014/main" id="{3DFF031D-E454-4C13-9379-BFEDE991956C}"/>
              </a:ext>
            </a:extLst>
          </p:cNvPr>
          <p:cNvSpPr>
            <a:spLocks noGrp="1" noChangeArrowheads="1"/>
          </p:cNvSpPr>
          <p:nvPr>
            <p:ph type="body" sz="quarter" idx="4294967295"/>
          </p:nvPr>
        </p:nvSpPr>
        <p:spPr bwMode="auto">
          <a:xfrm>
            <a:off x="609600" y="1587500"/>
            <a:ext cx="8382000" cy="4495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buFont typeface="Wingdings" panose="05000000000000000000" pitchFamily="2" charset="2"/>
              <a:buChar char="§"/>
            </a:pPr>
            <a:r>
              <a:rPr lang="en-US" altLang="en-US" sz="2300" dirty="0"/>
              <a:t>   Label both axes and provide proper headings.</a:t>
            </a:r>
          </a:p>
          <a:p>
            <a:pPr marL="0" indent="0">
              <a:buFont typeface="Wingdings" panose="05000000000000000000" pitchFamily="2" charset="2"/>
              <a:buChar char="§"/>
            </a:pPr>
            <a:endParaRPr lang="en-US" altLang="en-US" sz="2000" dirty="0"/>
          </a:p>
          <a:p>
            <a:pPr marL="0" indent="0">
              <a:buFont typeface="Wingdings" panose="05000000000000000000" pitchFamily="2" charset="2"/>
              <a:buChar char="§"/>
            </a:pPr>
            <a:r>
              <a:rPr lang="en-US" altLang="en-US" sz="2300" dirty="0"/>
              <a:t>   To better compare relative size, the vertical axis should start </a:t>
            </a:r>
          </a:p>
          <a:p>
            <a:pPr marL="0" indent="0"/>
            <a:r>
              <a:rPr lang="en-US" altLang="en-US" sz="2300" dirty="0"/>
              <a:t>     at 0.</a:t>
            </a:r>
          </a:p>
          <a:p>
            <a:pPr marL="0" indent="0">
              <a:buFont typeface="Wingdings" panose="05000000000000000000" pitchFamily="2" charset="2"/>
              <a:buChar char="§"/>
            </a:pPr>
            <a:endParaRPr lang="en-US" altLang="en-US" sz="2000" dirty="0"/>
          </a:p>
          <a:p>
            <a:pPr marL="0" indent="0">
              <a:buFont typeface="Wingdings" panose="05000000000000000000" pitchFamily="2" charset="2"/>
              <a:buChar char="§"/>
            </a:pPr>
            <a:r>
              <a:rPr lang="en-US" altLang="en-US" sz="2300" dirty="0"/>
              <a:t>   Be cautious in using anything other than bars, lines, or points.</a:t>
            </a:r>
          </a:p>
          <a:p>
            <a:pPr marL="0" indent="0"/>
            <a:r>
              <a:rPr lang="en-US" altLang="en-US" sz="2300" dirty="0"/>
              <a:t>   </a:t>
            </a:r>
          </a:p>
          <a:p>
            <a:pPr marL="0" indent="0">
              <a:buFont typeface="Wingdings" panose="05000000000000000000" pitchFamily="2" charset="2"/>
              <a:buChar char="§"/>
            </a:pPr>
            <a:r>
              <a:rPr lang="en-US" altLang="en-US" sz="2300" dirty="0"/>
              <a:t>   It can be difficult to portray more than one group on a single </a:t>
            </a:r>
          </a:p>
          <a:p>
            <a:pPr marL="0" indent="0"/>
            <a:r>
              <a:rPr lang="en-US" altLang="en-US" sz="2300" dirty="0"/>
              <a:t>     graph when the variable values differ greatly. Consider </a:t>
            </a:r>
          </a:p>
          <a:p>
            <a:pPr marL="0" indent="0"/>
            <a:r>
              <a:rPr lang="en-US" altLang="en-US" sz="2300" dirty="0"/>
              <a:t>     instead using separate graphs, or plotting relative sizes such </a:t>
            </a:r>
          </a:p>
          <a:p>
            <a:pPr marL="0" indent="0"/>
            <a:r>
              <a:rPr lang="en-US" altLang="en-US" sz="2300" dirty="0"/>
              <a:t>     as ratios or percentages.</a:t>
            </a:r>
          </a:p>
        </p:txBody>
      </p:sp>
      <p:sp>
        <p:nvSpPr>
          <p:cNvPr id="115715" name="Rectangle 2">
            <a:extLst>
              <a:ext uri="{FF2B5EF4-FFF2-40B4-BE49-F238E27FC236}">
                <a16:creationId xmlns:a16="http://schemas.microsoft.com/office/drawing/2014/main" id="{5993713E-2EDB-47FF-B681-5C2AE56F7F9B}"/>
              </a:ext>
            </a:extLst>
          </p:cNvPr>
          <p:cNvSpPr>
            <a:spLocks noGrp="1" noChangeArrowheads="1"/>
          </p:cNvSpPr>
          <p:nvPr>
            <p:ph type="title" idx="4294967295"/>
          </p:nvPr>
        </p:nvSpPr>
        <p:spPr bwMode="auto">
          <a:xfrm>
            <a:off x="457200"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400"/>
            </a:br>
            <a:r>
              <a:rPr lang="en-US" altLang="en-US" sz="2900" b="1">
                <a:latin typeface="Arial" panose="020B0604020202020204" pitchFamily="34" charset="0"/>
              </a:rPr>
              <a:t>Summary: Guidelines for Constructing Effective Graphs</a:t>
            </a:r>
            <a:endParaRPr lang="en-US" altLang="en-US" sz="2400" b="1">
              <a:latin typeface="Arial" panose="020B0604020202020204" pitchFamily="34" charset="0"/>
            </a:endParaRPr>
          </a:p>
        </p:txBody>
      </p:sp>
      <p:sp>
        <p:nvSpPr>
          <p:cNvPr id="115716" name="Slide Number Placeholder 1">
            <a:extLst>
              <a:ext uri="{FF2B5EF4-FFF2-40B4-BE49-F238E27FC236}">
                <a16:creationId xmlns:a16="http://schemas.microsoft.com/office/drawing/2014/main" id="{E18812CC-237E-4C91-8AC6-8CE851B377A4}"/>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21EF321-E94A-43A2-8F8E-8FB76CAFE7D5}" type="slidenum">
              <a:rPr lang="en-US" altLang="en-US" smtClean="0"/>
              <a:pPr/>
              <a:t>56</a:t>
            </a:fld>
            <a:endParaRPr lang="en-US" altLang="en-US"/>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500CF5D8-5094-4567-AEBE-8D15B3CA2CE1}"/>
              </a:ext>
            </a:extLst>
          </p:cNvPr>
          <p:cNvSpPr>
            <a:spLocks noGrp="1" noChangeArrowheads="1"/>
          </p:cNvSpPr>
          <p:nvPr>
            <p:ph type="title" idx="4294967295"/>
          </p:nvPr>
        </p:nvSpPr>
        <p:spPr bwMode="auto">
          <a:xfrm>
            <a:off x="762000" y="242888"/>
            <a:ext cx="7924800" cy="65563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br>
              <a:rPr lang="en-US" altLang="en-US" sz="2800"/>
            </a:br>
            <a:r>
              <a:rPr lang="en-US" altLang="en-US" b="1">
                <a:latin typeface="Arial" panose="020B0604020202020204" pitchFamily="34" charset="0"/>
              </a:rPr>
              <a:t>Example: Beware of Poor Graphs</a:t>
            </a:r>
          </a:p>
        </p:txBody>
      </p:sp>
      <p:sp>
        <p:nvSpPr>
          <p:cNvPr id="117763" name="TextBox 1">
            <a:extLst>
              <a:ext uri="{FF2B5EF4-FFF2-40B4-BE49-F238E27FC236}">
                <a16:creationId xmlns:a16="http://schemas.microsoft.com/office/drawing/2014/main" id="{71D03AE6-ACE2-4DF6-B3EF-5185B628AF6D}"/>
              </a:ext>
            </a:extLst>
          </p:cNvPr>
          <p:cNvSpPr txBox="1">
            <a:spLocks noChangeArrowheads="1"/>
          </p:cNvSpPr>
          <p:nvPr/>
        </p:nvSpPr>
        <p:spPr bwMode="auto">
          <a:xfrm>
            <a:off x="685800" y="5605463"/>
            <a:ext cx="8229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2.18  An Example of a Poor Graph. Question: </a:t>
            </a:r>
            <a:r>
              <a:rPr lang="en-US" altLang="en-US" sz="1600">
                <a:solidFill>
                  <a:schemeClr val="tx1"/>
                </a:solidFill>
                <a:latin typeface="Arial" panose="020B0604020202020204" pitchFamily="34" charset="0"/>
              </a:rPr>
              <a:t>What’s misleading about the</a:t>
            </a:r>
          </a:p>
          <a:p>
            <a:pPr eaLnBrk="1" hangingPunct="1">
              <a:buClr>
                <a:srgbClr val="000000"/>
              </a:buClr>
              <a:buSzPct val="100000"/>
              <a:buFont typeface="Times New Roman" panose="02020603050405020304" pitchFamily="18" charset="0"/>
              <a:buNone/>
            </a:pPr>
            <a:r>
              <a:rPr lang="en-US" altLang="en-US" sz="1600">
                <a:solidFill>
                  <a:schemeClr val="tx1"/>
                </a:solidFill>
                <a:latin typeface="Arial" panose="020B0604020202020204" pitchFamily="34" charset="0"/>
              </a:rPr>
              <a:t>way the data are presented?</a:t>
            </a:r>
          </a:p>
        </p:txBody>
      </p:sp>
      <p:pic>
        <p:nvPicPr>
          <p:cNvPr id="117764" name="Picture 1">
            <a:extLst>
              <a:ext uri="{FF2B5EF4-FFF2-40B4-BE49-F238E27FC236}">
                <a16:creationId xmlns:a16="http://schemas.microsoft.com/office/drawing/2014/main" id="{9F7777C9-EC46-476A-AF2F-BCF7BE31FE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4650" y="1874838"/>
            <a:ext cx="8472488"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5" name="Slide Number Placeholder 1">
            <a:extLst>
              <a:ext uri="{FF2B5EF4-FFF2-40B4-BE49-F238E27FC236}">
                <a16:creationId xmlns:a16="http://schemas.microsoft.com/office/drawing/2014/main" id="{CA0FFD3B-4730-4140-BFD4-166C5A83BBE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715F832-C28D-41EC-AE23-BC627C914029}" type="slidenum">
              <a:rPr lang="en-US" altLang="en-US" smtClean="0"/>
              <a:pPr/>
              <a:t>57</a:t>
            </a:fld>
            <a:endParaRPr lang="en-US" altLang="en-US"/>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Box 1">
            <a:extLst>
              <a:ext uri="{FF2B5EF4-FFF2-40B4-BE49-F238E27FC236}">
                <a16:creationId xmlns:a16="http://schemas.microsoft.com/office/drawing/2014/main" id="{47196FB6-C4F7-4952-86D7-4ED1DCFB2C59}"/>
              </a:ext>
            </a:extLst>
          </p:cNvPr>
          <p:cNvSpPr txBox="1">
            <a:spLocks noChangeArrowheads="1"/>
          </p:cNvSpPr>
          <p:nvPr/>
        </p:nvSpPr>
        <p:spPr bwMode="auto">
          <a:xfrm>
            <a:off x="685800" y="5605463"/>
            <a:ext cx="82296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2.19 A Better Graph for the Data in Figure 2.18.  Question: </a:t>
            </a:r>
            <a:r>
              <a:rPr lang="en-US" altLang="en-US" sz="1600">
                <a:solidFill>
                  <a:schemeClr val="tx1"/>
                </a:solidFill>
                <a:latin typeface="Arial" panose="020B0604020202020204" pitchFamily="34" charset="0"/>
              </a:rPr>
              <a:t>What trends do you see in the enrollments from 2004 to 2012?</a:t>
            </a:r>
          </a:p>
        </p:txBody>
      </p:sp>
      <p:sp>
        <p:nvSpPr>
          <p:cNvPr id="119811" name="Rectangle 2">
            <a:extLst>
              <a:ext uri="{FF2B5EF4-FFF2-40B4-BE49-F238E27FC236}">
                <a16:creationId xmlns:a16="http://schemas.microsoft.com/office/drawing/2014/main" id="{297B5C3B-12DD-499E-9D0E-0FC570C308F0}"/>
              </a:ext>
            </a:extLst>
          </p:cNvPr>
          <p:cNvSpPr>
            <a:spLocks noChangeArrowheads="1"/>
          </p:cNvSpPr>
          <p:nvPr/>
        </p:nvSpPr>
        <p:spPr bwMode="auto">
          <a:xfrm>
            <a:off x="762000" y="242888"/>
            <a:ext cx="7924800"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br>
              <a:rPr lang="en-US" altLang="en-US" sz="2800">
                <a:solidFill>
                  <a:schemeClr val="tx1"/>
                </a:solidFill>
              </a:rPr>
            </a:br>
            <a:r>
              <a:rPr lang="en-US" altLang="en-US" sz="3200" b="1">
                <a:solidFill>
                  <a:schemeClr val="tx1"/>
                </a:solidFill>
                <a:latin typeface="Arial" panose="020B0604020202020204" pitchFamily="34" charset="0"/>
              </a:rPr>
              <a:t>Example: Beware of Poor Graphs</a:t>
            </a:r>
          </a:p>
        </p:txBody>
      </p:sp>
      <p:pic>
        <p:nvPicPr>
          <p:cNvPr id="119812" name="Picture 1">
            <a:extLst>
              <a:ext uri="{FF2B5EF4-FFF2-40B4-BE49-F238E27FC236}">
                <a16:creationId xmlns:a16="http://schemas.microsoft.com/office/drawing/2014/main" id="{9E28D6AE-8B0E-4D35-A4BB-414F0CA4685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5888" y="1408113"/>
            <a:ext cx="6151562" cy="411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3" name="Slide Number Placeholder 1">
            <a:extLst>
              <a:ext uri="{FF2B5EF4-FFF2-40B4-BE49-F238E27FC236}">
                <a16:creationId xmlns:a16="http://schemas.microsoft.com/office/drawing/2014/main" id="{56FD5ABF-CB22-4B3C-B903-524D28A7F0BB}"/>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9F1A021-A012-4FA8-8A59-7AF2017E4C0C}" type="slidenum">
              <a:rPr lang="en-US" altLang="en-US" smtClean="0"/>
              <a:pPr/>
              <a:t>58</a:t>
            </a:fld>
            <a:endParaRPr lang="en-US" altLang="en-US"/>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Placeholder 1">
            <a:extLst>
              <a:ext uri="{FF2B5EF4-FFF2-40B4-BE49-F238E27FC236}">
                <a16:creationId xmlns:a16="http://schemas.microsoft.com/office/drawing/2014/main" id="{AD1D5FA3-7642-4908-AED5-5BFE6FC7D275}"/>
              </a:ext>
            </a:extLst>
          </p:cNvPr>
          <p:cNvSpPr>
            <a:spLocks noGrp="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lgn="ctr"/>
            <a:endParaRPr lang="en-US" altLang="en-US" sz="4400" b="1">
              <a:solidFill>
                <a:schemeClr val="tx1"/>
              </a:solidFill>
            </a:endParaRPr>
          </a:p>
          <a:p>
            <a:pPr marL="0" indent="0" algn="ctr"/>
            <a:endParaRPr lang="en-US" altLang="en-US" sz="4400" b="1">
              <a:solidFill>
                <a:schemeClr val="tx1"/>
              </a:solidFill>
            </a:endParaRPr>
          </a:p>
          <a:p>
            <a:pPr marL="0" indent="0" algn="ctr"/>
            <a:r>
              <a:rPr lang="en-US" altLang="en-US" sz="4400" b="1">
                <a:solidFill>
                  <a:schemeClr val="tx1"/>
                </a:solidFill>
              </a:rPr>
              <a:t>Probability Distributions</a:t>
            </a:r>
          </a:p>
          <a:p>
            <a:pPr marL="0" indent="0" algn="ctr"/>
            <a:endParaRPr lang="en-US" altLang="en-US" sz="4400">
              <a:solidFill>
                <a:schemeClr val="tx1"/>
              </a:solidFill>
            </a:endParaRPr>
          </a:p>
        </p:txBody>
      </p:sp>
      <p:sp>
        <p:nvSpPr>
          <p:cNvPr id="121859" name="Title 2">
            <a:extLst>
              <a:ext uri="{FF2B5EF4-FFF2-40B4-BE49-F238E27FC236}">
                <a16:creationId xmlns:a16="http://schemas.microsoft.com/office/drawing/2014/main" id="{BF39DB7B-D77D-4B0B-9524-0C25C5B7A58A}"/>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endParaRPr lang="en-US" altLang="en-US"/>
          </a:p>
        </p:txBody>
      </p:sp>
      <p:sp>
        <p:nvSpPr>
          <p:cNvPr id="121860" name="Slide Number Placeholder 3">
            <a:extLst>
              <a:ext uri="{FF2B5EF4-FFF2-40B4-BE49-F238E27FC236}">
                <a16:creationId xmlns:a16="http://schemas.microsoft.com/office/drawing/2014/main" id="{66204D4D-6010-4A29-A98A-CE07010E4333}"/>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31C52CB-CE4B-4797-97EC-CBA300CCFFFE}" type="slidenum">
              <a:rPr lang="en-US" altLang="en-US" smtClean="0"/>
              <a:pPr/>
              <a:t>59</a:t>
            </a:fld>
            <a:endParaRPr lang="en-US"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a:extLst>
              <a:ext uri="{FF2B5EF4-FFF2-40B4-BE49-F238E27FC236}">
                <a16:creationId xmlns:a16="http://schemas.microsoft.com/office/drawing/2014/main" id="{4FCAAB91-A17B-4DA1-ADDA-088766EE1592}"/>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 A </a:t>
            </a:r>
            <a:r>
              <a:rPr lang="en-US" altLang="en-US" b="1">
                <a:solidFill>
                  <a:schemeClr val="tx2"/>
                </a:solidFill>
              </a:rPr>
              <a:t>random variable</a:t>
            </a:r>
            <a:r>
              <a:rPr lang="en-US" altLang="en-US"/>
              <a:t> is a numerical measurement of the outcome of a random phenomenon.</a:t>
            </a:r>
          </a:p>
          <a:p>
            <a:pPr marL="0" indent="0"/>
            <a:endParaRPr lang="en-US" altLang="en-US"/>
          </a:p>
          <a:p>
            <a:pPr marL="0" indent="0"/>
            <a:r>
              <a:rPr lang="en-US" altLang="en-US"/>
              <a:t>Often, the randomness results from</a:t>
            </a:r>
          </a:p>
          <a:p>
            <a:pPr lvl="1"/>
            <a:r>
              <a:rPr lang="en-US" altLang="en-US"/>
              <a:t>the use of random sampling</a:t>
            </a:r>
          </a:p>
          <a:p>
            <a:pPr lvl="1">
              <a:buClr>
                <a:schemeClr val="tx1"/>
              </a:buClr>
              <a:buFont typeface="Wingdings" panose="05000000000000000000" pitchFamily="2" charset="2"/>
              <a:buNone/>
            </a:pPr>
            <a:r>
              <a:rPr lang="en-US" altLang="en-US"/>
              <a:t>   	or</a:t>
            </a:r>
          </a:p>
          <a:p>
            <a:pPr lvl="1"/>
            <a:r>
              <a:rPr lang="en-US" altLang="en-US"/>
              <a:t>a randomized experiment to gather the </a:t>
            </a:r>
            <a:r>
              <a:rPr lang="en-US" altLang="en-US">
                <a:solidFill>
                  <a:schemeClr val="tx1"/>
                </a:solidFill>
              </a:rPr>
              <a:t>data.</a:t>
            </a:r>
          </a:p>
        </p:txBody>
      </p:sp>
      <p:sp>
        <p:nvSpPr>
          <p:cNvPr id="122883" name="Rectangle 2">
            <a:extLst>
              <a:ext uri="{FF2B5EF4-FFF2-40B4-BE49-F238E27FC236}">
                <a16:creationId xmlns:a16="http://schemas.microsoft.com/office/drawing/2014/main" id="{8D2B510A-3E59-4580-ADCA-E731D8E690C9}"/>
              </a:ext>
            </a:extLst>
          </p:cNvPr>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Randomness</a:t>
            </a:r>
          </a:p>
        </p:txBody>
      </p:sp>
      <p:pic>
        <p:nvPicPr>
          <p:cNvPr id="122884" name="Ink 2">
            <a:extLst>
              <a:ext uri="{FF2B5EF4-FFF2-40B4-BE49-F238E27FC236}">
                <a16:creationId xmlns:a16="http://schemas.microsoft.com/office/drawing/2014/main" id="{93801023-8E8F-422B-8DE5-F3625C560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12013" y="4449763"/>
            <a:ext cx="23812" cy="1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5" name="Slide Number Placeholder 1">
            <a:extLst>
              <a:ext uri="{FF2B5EF4-FFF2-40B4-BE49-F238E27FC236}">
                <a16:creationId xmlns:a16="http://schemas.microsoft.com/office/drawing/2014/main" id="{DADF7B50-C9B1-4172-8A08-0C5278BEA6DA}"/>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E8F529A-22B6-4498-954A-C7DA84ABB590}" type="slidenum">
              <a:rPr lang="en-US" altLang="en-US" smtClean="0"/>
              <a:pPr/>
              <a:t>60</a:t>
            </a:fld>
            <a:endParaRPr lang="en-US"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a:extLst>
              <a:ext uri="{FF2B5EF4-FFF2-40B4-BE49-F238E27FC236}">
                <a16:creationId xmlns:a16="http://schemas.microsoft.com/office/drawing/2014/main" id="{4080497E-BB2C-4FCE-9093-BF21749AE52B}"/>
              </a:ext>
            </a:extLst>
          </p:cNvPr>
          <p:cNvSpPr>
            <a:spLocks noGrp="1" noChangeArrowheads="1"/>
          </p:cNvSpPr>
          <p:nvPr>
            <p:ph type="body" sz="quarter" idx="4294967295"/>
          </p:nvPr>
        </p:nvSpPr>
        <p:spPr bwMode="auto">
          <a:xfrm>
            <a:off x="990600" y="1600200"/>
            <a:ext cx="7924800" cy="4627563"/>
          </a:xfrm>
          <a:prstGeom prst="rect">
            <a:avLst/>
          </a:prstGeom>
          <a:solidFill>
            <a:srgbClr val="FFFFFF"/>
          </a:solidFill>
        </p:spPr>
        <p:txBody>
          <a:bodyPr lIns="0" rIns="0"/>
          <a:lstStyle/>
          <a:p>
            <a:pPr marL="0">
              <a:lnSpc>
                <a:spcPct val="90000"/>
              </a:lnSpc>
              <a:defRPr/>
            </a:pPr>
            <a:r>
              <a:rPr lang="en-US" altLang="en-US" sz="2200" dirty="0"/>
              <a:t>Use letters near the end of the alphabet, such as </a:t>
            </a:r>
            <a:r>
              <a:rPr lang="en-US" altLang="en-US" sz="2200" i="1" dirty="0">
                <a:latin typeface="+mj-lt"/>
              </a:rPr>
              <a:t>x</a:t>
            </a:r>
            <a:r>
              <a:rPr lang="en-US" altLang="en-US" sz="2200" dirty="0"/>
              <a:t>, to symbolize: </a:t>
            </a:r>
          </a:p>
          <a:p>
            <a:pPr lvl="1">
              <a:lnSpc>
                <a:spcPct val="90000"/>
              </a:lnSpc>
              <a:defRPr/>
            </a:pPr>
            <a:r>
              <a:rPr lang="en-US" altLang="en-US" sz="2200" dirty="0"/>
              <a:t>variables</a:t>
            </a:r>
          </a:p>
          <a:p>
            <a:pPr lvl="1">
              <a:lnSpc>
                <a:spcPct val="90000"/>
              </a:lnSpc>
              <a:defRPr/>
            </a:pPr>
            <a:r>
              <a:rPr lang="en-US" altLang="en-US" sz="2200" dirty="0"/>
              <a:t>a particular value of the random </a:t>
            </a:r>
            <a:r>
              <a:rPr lang="en-US" altLang="en-US" sz="2200" dirty="0">
                <a:solidFill>
                  <a:schemeClr val="tx1"/>
                </a:solidFill>
              </a:rPr>
              <a:t>variable.</a:t>
            </a:r>
          </a:p>
          <a:p>
            <a:pPr marL="0">
              <a:lnSpc>
                <a:spcPct val="90000"/>
              </a:lnSpc>
              <a:defRPr/>
            </a:pPr>
            <a:endParaRPr lang="en-US" altLang="en-US" sz="2200" dirty="0"/>
          </a:p>
          <a:p>
            <a:pPr marL="0">
              <a:lnSpc>
                <a:spcPct val="90000"/>
              </a:lnSpc>
              <a:defRPr/>
            </a:pPr>
            <a:r>
              <a:rPr lang="en-US" altLang="en-US" sz="2200" dirty="0"/>
              <a:t>Use a capital letter, such as </a:t>
            </a:r>
            <a:r>
              <a:rPr lang="en-US" altLang="en-US" sz="2200" i="1" dirty="0">
                <a:latin typeface="+mj-lt"/>
              </a:rPr>
              <a:t>X</a:t>
            </a:r>
            <a:r>
              <a:rPr lang="en-US" altLang="en-US" sz="2200" dirty="0"/>
              <a:t>, to refer to the random variable itself.</a:t>
            </a:r>
          </a:p>
          <a:p>
            <a:pPr marL="0">
              <a:lnSpc>
                <a:spcPct val="90000"/>
              </a:lnSpc>
              <a:defRPr/>
            </a:pPr>
            <a:endParaRPr lang="en-US" altLang="en-US" sz="2200" dirty="0"/>
          </a:p>
          <a:p>
            <a:pPr marL="0">
              <a:lnSpc>
                <a:spcPct val="90000"/>
              </a:lnSpc>
              <a:defRPr/>
            </a:pPr>
            <a:r>
              <a:rPr lang="en-US" altLang="en-US" sz="2200" dirty="0"/>
              <a:t>     Example: Flip a coin three time</a:t>
            </a:r>
            <a:r>
              <a:rPr lang="en-US" altLang="en-US" sz="2200" dirty="0">
                <a:solidFill>
                  <a:schemeClr val="tx1"/>
                </a:solidFill>
              </a:rPr>
              <a:t>s. </a:t>
            </a:r>
          </a:p>
          <a:p>
            <a:pPr lvl="1">
              <a:lnSpc>
                <a:spcPct val="90000"/>
              </a:lnSpc>
              <a:defRPr/>
            </a:pPr>
            <a:r>
              <a:rPr lang="en-US" altLang="en-US" sz="2200" i="1" dirty="0">
                <a:latin typeface="+mj-lt"/>
              </a:rPr>
              <a:t>X </a:t>
            </a:r>
            <a:r>
              <a:rPr lang="en-US" altLang="en-US" sz="2200" dirty="0"/>
              <a:t>= number of heads in the 3 flips; denotes the random variabl</a:t>
            </a:r>
            <a:r>
              <a:rPr lang="en-US" altLang="en-US" sz="2200" dirty="0">
                <a:solidFill>
                  <a:schemeClr val="tx1"/>
                </a:solidFill>
              </a:rPr>
              <a:t>e.</a:t>
            </a:r>
          </a:p>
          <a:p>
            <a:pPr lvl="1">
              <a:lnSpc>
                <a:spcPct val="90000"/>
              </a:lnSpc>
              <a:defRPr/>
            </a:pPr>
            <a:r>
              <a:rPr lang="en-US" altLang="en-US" sz="2200" i="1" dirty="0">
                <a:latin typeface="+mj-lt"/>
              </a:rPr>
              <a:t>x </a:t>
            </a:r>
            <a:r>
              <a:rPr lang="en-US" altLang="en-US" sz="2200" dirty="0"/>
              <a:t>= 2; represents a possible value of the random variabl</a:t>
            </a:r>
            <a:r>
              <a:rPr lang="en-US" altLang="en-US" sz="2200" dirty="0">
                <a:solidFill>
                  <a:schemeClr val="tx1"/>
                </a:solidFill>
              </a:rPr>
              <a:t>e.</a:t>
            </a:r>
          </a:p>
        </p:txBody>
      </p:sp>
      <p:sp>
        <p:nvSpPr>
          <p:cNvPr id="124931" name="Rectangle 2">
            <a:extLst>
              <a:ext uri="{FF2B5EF4-FFF2-40B4-BE49-F238E27FC236}">
                <a16:creationId xmlns:a16="http://schemas.microsoft.com/office/drawing/2014/main" id="{8A2C0E43-3D85-461B-B86D-721AF85F183F}"/>
              </a:ext>
            </a:extLst>
          </p:cNvPr>
          <p:cNvSpPr>
            <a:spLocks noGrp="1" noChangeArrowheads="1"/>
          </p:cNvSpPr>
          <p:nvPr>
            <p:ph type="title" idx="4294967295"/>
          </p:nvPr>
        </p:nvSpPr>
        <p:spPr bwMode="auto">
          <a:xfrm>
            <a:off x="762000" y="117475"/>
            <a:ext cx="8077200" cy="762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Random Variable</a:t>
            </a:r>
          </a:p>
        </p:txBody>
      </p:sp>
      <p:sp>
        <p:nvSpPr>
          <p:cNvPr id="124932" name="Slide Number Placeholder 1">
            <a:extLst>
              <a:ext uri="{FF2B5EF4-FFF2-40B4-BE49-F238E27FC236}">
                <a16:creationId xmlns:a16="http://schemas.microsoft.com/office/drawing/2014/main" id="{44384C3F-0B91-4E68-B8FE-B44685D45B77}"/>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F6A47D0-119E-499D-9184-6E09C5FC602F}" type="slidenum">
              <a:rPr lang="en-US" altLang="en-US" smtClean="0"/>
              <a:pPr/>
              <a:t>61</a:t>
            </a:fld>
            <a:endParaRPr lang="en-US"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3">
            <a:extLst>
              <a:ext uri="{FF2B5EF4-FFF2-40B4-BE49-F238E27FC236}">
                <a16:creationId xmlns:a16="http://schemas.microsoft.com/office/drawing/2014/main" id="{A50ED17E-4CC7-4FB0-9DF9-2C7064A7118C}"/>
              </a:ext>
            </a:extLst>
          </p:cNvPr>
          <p:cNvSpPr>
            <a:spLocks noGrp="1" noChangeArrowheads="1"/>
          </p:cNvSpPr>
          <p:nvPr>
            <p:ph type="body" sz="quarter" idx="4294967295"/>
          </p:nvPr>
        </p:nvSpPr>
        <p:spPr bwMode="auto">
          <a:xfrm>
            <a:off x="914400" y="1600200"/>
            <a:ext cx="7924800" cy="4479925"/>
          </a:xfrm>
          <a:prstGeom prst="rect">
            <a:avLst/>
          </a:prstGeom>
          <a:solidFill>
            <a:srgbClr val="FFFFFF"/>
          </a:solidFill>
        </p:spPr>
        <p:txBody>
          <a:bodyPr lIns="0" rIns="0"/>
          <a:lstStyle/>
          <a:p>
            <a:pPr marL="0" indent="0">
              <a:defRPr/>
            </a:pPr>
            <a:r>
              <a:rPr lang="en-US" altLang="en-US" dirty="0"/>
              <a:t>The </a:t>
            </a:r>
            <a:r>
              <a:rPr lang="en-US" altLang="en-US" b="1" dirty="0">
                <a:solidFill>
                  <a:schemeClr val="tx2"/>
                </a:solidFill>
              </a:rPr>
              <a:t>probability distribution</a:t>
            </a:r>
            <a:r>
              <a:rPr lang="en-US" altLang="en-US" b="1" dirty="0"/>
              <a:t> </a:t>
            </a:r>
            <a:r>
              <a:rPr lang="en-US" altLang="en-US" dirty="0"/>
              <a:t>of a random variable specifies its possible values and their probabilities.</a:t>
            </a:r>
          </a:p>
          <a:p>
            <a:pPr indent="0">
              <a:defRPr/>
            </a:pPr>
            <a:endParaRPr lang="en-US" dirty="0"/>
          </a:p>
          <a:p>
            <a:pPr marL="0" indent="0">
              <a:defRPr/>
            </a:pPr>
            <a:r>
              <a:rPr lang="en-US" dirty="0"/>
              <a:t>An advantage of a variable being a random variable is  that it’s possible to specify such probabilities. Without randomness, we would not be able to predict the probabilities of the possible outcomes in the long run.</a:t>
            </a:r>
            <a:endParaRPr lang="en-US" altLang="en-US" dirty="0"/>
          </a:p>
        </p:txBody>
      </p:sp>
      <p:sp>
        <p:nvSpPr>
          <p:cNvPr id="126979" name="Rectangle 2">
            <a:extLst>
              <a:ext uri="{FF2B5EF4-FFF2-40B4-BE49-F238E27FC236}">
                <a16:creationId xmlns:a16="http://schemas.microsoft.com/office/drawing/2014/main" id="{712E1B0A-9AAF-4F0D-A098-D1D70AD43C06}"/>
              </a:ext>
            </a:extLst>
          </p:cNvPr>
          <p:cNvSpPr>
            <a:spLocks noGrp="1" noChangeArrowheads="1"/>
          </p:cNvSpPr>
          <p:nvPr>
            <p:ph type="title" idx="4294967295"/>
          </p:nvPr>
        </p:nvSpPr>
        <p:spPr bwMode="auto">
          <a:xfrm>
            <a:off x="762000" y="165100"/>
            <a:ext cx="79248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Probability Distribution</a:t>
            </a:r>
          </a:p>
        </p:txBody>
      </p:sp>
      <p:sp>
        <p:nvSpPr>
          <p:cNvPr id="126980" name="Slide Number Placeholder 1">
            <a:extLst>
              <a:ext uri="{FF2B5EF4-FFF2-40B4-BE49-F238E27FC236}">
                <a16:creationId xmlns:a16="http://schemas.microsoft.com/office/drawing/2014/main" id="{F1408AB7-F735-4989-AAD7-8262A1B6FB50}"/>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F552F0E-F138-4A72-B225-03D6A14DC0F2}" type="slidenum">
              <a:rPr lang="en-US" altLang="en-US" smtClean="0"/>
              <a:pPr/>
              <a:t>62</a:t>
            </a:fld>
            <a:endParaRPr lang="en-US"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074DF863-A630-42E7-8919-A5249431E30B}"/>
              </a:ext>
            </a:extLst>
          </p:cNvPr>
          <p:cNvSpPr>
            <a:spLocks noGrp="1" noChangeArrowheads="1"/>
          </p:cNvSpPr>
          <p:nvPr>
            <p:ph type="body" sz="quarter" idx="4294967295"/>
          </p:nvPr>
        </p:nvSpPr>
        <p:spPr bwMode="auto">
          <a:xfrm>
            <a:off x="990600" y="1747139"/>
            <a:ext cx="7924800" cy="4479925"/>
          </a:xfrm>
          <a:prstGeom prst="rect">
            <a:avLst/>
          </a:prstGeom>
          <a:solidFill>
            <a:srgbClr val="FFFFFF"/>
          </a:solidFill>
        </p:spPr>
        <p:txBody>
          <a:bodyPr lIns="0" rIns="0"/>
          <a:lstStyle/>
          <a:p>
            <a:pPr marL="0" indent="0">
              <a:defRPr/>
            </a:pPr>
            <a:r>
              <a:rPr lang="en-US" dirty="0"/>
              <a:t>A discrete random variable </a:t>
            </a:r>
            <a:r>
              <a:rPr lang="en-US" i="1" dirty="0">
                <a:latin typeface="+mj-lt"/>
              </a:rPr>
              <a:t>X</a:t>
            </a:r>
            <a:r>
              <a:rPr lang="en-US" i="1" dirty="0"/>
              <a:t> </a:t>
            </a:r>
            <a:r>
              <a:rPr lang="en-US" dirty="0"/>
              <a:t>takes a set of separate values (such as 0, 1, 2, . . .). Its </a:t>
            </a:r>
            <a:r>
              <a:rPr lang="en-US" b="1" dirty="0"/>
              <a:t>probability distribution </a:t>
            </a:r>
            <a:r>
              <a:rPr lang="en-US" dirty="0"/>
              <a:t>assigns a probability P(</a:t>
            </a:r>
            <a:r>
              <a:rPr lang="en-US" i="1" dirty="0"/>
              <a:t>x</a:t>
            </a:r>
            <a:r>
              <a:rPr lang="en-US" dirty="0"/>
              <a:t>) to each possible value </a:t>
            </a:r>
            <a:r>
              <a:rPr lang="en-US" i="1" dirty="0"/>
              <a:t>x.</a:t>
            </a:r>
            <a:br>
              <a:rPr lang="en-US" i="1" dirty="0"/>
            </a:br>
            <a:endParaRPr lang="en-US" i="1" dirty="0"/>
          </a:p>
          <a:p>
            <a:pPr>
              <a:buFont typeface="Wingdings" panose="05000000000000000000" pitchFamily="2" charset="2"/>
              <a:buChar char="§"/>
              <a:defRPr/>
            </a:pPr>
            <a:r>
              <a:rPr lang="en-US" dirty="0"/>
              <a:t>For each </a:t>
            </a:r>
            <a:r>
              <a:rPr lang="en-US" i="1" dirty="0"/>
              <a:t>x</a:t>
            </a:r>
            <a:r>
              <a:rPr lang="en-US" dirty="0"/>
              <a:t>, the probability P(</a:t>
            </a:r>
            <a:r>
              <a:rPr lang="en-US" i="1" dirty="0"/>
              <a:t>x</a:t>
            </a:r>
            <a:r>
              <a:rPr lang="en-US" dirty="0"/>
              <a:t>) falls between 0 and 1.</a:t>
            </a:r>
            <a:br>
              <a:rPr lang="en-US" dirty="0"/>
            </a:br>
            <a:endParaRPr lang="en-US" dirty="0"/>
          </a:p>
          <a:p>
            <a:pPr>
              <a:buFont typeface="Wingdings" panose="05000000000000000000" pitchFamily="2" charset="2"/>
              <a:buChar char="§"/>
              <a:defRPr/>
            </a:pPr>
            <a:r>
              <a:rPr lang="en-US" dirty="0"/>
              <a:t>The sum of the probabilities for all the possible </a:t>
            </a:r>
            <a:r>
              <a:rPr lang="en-US" i="1" dirty="0"/>
              <a:t>x </a:t>
            </a:r>
            <a:r>
              <a:rPr lang="en-US" dirty="0"/>
              <a:t>values equals 1.</a:t>
            </a:r>
            <a:endParaRPr lang="en-US" altLang="en-US" dirty="0"/>
          </a:p>
        </p:txBody>
      </p:sp>
      <p:sp>
        <p:nvSpPr>
          <p:cNvPr id="129027" name="Rectangle 2">
            <a:extLst>
              <a:ext uri="{FF2B5EF4-FFF2-40B4-BE49-F238E27FC236}">
                <a16:creationId xmlns:a16="http://schemas.microsoft.com/office/drawing/2014/main" id="{B19CF1B0-FC3F-43EC-9AD9-6835CE3BA83E}"/>
              </a:ext>
            </a:extLst>
          </p:cNvPr>
          <p:cNvSpPr>
            <a:spLocks noGrp="1" noChangeArrowheads="1"/>
          </p:cNvSpPr>
          <p:nvPr>
            <p:ph type="title" idx="4294967295"/>
          </p:nvPr>
        </p:nvSpPr>
        <p:spPr bwMode="auto">
          <a:xfrm>
            <a:off x="773113"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Probability Distribution of a Discrete Random Variable</a:t>
            </a:r>
          </a:p>
        </p:txBody>
      </p:sp>
      <p:sp>
        <p:nvSpPr>
          <p:cNvPr id="129028" name="Slide Number Placeholder 1">
            <a:extLst>
              <a:ext uri="{FF2B5EF4-FFF2-40B4-BE49-F238E27FC236}">
                <a16:creationId xmlns:a16="http://schemas.microsoft.com/office/drawing/2014/main" id="{DFE4827C-E4B7-4B5E-98A1-CE925D8E732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F006B68-7DCF-4C79-BDE8-8C133B713350}" type="slidenum">
              <a:rPr lang="en-US" altLang="en-US" smtClean="0"/>
              <a:pPr/>
              <a:t>63</a:t>
            </a:fld>
            <a:endParaRPr lang="en-US"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3">
            <a:extLst>
              <a:ext uri="{FF2B5EF4-FFF2-40B4-BE49-F238E27FC236}">
                <a16:creationId xmlns:a16="http://schemas.microsoft.com/office/drawing/2014/main" id="{A9321407-158D-4BFB-8665-D07297E320E0}"/>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It is most common to use the </a:t>
            </a:r>
            <a:r>
              <a:rPr lang="en-US" altLang="en-US" i="1" dirty="0"/>
              <a:t>mean </a:t>
            </a:r>
            <a:r>
              <a:rPr lang="en-US" altLang="en-US" dirty="0"/>
              <a:t>to describe the center and the </a:t>
            </a:r>
            <a:r>
              <a:rPr lang="en-US" altLang="en-US" i="1" dirty="0"/>
              <a:t>standard deviation </a:t>
            </a:r>
            <a:r>
              <a:rPr lang="en-US" altLang="en-US" dirty="0"/>
              <a:t>to describe the variability.</a:t>
            </a:r>
          </a:p>
          <a:p>
            <a:pPr marL="0" indent="0"/>
            <a:endParaRPr lang="en-US" altLang="en-US" dirty="0"/>
          </a:p>
          <a:p>
            <a:pPr marL="0" indent="0"/>
            <a:r>
              <a:rPr lang="en-US" altLang="en-US" dirty="0"/>
              <a:t>Recall that numerical summaries of populations are called </a:t>
            </a:r>
            <a:r>
              <a:rPr lang="en-US" altLang="en-US" b="1" dirty="0"/>
              <a:t>parameters</a:t>
            </a:r>
            <a:r>
              <a:rPr lang="en-US" altLang="en-US" dirty="0"/>
              <a:t>. You can think of a </a:t>
            </a:r>
            <a:r>
              <a:rPr lang="en-US" altLang="en-US" b="1" dirty="0"/>
              <a:t>population distribution </a:t>
            </a:r>
            <a:r>
              <a:rPr lang="en-US" altLang="en-US" dirty="0"/>
              <a:t>as merely being a type of probability distribution— one that applies for selecting a subject at random from a population.</a:t>
            </a:r>
          </a:p>
        </p:txBody>
      </p:sp>
      <p:sp>
        <p:nvSpPr>
          <p:cNvPr id="131075" name="Rectangle 2">
            <a:extLst>
              <a:ext uri="{FF2B5EF4-FFF2-40B4-BE49-F238E27FC236}">
                <a16:creationId xmlns:a16="http://schemas.microsoft.com/office/drawing/2014/main" id="{34DAD4B4-49D6-414A-BA8A-B9B509AA8F00}"/>
              </a:ext>
            </a:extLst>
          </p:cNvPr>
          <p:cNvSpPr>
            <a:spLocks noGrp="1" noChangeArrowheads="1"/>
          </p:cNvSpPr>
          <p:nvPr>
            <p:ph type="title" idx="4294967295"/>
          </p:nvPr>
        </p:nvSpPr>
        <p:spPr bwMode="auto">
          <a:xfrm>
            <a:off x="609600" y="476250"/>
            <a:ext cx="8534400" cy="685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Mean of a Discrete Probability Distribution</a:t>
            </a:r>
          </a:p>
        </p:txBody>
      </p:sp>
      <p:sp>
        <p:nvSpPr>
          <p:cNvPr id="131076" name="Slide Number Placeholder 1">
            <a:extLst>
              <a:ext uri="{FF2B5EF4-FFF2-40B4-BE49-F238E27FC236}">
                <a16:creationId xmlns:a16="http://schemas.microsoft.com/office/drawing/2014/main" id="{9CD0E320-EC45-431A-8E4A-4964C7656636}"/>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1C09E09-EA5F-4429-8885-3C3672C1238E}" type="slidenum">
              <a:rPr lang="en-US" altLang="en-US" smtClean="0"/>
              <a:pPr/>
              <a:t>64</a:t>
            </a:fld>
            <a:endParaRPr lang="en-US"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557F1FF7-4A59-4A91-9B73-B42859331F5A}"/>
              </a:ext>
            </a:extLst>
          </p:cNvPr>
          <p:cNvSpPr>
            <a:spLocks noGrp="1" noRot="1" noChangeAspect="1" noMove="1" noResize="1" noEditPoints="1" noAdjustHandles="1" noChangeArrowheads="1" noChangeShapeType="1" noTextEdit="1"/>
          </p:cNvSpPr>
          <p:nvPr>
            <p:ph type="body" sz="quarter" idx="4294967295"/>
          </p:nvPr>
        </p:nvSpPr>
        <p:spPr bwMode="auto">
          <a:xfrm>
            <a:off x="457200" y="1600200"/>
            <a:ext cx="8229600" cy="4525963"/>
          </a:xfrm>
          <a:prstGeom prst="rect">
            <a:avLst/>
          </a:prstGeom>
          <a:blipFill>
            <a:blip r:embed="rId3" cstate="print"/>
            <a:stretch>
              <a:fillRect l="-2222" t="-943"/>
            </a:stretch>
          </a:blipFill>
        </p:spPr>
        <p:txBody>
          <a:bodyPr/>
          <a:lstStyle/>
          <a:p>
            <a:pPr>
              <a:defRPr/>
            </a:pPr>
            <a:r>
              <a:rPr lang="en-US">
                <a:noFill/>
              </a:rPr>
              <a:t> </a:t>
            </a:r>
          </a:p>
        </p:txBody>
      </p:sp>
      <p:sp>
        <p:nvSpPr>
          <p:cNvPr id="133123" name="Rectangle 2">
            <a:extLst>
              <a:ext uri="{FF2B5EF4-FFF2-40B4-BE49-F238E27FC236}">
                <a16:creationId xmlns:a16="http://schemas.microsoft.com/office/drawing/2014/main" id="{FA0E39D3-1295-48AC-9441-B518C92A666F}"/>
              </a:ext>
            </a:extLst>
          </p:cNvPr>
          <p:cNvSpPr>
            <a:spLocks noGrp="1" noChangeArrowheads="1"/>
          </p:cNvSpPr>
          <p:nvPr>
            <p:ph type="title" idx="4294967295"/>
          </p:nvPr>
        </p:nvSpPr>
        <p:spPr bwMode="auto">
          <a:xfrm>
            <a:off x="609600" y="209550"/>
            <a:ext cx="8534400" cy="685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Mean of a Discrete Probability Distribution</a:t>
            </a:r>
          </a:p>
        </p:txBody>
      </p:sp>
      <p:sp>
        <p:nvSpPr>
          <p:cNvPr id="133124" name="Slide Number Placeholder 1">
            <a:extLst>
              <a:ext uri="{FF2B5EF4-FFF2-40B4-BE49-F238E27FC236}">
                <a16:creationId xmlns:a16="http://schemas.microsoft.com/office/drawing/2014/main" id="{BC778FD7-7A9F-4B4F-948F-857E087A85C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4853702-FF95-4A3C-A083-3ADCA2CBC84C}" type="slidenum">
              <a:rPr lang="en-US" altLang="en-US" smtClean="0"/>
              <a:pPr/>
              <a:t>65</a:t>
            </a:fld>
            <a:endParaRPr lang="en-US"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E085E956-9A2D-4F12-B1C4-3BFAA014BB2F}"/>
              </a:ext>
            </a:extLst>
          </p:cNvPr>
          <p:cNvSpPr>
            <a:spLocks noGrp="1" noChangeArrowheads="1"/>
          </p:cNvSpPr>
          <p:nvPr>
            <p:ph type="title" idx="4294967295"/>
          </p:nvPr>
        </p:nvSpPr>
        <p:spPr bwMode="auto">
          <a:xfrm>
            <a:off x="609600" y="209550"/>
            <a:ext cx="8534400" cy="6858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Mean of a Discrete Probability Distribution</a:t>
            </a:r>
          </a:p>
        </p:txBody>
      </p:sp>
      <p:pic>
        <p:nvPicPr>
          <p:cNvPr id="135171" name="Object 4">
            <a:extLst>
              <a:ext uri="{FF2B5EF4-FFF2-40B4-BE49-F238E27FC236}">
                <a16:creationId xmlns:a16="http://schemas.microsoft.com/office/drawing/2014/main" id="{318AB9F1-3A7F-4214-8075-9D7472B3090F}"/>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3251200" y="2419350"/>
            <a:ext cx="2128838" cy="4953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BDBCFBEE-0B43-44AE-A148-2130D98132F9}"/>
              </a:ext>
            </a:extLst>
          </p:cNvPr>
          <p:cNvSpPr txBox="1">
            <a:spLocks noRot="1" noChangeAspect="1" noMove="1" noResize="1" noEditPoints="1" noAdjustHandles="1" noChangeArrowheads="1" noChangeShapeType="1" noTextEdit="1"/>
          </p:cNvSpPr>
          <p:nvPr/>
        </p:nvSpPr>
        <p:spPr>
          <a:xfrm>
            <a:off x="763524" y="1563624"/>
            <a:ext cx="7772400" cy="3785652"/>
          </a:xfrm>
          <a:prstGeom prst="rect">
            <a:avLst/>
          </a:prstGeom>
          <a:blipFill>
            <a:blip r:embed="rId4" cstate="print"/>
            <a:stretch>
              <a:fillRect l="-1176" t="-1127"/>
            </a:stretch>
          </a:blipFill>
        </p:spPr>
        <p:txBody>
          <a:bodyPr/>
          <a:lstStyle/>
          <a:p>
            <a:pPr>
              <a:defRPr/>
            </a:pPr>
            <a:r>
              <a:rPr lang="en-US">
                <a:noFill/>
              </a:rPr>
              <a:t> </a:t>
            </a:r>
          </a:p>
        </p:txBody>
      </p:sp>
      <p:sp>
        <p:nvSpPr>
          <p:cNvPr id="135173" name="Slide Number Placeholder 2">
            <a:extLst>
              <a:ext uri="{FF2B5EF4-FFF2-40B4-BE49-F238E27FC236}">
                <a16:creationId xmlns:a16="http://schemas.microsoft.com/office/drawing/2014/main" id="{09448118-2C44-427A-8F05-F0D31916685C}"/>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72030C0-FFBD-4AE4-82AB-357F4939D751}" type="slidenum">
              <a:rPr lang="en-US" altLang="en-US" smtClean="0"/>
              <a:pPr/>
              <a:t>66</a:t>
            </a:fld>
            <a:endParaRPr lang="en-US"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3F1AAD0B-F48A-41DE-B8B0-7FEA260B230F}"/>
              </a:ext>
            </a:extLst>
          </p:cNvPr>
          <p:cNvSpPr>
            <a:spLocks noGrp="1" noRot="1" noChangeAspect="1" noMove="1" noResize="1" noEditPoints="1" noAdjustHandles="1" noChangeArrowheads="1" noChangeShapeType="1" noTextEdit="1"/>
          </p:cNvSpPr>
          <p:nvPr>
            <p:ph type="body" sz="quarter" idx="4294967295"/>
          </p:nvPr>
        </p:nvSpPr>
        <p:spPr bwMode="auto">
          <a:xfrm>
            <a:off x="457200" y="1600200"/>
            <a:ext cx="8229600" cy="4525963"/>
          </a:xfrm>
          <a:prstGeom prst="rect">
            <a:avLst/>
          </a:prstGeom>
          <a:blipFill>
            <a:blip r:embed="rId3" cstate="print"/>
            <a:stretch>
              <a:fillRect l="-2222" t="-943" r="-1704"/>
            </a:stretch>
          </a:blipFill>
        </p:spPr>
        <p:txBody>
          <a:bodyPr/>
          <a:lstStyle/>
          <a:p>
            <a:pPr>
              <a:defRPr/>
            </a:pPr>
            <a:r>
              <a:rPr lang="en-US">
                <a:noFill/>
              </a:rPr>
              <a:t> </a:t>
            </a:r>
          </a:p>
        </p:txBody>
      </p:sp>
      <p:sp>
        <p:nvSpPr>
          <p:cNvPr id="137219" name="Rectangle 2">
            <a:extLst>
              <a:ext uri="{FF2B5EF4-FFF2-40B4-BE49-F238E27FC236}">
                <a16:creationId xmlns:a16="http://schemas.microsoft.com/office/drawing/2014/main" id="{0E248238-360E-43E6-A0CD-BA5117820437}"/>
              </a:ext>
            </a:extLst>
          </p:cNvPr>
          <p:cNvSpPr>
            <a:spLocks noGrp="1" noChangeArrowheads="1"/>
          </p:cNvSpPr>
          <p:nvPr>
            <p:ph type="title" idx="4294967295"/>
          </p:nvPr>
        </p:nvSpPr>
        <p:spPr bwMode="auto">
          <a:xfrm>
            <a:off x="762000" y="165100"/>
            <a:ext cx="80772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Expected Value of X</a:t>
            </a:r>
          </a:p>
        </p:txBody>
      </p:sp>
      <p:sp>
        <p:nvSpPr>
          <p:cNvPr id="137220" name="Slide Number Placeholder 1">
            <a:extLst>
              <a:ext uri="{FF2B5EF4-FFF2-40B4-BE49-F238E27FC236}">
                <a16:creationId xmlns:a16="http://schemas.microsoft.com/office/drawing/2014/main" id="{B0B4DDAD-8D41-4760-A0ED-3E3670263A1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0631B30-EBB6-48B6-B50B-BC74A25ADFA2}" type="slidenum">
              <a:rPr lang="en-US" altLang="en-US" smtClean="0"/>
              <a:pPr/>
              <a:t>67</a:t>
            </a:fld>
            <a:endParaRPr lang="en-US"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3">
            <a:extLst>
              <a:ext uri="{FF2B5EF4-FFF2-40B4-BE49-F238E27FC236}">
                <a16:creationId xmlns:a16="http://schemas.microsoft.com/office/drawing/2014/main" id="{85F5AEB2-5F37-47B0-AABF-438A56163783}"/>
              </a:ext>
            </a:extLst>
          </p:cNvPr>
          <p:cNvSpPr>
            <a:spLocks noGrp="1" noChangeArrowheads="1"/>
          </p:cNvSpPr>
          <p:nvPr>
            <p:ph type="body" sz="quarter" idx="4294967295"/>
          </p:nvPr>
        </p:nvSpPr>
        <p:spPr bwMode="auto">
          <a:xfrm>
            <a:off x="457200" y="1600200"/>
            <a:ext cx="8229600" cy="24511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You are given $1000 to invest. You must choose between  </a:t>
            </a:r>
            <a:r>
              <a:rPr lang="en-US" altLang="en-US" dirty="0">
                <a:solidFill>
                  <a:schemeClr val="tx1"/>
                </a:solidFill>
              </a:rPr>
              <a:t>(</a:t>
            </a:r>
            <a:r>
              <a:rPr lang="en-US" altLang="en-US" dirty="0" err="1">
                <a:solidFill>
                  <a:schemeClr val="tx1"/>
                </a:solidFill>
              </a:rPr>
              <a:t>i</a:t>
            </a:r>
            <a:r>
              <a:rPr lang="en-US" altLang="en-US" dirty="0">
                <a:solidFill>
                  <a:schemeClr val="tx1"/>
                </a:solidFill>
              </a:rPr>
              <a:t>) a </a:t>
            </a:r>
            <a:r>
              <a:rPr lang="en-US" altLang="en-US" dirty="0"/>
              <a:t>sure gain of $500, and (ii) a 0.50 chance of a gain of $1000 and a 0.50 chance to gain nothing. What is the expected gain with each strategy? </a:t>
            </a:r>
          </a:p>
        </p:txBody>
      </p:sp>
      <p:sp>
        <p:nvSpPr>
          <p:cNvPr id="139267" name="Rectangle 2">
            <a:extLst>
              <a:ext uri="{FF2B5EF4-FFF2-40B4-BE49-F238E27FC236}">
                <a16:creationId xmlns:a16="http://schemas.microsoft.com/office/drawing/2014/main" id="{39BE2708-81B3-4328-9002-604C7D18137A}"/>
              </a:ext>
            </a:extLst>
          </p:cNvPr>
          <p:cNvSpPr>
            <a:spLocks noGrp="1" noChangeArrowheads="1"/>
          </p:cNvSpPr>
          <p:nvPr>
            <p:ph type="title" idx="4294967295"/>
          </p:nvPr>
        </p:nvSpPr>
        <p:spPr bwMode="auto">
          <a:xfrm>
            <a:off x="773113" y="9525"/>
            <a:ext cx="8229600" cy="8540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Responding to Risk</a:t>
            </a:r>
          </a:p>
        </p:txBody>
      </p:sp>
      <p:sp>
        <p:nvSpPr>
          <p:cNvPr id="139268" name="Slide Number Placeholder 1">
            <a:extLst>
              <a:ext uri="{FF2B5EF4-FFF2-40B4-BE49-F238E27FC236}">
                <a16:creationId xmlns:a16="http://schemas.microsoft.com/office/drawing/2014/main" id="{4D3553E5-96DD-4178-AE36-C58B9454065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8873C95-283C-4AF0-BBF9-1805E66EA3BE}" type="slidenum">
              <a:rPr lang="en-US" altLang="en-US" smtClean="0"/>
              <a:pPr/>
              <a:t>68</a:t>
            </a:fld>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a:extLst>
              <a:ext uri="{FF2B5EF4-FFF2-40B4-BE49-F238E27FC236}">
                <a16:creationId xmlns:a16="http://schemas.microsoft.com/office/drawing/2014/main" id="{0CDF0AAD-EC34-4CB3-8B4F-0BCF5249A385}"/>
              </a:ext>
            </a:extLst>
          </p:cNvPr>
          <p:cNvSpPr>
            <a:spLocks noGrp="1" noChangeArrowheads="1"/>
          </p:cNvSpPr>
          <p:nvPr>
            <p:ph type="body" sz="quarter" idx="4294967295"/>
          </p:nvPr>
        </p:nvSpPr>
        <p:spPr bwMode="auto">
          <a:xfrm>
            <a:off x="457200" y="1600200"/>
            <a:ext cx="8229600" cy="46275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You are given $1000 to invest. You must choose between </a:t>
            </a:r>
            <a:br>
              <a:rPr lang="en-US" altLang="en-US"/>
            </a:br>
            <a:r>
              <a:rPr lang="en-US" altLang="en-US"/>
              <a:t>(i) a sure gain of $500, and (ii) a 0.50 chance of a gain of $1000 and a 0.50 chance to gain nothing. What is the expected gain with each strategy?</a:t>
            </a:r>
          </a:p>
          <a:p>
            <a:pPr marL="0" indent="0"/>
            <a:endParaRPr lang="en-US" altLang="en-US" sz="3200" b="1"/>
          </a:p>
          <a:p>
            <a:pPr marL="0" indent="0"/>
            <a:r>
              <a:rPr lang="en-US" altLang="en-US"/>
              <a:t>The expected gain is $500 with the sure strategy (i), since that strategy has gain $500 with probability 1.0. </a:t>
            </a:r>
          </a:p>
        </p:txBody>
      </p:sp>
      <p:sp>
        <p:nvSpPr>
          <p:cNvPr id="141315" name="Rectangle 2">
            <a:extLst>
              <a:ext uri="{FF2B5EF4-FFF2-40B4-BE49-F238E27FC236}">
                <a16:creationId xmlns:a16="http://schemas.microsoft.com/office/drawing/2014/main" id="{891F4868-C219-48AF-BA27-EA2D2105969E}"/>
              </a:ext>
            </a:extLst>
          </p:cNvPr>
          <p:cNvSpPr>
            <a:spLocks noGrp="1" noChangeArrowheads="1"/>
          </p:cNvSpPr>
          <p:nvPr>
            <p:ph type="title" idx="4294967295"/>
          </p:nvPr>
        </p:nvSpPr>
        <p:spPr bwMode="auto">
          <a:xfrm>
            <a:off x="773113" y="9525"/>
            <a:ext cx="8229600" cy="8540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Responding to Risk</a:t>
            </a:r>
          </a:p>
        </p:txBody>
      </p:sp>
      <p:sp>
        <p:nvSpPr>
          <p:cNvPr id="141316" name="Slide Number Placeholder 1">
            <a:extLst>
              <a:ext uri="{FF2B5EF4-FFF2-40B4-BE49-F238E27FC236}">
                <a16:creationId xmlns:a16="http://schemas.microsoft.com/office/drawing/2014/main" id="{C73BBB7A-89B7-4073-95DC-15B0AEFAF68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8A2429E-ABBD-4F0B-A549-EC3513689867}" type="slidenum">
              <a:rPr lang="en-US" altLang="en-US" smtClean="0"/>
              <a:pPr/>
              <a:t>69</a:t>
            </a:fld>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a:extLst>
              <a:ext uri="{FF2B5EF4-FFF2-40B4-BE49-F238E27FC236}">
                <a16:creationId xmlns:a16="http://schemas.microsoft.com/office/drawing/2014/main" id="{4AE44C4B-0877-4C28-A4C2-68E6EE3C2649}"/>
              </a:ext>
            </a:extLst>
          </p:cNvPr>
          <p:cNvSpPr>
            <a:spLocks noGrp="1" noChangeArrowheads="1"/>
          </p:cNvSpPr>
          <p:nvPr>
            <p:ph type="body" sz="quarter" idx="4294967295"/>
          </p:nvPr>
        </p:nvSpPr>
        <p:spPr bwMode="auto">
          <a:xfrm>
            <a:off x="457200" y="1600200"/>
            <a:ext cx="8229600" cy="46275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You are given $1000 to invest. You must choose between  </a:t>
            </a:r>
            <a:r>
              <a:rPr lang="en-US" altLang="en-US" dirty="0">
                <a:solidFill>
                  <a:schemeClr val="tx1"/>
                </a:solidFill>
              </a:rPr>
              <a:t>(</a:t>
            </a:r>
            <a:r>
              <a:rPr lang="en-US" altLang="en-US" dirty="0" err="1">
                <a:solidFill>
                  <a:schemeClr val="tx1"/>
                </a:solidFill>
              </a:rPr>
              <a:t>i</a:t>
            </a:r>
            <a:r>
              <a:rPr lang="en-US" altLang="en-US" dirty="0">
                <a:solidFill>
                  <a:schemeClr val="tx1"/>
                </a:solidFill>
              </a:rPr>
              <a:t>) </a:t>
            </a:r>
            <a:r>
              <a:rPr lang="en-US" altLang="en-US" dirty="0"/>
              <a:t>a sure gain of $500, and (ii) a 0.50 chance of a gain of $1000 and a 0.50 chance to gain $0. What is the expected gain with each strategy?</a:t>
            </a:r>
          </a:p>
          <a:p>
            <a:pPr marL="0" indent="0"/>
            <a:endParaRPr lang="en-US" altLang="en-US" sz="3200" b="1" dirty="0"/>
          </a:p>
          <a:p>
            <a:pPr marL="0" indent="0"/>
            <a:r>
              <a:rPr lang="en-US" altLang="en-US" dirty="0"/>
              <a:t>With the risk-taking strategy (ii), </a:t>
            </a:r>
            <a:br>
              <a:rPr lang="en-US" altLang="en-US" dirty="0"/>
            </a:br>
            <a:r>
              <a:rPr lang="en-US" altLang="en-US" dirty="0"/>
              <a:t>the probability distribution is shown. </a:t>
            </a:r>
            <a:br>
              <a:rPr lang="en-US" altLang="en-US" dirty="0"/>
            </a:br>
            <a:r>
              <a:rPr lang="en-US" altLang="en-US" dirty="0"/>
              <a:t>The expected gain is</a:t>
            </a:r>
          </a:p>
          <a:p>
            <a:pPr marL="0" indent="0"/>
            <a:endParaRPr lang="en-US" altLang="en-US" dirty="0"/>
          </a:p>
          <a:p>
            <a:pPr marL="0" indent="0"/>
            <a:endParaRPr lang="en-US" altLang="en-US" dirty="0"/>
          </a:p>
        </p:txBody>
      </p:sp>
      <p:sp>
        <p:nvSpPr>
          <p:cNvPr id="143363" name="Rectangle 2">
            <a:extLst>
              <a:ext uri="{FF2B5EF4-FFF2-40B4-BE49-F238E27FC236}">
                <a16:creationId xmlns:a16="http://schemas.microsoft.com/office/drawing/2014/main" id="{2E92318C-CA22-4F19-80AE-ECA28A234345}"/>
              </a:ext>
            </a:extLst>
          </p:cNvPr>
          <p:cNvSpPr>
            <a:spLocks noGrp="1" noChangeArrowheads="1"/>
          </p:cNvSpPr>
          <p:nvPr>
            <p:ph type="title" idx="4294967295"/>
          </p:nvPr>
        </p:nvSpPr>
        <p:spPr bwMode="auto">
          <a:xfrm>
            <a:off x="773113" y="9525"/>
            <a:ext cx="8229600" cy="8540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Responding to Risk</a:t>
            </a:r>
          </a:p>
        </p:txBody>
      </p:sp>
      <p:pic>
        <p:nvPicPr>
          <p:cNvPr id="143364" name="Picture 1">
            <a:extLst>
              <a:ext uri="{FF2B5EF4-FFF2-40B4-BE49-F238E27FC236}">
                <a16:creationId xmlns:a16="http://schemas.microsoft.com/office/drawing/2014/main" id="{5E092CB2-8BB3-490E-932A-DC9AF30833A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49875" y="3506788"/>
            <a:ext cx="3336925"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65" name="Object 2">
            <a:extLst>
              <a:ext uri="{FF2B5EF4-FFF2-40B4-BE49-F238E27FC236}">
                <a16:creationId xmlns:a16="http://schemas.microsoft.com/office/drawing/2014/main" id="{8A46616E-8B4E-4B35-A040-823FD552B0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5294313"/>
            <a:ext cx="56515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6" name="Slide Number Placeholder 1">
            <a:extLst>
              <a:ext uri="{FF2B5EF4-FFF2-40B4-BE49-F238E27FC236}">
                <a16:creationId xmlns:a16="http://schemas.microsoft.com/office/drawing/2014/main" id="{BDB3964F-2A08-4653-914C-74EAAA5DE070}"/>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555A3E8-98FF-4AF6-B3A0-7ECAB9684428}" type="slidenum">
              <a:rPr lang="en-US" altLang="en-US" smtClean="0"/>
              <a:pPr/>
              <a:t>70</a:t>
            </a:fld>
            <a:endParaRPr lang="en-US"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a:extLst>
              <a:ext uri="{FF2B5EF4-FFF2-40B4-BE49-F238E27FC236}">
                <a16:creationId xmlns:a16="http://schemas.microsoft.com/office/drawing/2014/main" id="{4737912E-E700-417A-B43C-9E7583F0FA57}"/>
              </a:ext>
            </a:extLst>
          </p:cNvPr>
          <p:cNvSpPr>
            <a:spLocks noGrp="1" noRot="1" noChangeAspect="1" noMove="1" noResize="1" noEditPoints="1" noAdjustHandles="1" noChangeArrowheads="1" noChangeShapeType="1" noTextEdit="1"/>
          </p:cNvSpPr>
          <p:nvPr>
            <p:ph type="body" sz="quarter" idx="4294967295"/>
          </p:nvPr>
        </p:nvSpPr>
        <p:spPr bwMode="auto">
          <a:xfrm>
            <a:off x="457200" y="1600200"/>
            <a:ext cx="8229600" cy="4525963"/>
          </a:xfrm>
          <a:prstGeom prst="rect">
            <a:avLst/>
          </a:prstGeom>
          <a:blipFill>
            <a:blip r:embed="rId3" cstate="print"/>
            <a:stretch>
              <a:fillRect l="-2222" t="-943" r="-3111"/>
            </a:stretch>
          </a:blipFill>
        </p:spPr>
        <p:txBody>
          <a:bodyPr/>
          <a:lstStyle/>
          <a:p>
            <a:pPr>
              <a:defRPr/>
            </a:pPr>
            <a:r>
              <a:rPr lang="en-US">
                <a:noFill/>
              </a:rPr>
              <a:t> </a:t>
            </a:r>
          </a:p>
        </p:txBody>
      </p:sp>
      <p:sp>
        <p:nvSpPr>
          <p:cNvPr id="145411" name="Rectangle 2">
            <a:extLst>
              <a:ext uri="{FF2B5EF4-FFF2-40B4-BE49-F238E27FC236}">
                <a16:creationId xmlns:a16="http://schemas.microsoft.com/office/drawing/2014/main" id="{4BDCCB53-A9B6-4DE6-B93D-44D2FBF254FA}"/>
              </a:ext>
            </a:extLst>
          </p:cNvPr>
          <p:cNvSpPr>
            <a:spLocks noGrp="1" noChangeArrowheads="1"/>
          </p:cNvSpPr>
          <p:nvPr>
            <p:ph type="title" idx="4294967295"/>
          </p:nvPr>
        </p:nvSpPr>
        <p:spPr bwMode="auto">
          <a:xfrm>
            <a:off x="695325"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Summarizing the Variability of a Probability Distribution</a:t>
            </a:r>
          </a:p>
        </p:txBody>
      </p:sp>
      <p:sp>
        <p:nvSpPr>
          <p:cNvPr id="145412" name="Slide Number Placeholder 1">
            <a:extLst>
              <a:ext uri="{FF2B5EF4-FFF2-40B4-BE49-F238E27FC236}">
                <a16:creationId xmlns:a16="http://schemas.microsoft.com/office/drawing/2014/main" id="{77FFB8B0-B076-4CC8-80F1-769B1B28288B}"/>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F49DCE6-F60C-4C84-A7DB-F5C2FB1D1B61}" type="slidenum">
              <a:rPr lang="en-US" altLang="en-US" smtClean="0"/>
              <a:pPr/>
              <a:t>71</a:t>
            </a:fld>
            <a:endParaRPr lang="en-US"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3">
            <a:extLst>
              <a:ext uri="{FF2B5EF4-FFF2-40B4-BE49-F238E27FC236}">
                <a16:creationId xmlns:a16="http://schemas.microsoft.com/office/drawing/2014/main" id="{448BF3E5-7DF2-4B1D-A4C7-AEFF38D3D547}"/>
              </a:ext>
            </a:extLst>
          </p:cNvPr>
          <p:cNvSpPr>
            <a:spLocks noGrp="1" noChangeArrowheads="1"/>
          </p:cNvSpPr>
          <p:nvPr>
            <p:ph type="body" sz="quarter" idx="4294967295"/>
          </p:nvPr>
        </p:nvSpPr>
        <p:spPr bwMode="auto">
          <a:xfrm>
            <a:off x="1054100" y="1674813"/>
            <a:ext cx="7632700" cy="4573587"/>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90000"/>
              </a:lnSpc>
              <a:buFont typeface="Wingdings" panose="05000000000000000000" pitchFamily="2" charset="2"/>
              <a:buChar char="§"/>
            </a:pPr>
            <a:r>
              <a:rPr lang="en-US" altLang="en-US" dirty="0"/>
              <a:t>A random variable is called </a:t>
            </a:r>
            <a:r>
              <a:rPr lang="en-US" altLang="en-US" b="1" dirty="0"/>
              <a:t>continuous </a:t>
            </a:r>
            <a:r>
              <a:rPr lang="en-US" altLang="en-US" dirty="0"/>
              <a:t>when its possible values form an interval.</a:t>
            </a:r>
          </a:p>
          <a:p>
            <a:pPr marL="0" indent="0">
              <a:lnSpc>
                <a:spcPct val="90000"/>
              </a:lnSpc>
              <a:buFont typeface="Wingdings" panose="05000000000000000000" pitchFamily="2" charset="2"/>
              <a:buChar char="§"/>
            </a:pPr>
            <a:endParaRPr lang="en-US" altLang="en-US" dirty="0"/>
          </a:p>
          <a:p>
            <a:pPr marL="0" indent="0">
              <a:lnSpc>
                <a:spcPct val="90000"/>
              </a:lnSpc>
              <a:buFont typeface="Wingdings" panose="05000000000000000000" pitchFamily="2" charset="2"/>
              <a:buChar char="§"/>
            </a:pPr>
            <a:r>
              <a:rPr lang="en-US" altLang="en-US" dirty="0"/>
              <a:t>Examples are: time, </a:t>
            </a:r>
            <a:r>
              <a:rPr lang="en-US" altLang="en-US" dirty="0">
                <a:solidFill>
                  <a:schemeClr val="tx1"/>
                </a:solidFill>
              </a:rPr>
              <a:t>age,</a:t>
            </a:r>
            <a:r>
              <a:rPr lang="en-US" altLang="en-US" dirty="0"/>
              <a:t> and size measures such as height and weight.</a:t>
            </a:r>
          </a:p>
          <a:p>
            <a:pPr marL="0" indent="0">
              <a:lnSpc>
                <a:spcPct val="90000"/>
              </a:lnSpc>
              <a:buFont typeface="Wingdings" panose="05000000000000000000" pitchFamily="2" charset="2"/>
              <a:buChar char="§"/>
            </a:pPr>
            <a:endParaRPr lang="en-US" altLang="en-US" dirty="0"/>
          </a:p>
          <a:p>
            <a:pPr marL="0" indent="0">
              <a:lnSpc>
                <a:spcPct val="90000"/>
              </a:lnSpc>
              <a:buFont typeface="Wingdings" panose="05000000000000000000" pitchFamily="2" charset="2"/>
              <a:buChar char="§"/>
            </a:pPr>
            <a:r>
              <a:rPr lang="en-US" altLang="en-US" i="1" dirty="0"/>
              <a:t>Continuous</a:t>
            </a:r>
            <a:r>
              <a:rPr lang="en-US" altLang="en-US" dirty="0"/>
              <a:t> variables are usually measured in a discrete manner because of rounding.</a:t>
            </a:r>
          </a:p>
          <a:p>
            <a:pPr marL="0" indent="0">
              <a:lnSpc>
                <a:spcPct val="90000"/>
              </a:lnSpc>
            </a:pPr>
            <a:endParaRPr lang="en-US" altLang="en-US" dirty="0"/>
          </a:p>
          <a:p>
            <a:pPr marL="0" indent="0">
              <a:lnSpc>
                <a:spcPct val="90000"/>
              </a:lnSpc>
            </a:pPr>
            <a:endParaRPr lang="en-US" altLang="en-US" dirty="0"/>
          </a:p>
          <a:p>
            <a:pPr marL="0" indent="0">
              <a:lnSpc>
                <a:spcPct val="90000"/>
              </a:lnSpc>
            </a:pPr>
            <a:endParaRPr lang="en-US" altLang="en-US" dirty="0"/>
          </a:p>
        </p:txBody>
      </p:sp>
      <p:sp>
        <p:nvSpPr>
          <p:cNvPr id="147459" name="Rectangle 2">
            <a:extLst>
              <a:ext uri="{FF2B5EF4-FFF2-40B4-BE49-F238E27FC236}">
                <a16:creationId xmlns:a16="http://schemas.microsoft.com/office/drawing/2014/main" id="{54EAC474-39DA-4D01-AC7D-C047E3F26E61}"/>
              </a:ext>
            </a:extLst>
          </p:cNvPr>
          <p:cNvSpPr>
            <a:spLocks noGrp="1" noChangeArrowheads="1"/>
          </p:cNvSpPr>
          <p:nvPr>
            <p:ph type="title" idx="4294967295"/>
          </p:nvPr>
        </p:nvSpPr>
        <p:spPr bwMode="auto">
          <a:xfrm>
            <a:off x="762000" y="165100"/>
            <a:ext cx="81534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Continuous Random Variable</a:t>
            </a:r>
            <a:r>
              <a:rPr lang="en-US" altLang="en-US"/>
              <a:t> </a:t>
            </a:r>
          </a:p>
        </p:txBody>
      </p:sp>
      <p:sp>
        <p:nvSpPr>
          <p:cNvPr id="147460" name="Slide Number Placeholder 1">
            <a:extLst>
              <a:ext uri="{FF2B5EF4-FFF2-40B4-BE49-F238E27FC236}">
                <a16:creationId xmlns:a16="http://schemas.microsoft.com/office/drawing/2014/main" id="{A715B3AE-E823-4295-9AD8-806F328B201C}"/>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605713B-9FA4-40F3-9B79-EFB4BC80641E}" type="slidenum">
              <a:rPr lang="en-US" altLang="en-US" smtClean="0"/>
              <a:pPr/>
              <a:t>72</a:t>
            </a:fld>
            <a:endParaRPr lang="en-US"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A4133259-B163-4DC3-878C-44BA76C577F7}"/>
              </a:ext>
            </a:extLst>
          </p:cNvPr>
          <p:cNvSpPr>
            <a:spLocks noGrp="1" noChangeArrowheads="1"/>
          </p:cNvSpPr>
          <p:nvPr>
            <p:ph type="body" sz="quarter" idx="4294967295"/>
          </p:nvPr>
        </p:nvSpPr>
        <p:spPr bwMode="auto">
          <a:xfrm>
            <a:off x="762000" y="1844675"/>
            <a:ext cx="7924800" cy="4479925"/>
          </a:xfrm>
          <a:prstGeom prst="rect">
            <a:avLst/>
          </a:prstGeom>
        </p:spPr>
        <p:txBody>
          <a:bodyPr lIns="0" rIns="0"/>
          <a:lstStyle/>
          <a:p>
            <a:pPr marL="0" indent="0">
              <a:lnSpc>
                <a:spcPct val="90000"/>
              </a:lnSpc>
              <a:defRPr/>
            </a:pPr>
            <a:r>
              <a:rPr lang="en-US" altLang="en-US" dirty="0"/>
              <a:t>A </a:t>
            </a:r>
            <a:r>
              <a:rPr lang="en-US" altLang="en-US" b="1" dirty="0"/>
              <a:t>continuous</a:t>
            </a:r>
            <a:r>
              <a:rPr lang="en-US" altLang="en-US" dirty="0"/>
              <a:t> random variable has possible values that form an interval. Its </a:t>
            </a:r>
            <a:r>
              <a:rPr lang="en-US" altLang="en-US" b="1" dirty="0"/>
              <a:t>probability distribution </a:t>
            </a:r>
            <a:r>
              <a:rPr lang="en-US" altLang="en-US" dirty="0"/>
              <a:t>is specified by a curve that determines the probability that the random variable falls in any particular interval of values.</a:t>
            </a:r>
          </a:p>
          <a:p>
            <a:pPr marL="0">
              <a:lnSpc>
                <a:spcPct val="90000"/>
              </a:lnSpc>
              <a:defRPr/>
            </a:pPr>
            <a:endParaRPr lang="en-US" altLang="en-US" dirty="0"/>
          </a:p>
          <a:p>
            <a:pPr marL="1028700" lvl="1">
              <a:lnSpc>
                <a:spcPct val="90000"/>
              </a:lnSpc>
              <a:defRPr/>
            </a:pPr>
            <a:r>
              <a:rPr lang="en-US" altLang="en-US" dirty="0"/>
              <a:t>Each interval has probability between 0 and 1.</a:t>
            </a:r>
          </a:p>
          <a:p>
            <a:pPr marL="1028700" lvl="1">
              <a:lnSpc>
                <a:spcPct val="90000"/>
              </a:lnSpc>
              <a:defRPr/>
            </a:pPr>
            <a:endParaRPr lang="en-US" altLang="en-US" dirty="0"/>
          </a:p>
          <a:p>
            <a:pPr marL="1028700" lvl="1">
              <a:lnSpc>
                <a:spcPct val="90000"/>
              </a:lnSpc>
              <a:defRPr/>
            </a:pPr>
            <a:r>
              <a:rPr lang="en-US" altLang="en-US" dirty="0"/>
              <a:t>The interval containing all possible values has probability equal to 1.</a:t>
            </a:r>
          </a:p>
        </p:txBody>
      </p:sp>
      <p:sp>
        <p:nvSpPr>
          <p:cNvPr id="149507" name="Rectangle 2">
            <a:extLst>
              <a:ext uri="{FF2B5EF4-FFF2-40B4-BE49-F238E27FC236}">
                <a16:creationId xmlns:a16="http://schemas.microsoft.com/office/drawing/2014/main" id="{EB4E1B1F-612E-4B82-8316-8CB33FF2564B}"/>
              </a:ext>
            </a:extLst>
          </p:cNvPr>
          <p:cNvSpPr>
            <a:spLocks noGrp="1" noChangeArrowheads="1"/>
          </p:cNvSpPr>
          <p:nvPr>
            <p:ph type="title" idx="4294967295"/>
          </p:nvPr>
        </p:nvSpPr>
        <p:spPr bwMode="auto">
          <a:xfrm>
            <a:off x="695325"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Probability Distribution of a Continuous Random Variable</a:t>
            </a:r>
          </a:p>
        </p:txBody>
      </p:sp>
      <p:sp>
        <p:nvSpPr>
          <p:cNvPr id="149508" name="Slide Number Placeholder 1">
            <a:extLst>
              <a:ext uri="{FF2B5EF4-FFF2-40B4-BE49-F238E27FC236}">
                <a16:creationId xmlns:a16="http://schemas.microsoft.com/office/drawing/2014/main" id="{BE7A1786-4622-4A2B-B500-645886C768C1}"/>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FDB9D21-3554-40C7-9D01-A213AD8F9F8B}" type="slidenum">
              <a:rPr lang="en-US" altLang="en-US" smtClean="0"/>
              <a:pPr/>
              <a:t>73</a:t>
            </a:fld>
            <a:endParaRPr lang="en-US"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10" descr="Agresti_3e_Chapter06-10">
            <a:extLst>
              <a:ext uri="{FF2B5EF4-FFF2-40B4-BE49-F238E27FC236}">
                <a16:creationId xmlns:a16="http://schemas.microsoft.com/office/drawing/2014/main" id="{6E68873A-7AE4-4DA2-BD9F-890567B2CB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9188" y="2630488"/>
            <a:ext cx="5256212"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5" name="TextBox 1">
            <a:extLst>
              <a:ext uri="{FF2B5EF4-FFF2-40B4-BE49-F238E27FC236}">
                <a16:creationId xmlns:a16="http://schemas.microsoft.com/office/drawing/2014/main" id="{C7CB871D-D8B7-43C2-BCE5-2ADD99268505}"/>
              </a:ext>
            </a:extLst>
          </p:cNvPr>
          <p:cNvSpPr txBox="1">
            <a:spLocks noChangeArrowheads="1"/>
          </p:cNvSpPr>
          <p:nvPr/>
        </p:nvSpPr>
        <p:spPr bwMode="auto">
          <a:xfrm>
            <a:off x="457200" y="5535613"/>
            <a:ext cx="84582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6.2 Probability Distribution of Commuting Time. </a:t>
            </a:r>
            <a:r>
              <a:rPr lang="en-US" altLang="en-US" sz="1600">
                <a:solidFill>
                  <a:schemeClr val="tx1"/>
                </a:solidFill>
                <a:latin typeface="Arial" panose="020B0604020202020204" pitchFamily="34" charset="0"/>
              </a:rPr>
              <a:t>The area under the curve for values higher than 45 is 0.15. </a:t>
            </a:r>
            <a:r>
              <a:rPr lang="en-US" altLang="en-US" sz="1600" b="1">
                <a:solidFill>
                  <a:schemeClr val="tx1"/>
                </a:solidFill>
                <a:latin typeface="Arial" panose="020B0604020202020204" pitchFamily="34" charset="0"/>
              </a:rPr>
              <a:t>Question:</a:t>
            </a:r>
            <a:r>
              <a:rPr lang="en-US" altLang="en-US" sz="1600">
                <a:solidFill>
                  <a:schemeClr val="tx1"/>
                </a:solidFill>
                <a:latin typeface="Arial" panose="020B0604020202020204" pitchFamily="34" charset="0"/>
              </a:rPr>
              <a:t> Identify the area under the curve represented by the probability that commuting time is less than 15 minutes, which equals 0.29.</a:t>
            </a:r>
          </a:p>
        </p:txBody>
      </p:sp>
      <p:sp>
        <p:nvSpPr>
          <p:cNvPr id="151556" name="TextBox 1">
            <a:extLst>
              <a:ext uri="{FF2B5EF4-FFF2-40B4-BE49-F238E27FC236}">
                <a16:creationId xmlns:a16="http://schemas.microsoft.com/office/drawing/2014/main" id="{A97EFBA3-89BE-4F8B-9783-0A99FC6BC512}"/>
              </a:ext>
            </a:extLst>
          </p:cNvPr>
          <p:cNvSpPr txBox="1">
            <a:spLocks noChangeArrowheads="1"/>
          </p:cNvSpPr>
          <p:nvPr/>
        </p:nvSpPr>
        <p:spPr bwMode="auto">
          <a:xfrm>
            <a:off x="530225" y="4149725"/>
            <a:ext cx="3263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Smooth curve approximation</a:t>
            </a:r>
            <a:endParaRPr lang="en-US" altLang="en-US" sz="1600">
              <a:solidFill>
                <a:schemeClr val="tx1"/>
              </a:solidFill>
              <a:latin typeface="Arial" panose="020B0604020202020204" pitchFamily="34" charset="0"/>
            </a:endParaRPr>
          </a:p>
        </p:txBody>
      </p:sp>
      <p:sp>
        <p:nvSpPr>
          <p:cNvPr id="151557" name="Rectangle 2">
            <a:extLst>
              <a:ext uri="{FF2B5EF4-FFF2-40B4-BE49-F238E27FC236}">
                <a16:creationId xmlns:a16="http://schemas.microsoft.com/office/drawing/2014/main" id="{15974236-A5F5-43A5-B070-A0357FDD5615}"/>
              </a:ext>
            </a:extLst>
          </p:cNvPr>
          <p:cNvSpPr>
            <a:spLocks noChangeArrowheads="1"/>
          </p:cNvSpPr>
          <p:nvPr/>
        </p:nvSpPr>
        <p:spPr bwMode="auto">
          <a:xfrm>
            <a:off x="762000" y="9525"/>
            <a:ext cx="8153400"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Probability Distribution of a Continuous Random Variable</a:t>
            </a:r>
          </a:p>
        </p:txBody>
      </p:sp>
      <p:sp>
        <p:nvSpPr>
          <p:cNvPr id="151558" name="TextBox 1">
            <a:extLst>
              <a:ext uri="{FF2B5EF4-FFF2-40B4-BE49-F238E27FC236}">
                <a16:creationId xmlns:a16="http://schemas.microsoft.com/office/drawing/2014/main" id="{68631179-DB9D-4125-B6F7-2EC3129B4DC1}"/>
              </a:ext>
            </a:extLst>
          </p:cNvPr>
          <p:cNvSpPr txBox="1">
            <a:spLocks noChangeArrowheads="1"/>
          </p:cNvSpPr>
          <p:nvPr/>
        </p:nvSpPr>
        <p:spPr bwMode="auto">
          <a:xfrm>
            <a:off x="3562350" y="1581150"/>
            <a:ext cx="5111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800" b="1">
                <a:solidFill>
                  <a:schemeClr val="tx1"/>
                </a:solidFill>
                <a:latin typeface="Arial" panose="020B0604020202020204" pitchFamily="34" charset="0"/>
              </a:rPr>
              <a:t>The probability for the interval is given by the area under the curve, above that interval.</a:t>
            </a:r>
            <a:endParaRPr lang="en-US" altLang="en-US" sz="1800">
              <a:solidFill>
                <a:schemeClr val="tx1"/>
              </a:solidFill>
              <a:latin typeface="Arial" panose="020B0604020202020204" pitchFamily="34" charset="0"/>
            </a:endParaRPr>
          </a:p>
        </p:txBody>
      </p:sp>
      <p:pic>
        <p:nvPicPr>
          <p:cNvPr id="151559" name="Picture 1">
            <a:extLst>
              <a:ext uri="{FF2B5EF4-FFF2-40B4-BE49-F238E27FC236}">
                <a16:creationId xmlns:a16="http://schemas.microsoft.com/office/drawing/2014/main" id="{F39D0B80-0D8F-43A1-B7D7-D6BF8994D6E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6863" y="2051050"/>
            <a:ext cx="3136900" cy="197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60" name="Slide Number Placeholder 1">
            <a:extLst>
              <a:ext uri="{FF2B5EF4-FFF2-40B4-BE49-F238E27FC236}">
                <a16:creationId xmlns:a16="http://schemas.microsoft.com/office/drawing/2014/main" id="{E9CE9269-D8C2-4411-9D41-0D3A2E793839}"/>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2AB4B99-17D1-4FD8-9947-069D200885E0}" type="slidenum">
              <a:rPr lang="en-US" altLang="en-US" smtClean="0"/>
              <a:pPr/>
              <a:t>74</a:t>
            </a:fld>
            <a:endParaRPr lang="en-US"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EFE5B207-F516-4666-8868-8026727AB938}"/>
              </a:ext>
            </a:extLst>
          </p:cNvPr>
          <p:cNvSpPr>
            <a:spLocks noGrp="1" noRot="1" noChangeAspect="1" noMove="1" noResize="1" noEditPoints="1" noAdjustHandles="1" noChangeArrowheads="1" noChangeShapeType="1" noTextEdit="1"/>
          </p:cNvSpPr>
          <p:nvPr>
            <p:ph type="body" sz="quarter" idx="4294967295"/>
          </p:nvPr>
        </p:nvSpPr>
        <p:spPr bwMode="auto">
          <a:xfrm>
            <a:off x="457200" y="1600200"/>
            <a:ext cx="8229600" cy="4525963"/>
          </a:xfrm>
          <a:prstGeom prst="rect">
            <a:avLst/>
          </a:prstGeom>
          <a:blipFill>
            <a:blip r:embed="rId2" cstate="print"/>
            <a:stretch>
              <a:fillRect l="-2222" t="-1752" r="-1556"/>
            </a:stretch>
          </a:blipFill>
        </p:spPr>
        <p:txBody>
          <a:bodyPr/>
          <a:lstStyle/>
          <a:p>
            <a:pPr>
              <a:defRPr/>
            </a:pPr>
            <a:r>
              <a:rPr lang="en-US">
                <a:noFill/>
              </a:rPr>
              <a:t> </a:t>
            </a:r>
          </a:p>
        </p:txBody>
      </p:sp>
      <p:sp>
        <p:nvSpPr>
          <p:cNvPr id="153603" name="Rectangle 2">
            <a:extLst>
              <a:ext uri="{FF2B5EF4-FFF2-40B4-BE49-F238E27FC236}">
                <a16:creationId xmlns:a16="http://schemas.microsoft.com/office/drawing/2014/main" id="{AEBCE4CC-65FE-43DF-917F-98F7BC5B74BB}"/>
              </a:ext>
            </a:extLst>
          </p:cNvPr>
          <p:cNvSpPr>
            <a:spLocks noGrp="1" noChangeArrowheads="1"/>
          </p:cNvSpPr>
          <p:nvPr>
            <p:ph type="title" idx="4294967295"/>
          </p:nvPr>
        </p:nvSpPr>
        <p:spPr bwMode="auto">
          <a:xfrm>
            <a:off x="762000" y="242888"/>
            <a:ext cx="8077200" cy="6397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Normal Distribution</a:t>
            </a:r>
          </a:p>
        </p:txBody>
      </p:sp>
      <p:sp>
        <p:nvSpPr>
          <p:cNvPr id="153604" name="Slide Number Placeholder 1">
            <a:extLst>
              <a:ext uri="{FF2B5EF4-FFF2-40B4-BE49-F238E27FC236}">
                <a16:creationId xmlns:a16="http://schemas.microsoft.com/office/drawing/2014/main" id="{5761E019-B3C1-4754-BFBB-9A1B7A2B6DEF}"/>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3547346-6223-4DD9-A336-4F12D69C67EC}" type="slidenum">
              <a:rPr lang="en-US" altLang="en-US" smtClean="0"/>
              <a:pPr/>
              <a:t>75</a:t>
            </a:fld>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3">
            <a:extLst>
              <a:ext uri="{FF2B5EF4-FFF2-40B4-BE49-F238E27FC236}">
                <a16:creationId xmlns:a16="http://schemas.microsoft.com/office/drawing/2014/main" id="{9AC84545-4052-4AA8-A624-A8C109BB64D0}"/>
              </a:ext>
            </a:extLst>
          </p:cNvPr>
          <p:cNvSpPr>
            <a:spLocks noGrp="1" noChangeArrowheads="1"/>
          </p:cNvSpPr>
          <p:nvPr>
            <p:ph type="body" sz="quarter" idx="4294967295"/>
          </p:nvPr>
        </p:nvSpPr>
        <p:spPr bwMode="auto">
          <a:xfrm>
            <a:off x="495300" y="1874838"/>
            <a:ext cx="8229600" cy="45259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endParaRPr lang="en-US" altLang="en-US" sz="1600" b="1" dirty="0"/>
          </a:p>
          <a:p>
            <a:pPr marL="0" indent="0"/>
            <a:endParaRPr lang="en-US" altLang="en-US" sz="1600" b="1" dirty="0"/>
          </a:p>
          <a:p>
            <a:pPr marL="0" indent="0"/>
            <a:endParaRPr lang="en-US" altLang="en-US" sz="1600" b="1" dirty="0"/>
          </a:p>
          <a:p>
            <a:pPr marL="0" indent="0"/>
            <a:endParaRPr lang="en-US" altLang="en-US" sz="1600" b="1" dirty="0"/>
          </a:p>
          <a:p>
            <a:pPr marL="0" indent="0"/>
            <a:endParaRPr lang="en-US" altLang="en-US" sz="1600" b="1" dirty="0"/>
          </a:p>
          <a:p>
            <a:pPr marL="0" indent="0"/>
            <a:endParaRPr lang="en-US" altLang="en-US" sz="1600" b="1" dirty="0"/>
          </a:p>
          <a:p>
            <a:pPr marL="0" indent="0"/>
            <a:endParaRPr lang="en-US" altLang="en-US" sz="1600" b="1" dirty="0"/>
          </a:p>
          <a:p>
            <a:pPr marL="0" indent="0"/>
            <a:endParaRPr lang="en-US" altLang="en-US" sz="1600" b="1" dirty="0"/>
          </a:p>
          <a:p>
            <a:pPr marL="0" indent="0"/>
            <a:endParaRPr lang="en-US" altLang="en-US" sz="1600" b="1" dirty="0"/>
          </a:p>
          <a:p>
            <a:pPr marL="0" indent="0"/>
            <a:endParaRPr lang="en-US" altLang="en-US" sz="1600" b="1" dirty="0"/>
          </a:p>
          <a:p>
            <a:pPr marL="0" indent="0"/>
            <a:r>
              <a:rPr lang="en-US" altLang="en-US" sz="1600" b="1" dirty="0"/>
              <a:t>Figure 6.5 The Normal Distribution. </a:t>
            </a:r>
            <a:r>
              <a:rPr lang="en-US" altLang="en-US" sz="1600" dirty="0"/>
              <a:t>The probability equals 0.68 for the interval within 1 standard deviation of the mean, 0.95 for the interval within 2 standard deviations, and 0.997 for the interval within 3 standard deviations. </a:t>
            </a:r>
            <a:r>
              <a:rPr lang="en-US" altLang="en-US" sz="1600" b="1" dirty="0"/>
              <a:t>Question </a:t>
            </a:r>
            <a:r>
              <a:rPr lang="en-US" altLang="en-US" sz="1600" dirty="0"/>
              <a:t>How do these probabilities relate to the empirical rule?</a:t>
            </a:r>
          </a:p>
        </p:txBody>
      </p:sp>
      <p:sp>
        <p:nvSpPr>
          <p:cNvPr id="154627" name="Rectangle 2">
            <a:extLst>
              <a:ext uri="{FF2B5EF4-FFF2-40B4-BE49-F238E27FC236}">
                <a16:creationId xmlns:a16="http://schemas.microsoft.com/office/drawing/2014/main" id="{8A859B67-D69D-4FEC-8462-FE729804EF86}"/>
              </a:ext>
            </a:extLst>
          </p:cNvPr>
          <p:cNvSpPr>
            <a:spLocks noGrp="1" noChangeArrowheads="1"/>
          </p:cNvSpPr>
          <p:nvPr>
            <p:ph type="title" idx="4294967295"/>
          </p:nvPr>
        </p:nvSpPr>
        <p:spPr bwMode="auto">
          <a:xfrm>
            <a:off x="763588" y="523875"/>
            <a:ext cx="8077200" cy="6397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Normal Distribution: A Probability Distribution with a Bell-Shaped Curve</a:t>
            </a:r>
          </a:p>
        </p:txBody>
      </p:sp>
      <p:pic>
        <p:nvPicPr>
          <p:cNvPr id="154628" name="Picture 7" descr="Agresti_3e_Chapter06-15">
            <a:extLst>
              <a:ext uri="{FF2B5EF4-FFF2-40B4-BE49-F238E27FC236}">
                <a16:creationId xmlns:a16="http://schemas.microsoft.com/office/drawing/2014/main" id="{BB48D029-92F4-4563-B93B-49DE463D9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1025" y="1563688"/>
            <a:ext cx="5208588" cy="346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29" name="Slide Number Placeholder 1">
            <a:extLst>
              <a:ext uri="{FF2B5EF4-FFF2-40B4-BE49-F238E27FC236}">
                <a16:creationId xmlns:a16="http://schemas.microsoft.com/office/drawing/2014/main" id="{B08DE9A5-82A1-42BE-97A8-8464BD66E067}"/>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651F87E-928F-4BBC-8869-97D5526BF4B1}" type="slidenum">
              <a:rPr lang="en-US" altLang="en-US" smtClean="0"/>
              <a:pPr/>
              <a:t>76</a:t>
            </a:fld>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3">
            <a:extLst>
              <a:ext uri="{FF2B5EF4-FFF2-40B4-BE49-F238E27FC236}">
                <a16:creationId xmlns:a16="http://schemas.microsoft.com/office/drawing/2014/main" id="{B8749856-E633-4248-8108-184269071C5A}"/>
              </a:ext>
            </a:extLst>
          </p:cNvPr>
          <p:cNvSpPr>
            <a:spLocks noGrp="1" noChangeArrowheads="1"/>
          </p:cNvSpPr>
          <p:nvPr>
            <p:ph type="body" sz="quarter" idx="4294967295"/>
          </p:nvPr>
        </p:nvSpPr>
        <p:spPr bwMode="auto">
          <a:xfrm>
            <a:off x="762000" y="1600200"/>
            <a:ext cx="8229600" cy="6731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Within what interval do almost (95%) all of the women’s heights fall?  65 – 2*3.5 = 58 &lt; women &lt; 65 + 2*3.5 = 72</a:t>
            </a:r>
          </a:p>
        </p:txBody>
      </p:sp>
      <p:sp>
        <p:nvSpPr>
          <p:cNvPr id="155651" name="TextBox 1">
            <a:extLst>
              <a:ext uri="{FF2B5EF4-FFF2-40B4-BE49-F238E27FC236}">
                <a16:creationId xmlns:a16="http://schemas.microsoft.com/office/drawing/2014/main" id="{53DB38C1-0284-4FDE-8032-D6171E0E49E6}"/>
              </a:ext>
            </a:extLst>
          </p:cNvPr>
          <p:cNvSpPr txBox="1">
            <a:spLocks noChangeArrowheads="1"/>
          </p:cNvSpPr>
          <p:nvPr/>
        </p:nvSpPr>
        <p:spPr bwMode="auto">
          <a:xfrm>
            <a:off x="304800" y="5334000"/>
            <a:ext cx="8686800"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dirty="0">
                <a:solidFill>
                  <a:schemeClr val="tx1"/>
                </a:solidFill>
                <a:latin typeface="Arial" panose="020B0604020202020204" pitchFamily="34" charset="0"/>
              </a:rPr>
              <a:t>Figure 6.4 Normal Distributions for Women’s Height and Men’s Height. </a:t>
            </a:r>
            <a:r>
              <a:rPr lang="en-US" altLang="en-US" sz="1600" dirty="0">
                <a:solidFill>
                  <a:schemeClr val="tx1"/>
                </a:solidFill>
                <a:latin typeface="Arial" panose="020B0604020202020204" pitchFamily="34" charset="0"/>
              </a:rPr>
              <a:t>For each different combination of    and    values, there is a normal distribution with mean    and standard deviation   . </a:t>
            </a:r>
            <a:r>
              <a:rPr lang="en-US" altLang="en-US" sz="1600" b="1" dirty="0">
                <a:solidFill>
                  <a:schemeClr val="tx1"/>
                </a:solidFill>
                <a:latin typeface="Arial" panose="020B0604020202020204" pitchFamily="34" charset="0"/>
              </a:rPr>
              <a:t>Question:</a:t>
            </a:r>
            <a:r>
              <a:rPr lang="en-US" altLang="en-US" sz="1600" dirty="0">
                <a:solidFill>
                  <a:schemeClr val="tx1"/>
                </a:solidFill>
                <a:latin typeface="Arial" panose="020B0604020202020204" pitchFamily="34" charset="0"/>
              </a:rPr>
              <a:t> Given that    = 70 and    = 4, within what interval do almost all of the men’s heights fall?</a:t>
            </a:r>
          </a:p>
        </p:txBody>
      </p:sp>
      <p:pic>
        <p:nvPicPr>
          <p:cNvPr id="155652" name="Object 8">
            <a:extLst>
              <a:ext uri="{FF2B5EF4-FFF2-40B4-BE49-F238E27FC236}">
                <a16:creationId xmlns:a16="http://schemas.microsoft.com/office/drawing/2014/main" id="{23A4308A-F37B-47D9-844F-8DBBD9E673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3100" y="5943600"/>
            <a:ext cx="165100" cy="1365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653" name="Object 9">
            <a:extLst>
              <a:ext uri="{FF2B5EF4-FFF2-40B4-BE49-F238E27FC236}">
                <a16:creationId xmlns:a16="http://schemas.microsoft.com/office/drawing/2014/main" id="{7F4D3800-41DD-4961-8DF9-A74B1825C1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9900" y="5702300"/>
            <a:ext cx="165100" cy="18097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654" name="Object 10">
            <a:extLst>
              <a:ext uri="{FF2B5EF4-FFF2-40B4-BE49-F238E27FC236}">
                <a16:creationId xmlns:a16="http://schemas.microsoft.com/office/drawing/2014/main" id="{F1A31984-6811-4C2D-A24E-197DB96D2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4100" y="5715000"/>
            <a:ext cx="165100" cy="1365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655" name="Object 11">
            <a:extLst>
              <a:ext uri="{FF2B5EF4-FFF2-40B4-BE49-F238E27FC236}">
                <a16:creationId xmlns:a16="http://schemas.microsoft.com/office/drawing/2014/main" id="{130F27AA-0D35-43A7-B583-9A7B9D2543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4400" y="5943600"/>
            <a:ext cx="165100" cy="18097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656" name="Object 12">
            <a:extLst>
              <a:ext uri="{FF2B5EF4-FFF2-40B4-BE49-F238E27FC236}">
                <a16:creationId xmlns:a16="http://schemas.microsoft.com/office/drawing/2014/main" id="{86D7EF87-F1A6-4333-A421-B54F61B41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1900" y="5943600"/>
            <a:ext cx="165100" cy="1365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657" name="Object 13">
            <a:extLst>
              <a:ext uri="{FF2B5EF4-FFF2-40B4-BE49-F238E27FC236}">
                <a16:creationId xmlns:a16="http://schemas.microsoft.com/office/drawing/2014/main" id="{2EC975B6-8737-41E5-8AE9-9BF5A52265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9100" y="5686425"/>
            <a:ext cx="165100" cy="18097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5658" name="Picture 14" descr="Agresti_3e_Chapter06-15">
            <a:extLst>
              <a:ext uri="{FF2B5EF4-FFF2-40B4-BE49-F238E27FC236}">
                <a16:creationId xmlns:a16="http://schemas.microsoft.com/office/drawing/2014/main" id="{AE1B099C-3D88-4CCC-9A2C-AFE571AEA5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6100" y="2474913"/>
            <a:ext cx="592455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9" name="Rectangle 2">
            <a:extLst>
              <a:ext uri="{FF2B5EF4-FFF2-40B4-BE49-F238E27FC236}">
                <a16:creationId xmlns:a16="http://schemas.microsoft.com/office/drawing/2014/main" id="{DB67AFCA-FDBA-4424-80F6-C7FD637CE6C6}"/>
              </a:ext>
            </a:extLst>
          </p:cNvPr>
          <p:cNvSpPr>
            <a:spLocks noGrp="1" noChangeArrowheads="1"/>
          </p:cNvSpPr>
          <p:nvPr>
            <p:ph type="title" idx="4294967295"/>
          </p:nvPr>
        </p:nvSpPr>
        <p:spPr bwMode="auto">
          <a:xfrm>
            <a:off x="762000" y="198438"/>
            <a:ext cx="8153400" cy="7921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p>
            <a:pPr>
              <a:lnSpc>
                <a:spcPct val="90000"/>
              </a:lnSpc>
            </a:pPr>
            <a:r>
              <a:rPr lang="en-US" altLang="en-US" b="1">
                <a:latin typeface="Arial" panose="020B0604020202020204" pitchFamily="34" charset="0"/>
              </a:rPr>
              <a:t>Example : 68-95-99.7% Rule</a:t>
            </a:r>
          </a:p>
        </p:txBody>
      </p:sp>
      <p:sp>
        <p:nvSpPr>
          <p:cNvPr id="155660" name="Slide Number Placeholder 1">
            <a:extLst>
              <a:ext uri="{FF2B5EF4-FFF2-40B4-BE49-F238E27FC236}">
                <a16:creationId xmlns:a16="http://schemas.microsoft.com/office/drawing/2014/main" id="{5F229FA4-257D-4A38-A1C5-521A781E786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F004844-086B-4958-9E37-45D5C8D71480}" type="slidenum">
              <a:rPr lang="en-US" altLang="en-US" smtClean="0"/>
              <a:pPr/>
              <a:t>77</a:t>
            </a:fld>
            <a:endParaRPr lang="en-US"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2309A9-EBEF-46A3-B8E1-9B6594B3A82B}"/>
              </a:ext>
            </a:extLst>
          </p:cNvPr>
          <p:cNvSpPr txBox="1">
            <a:spLocks noRot="1" noChangeAspect="1" noMove="1" noResize="1" noEditPoints="1" noAdjustHandles="1" noChangeArrowheads="1" noChangeShapeType="1" noTextEdit="1"/>
          </p:cNvSpPr>
          <p:nvPr/>
        </p:nvSpPr>
        <p:spPr>
          <a:xfrm>
            <a:off x="762000" y="1563624"/>
            <a:ext cx="7618476" cy="4893647"/>
          </a:xfrm>
          <a:prstGeom prst="rect">
            <a:avLst/>
          </a:prstGeom>
          <a:blipFill>
            <a:blip r:embed="rId3" cstate="print"/>
            <a:stretch>
              <a:fillRect l="-1200" t="-873" b="-249"/>
            </a:stretch>
          </a:blipFill>
        </p:spPr>
        <p:txBody>
          <a:bodyPr/>
          <a:lstStyle/>
          <a:p>
            <a:pPr>
              <a:defRPr/>
            </a:pPr>
            <a:r>
              <a:rPr lang="en-US">
                <a:noFill/>
              </a:rPr>
              <a:t> </a:t>
            </a:r>
          </a:p>
        </p:txBody>
      </p:sp>
      <p:sp>
        <p:nvSpPr>
          <p:cNvPr id="156675" name="Rectangle 2">
            <a:extLst>
              <a:ext uri="{FF2B5EF4-FFF2-40B4-BE49-F238E27FC236}">
                <a16:creationId xmlns:a16="http://schemas.microsoft.com/office/drawing/2014/main" id="{DE314070-E85D-4846-AD3C-A79B36E5D852}"/>
              </a:ext>
            </a:extLst>
          </p:cNvPr>
          <p:cNvSpPr>
            <a:spLocks noGrp="1" noChangeArrowheads="1"/>
          </p:cNvSpPr>
          <p:nvPr>
            <p:ph type="title" idx="4294967295"/>
          </p:nvPr>
        </p:nvSpPr>
        <p:spPr bwMode="auto">
          <a:xfrm>
            <a:off x="762000" y="198438"/>
            <a:ext cx="8153400" cy="7921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p>
            <a:pPr>
              <a:lnSpc>
                <a:spcPct val="90000"/>
              </a:lnSpc>
            </a:pPr>
            <a:r>
              <a:rPr lang="en-US" altLang="en-US" b="1">
                <a:latin typeface="Arial" panose="020B0604020202020204" pitchFamily="34" charset="0"/>
              </a:rPr>
              <a:t>Example : 68-95-99.7% Rule</a:t>
            </a:r>
          </a:p>
        </p:txBody>
      </p:sp>
      <p:pic>
        <p:nvPicPr>
          <p:cNvPr id="156676" name="Object 7">
            <a:extLst>
              <a:ext uri="{FF2B5EF4-FFF2-40B4-BE49-F238E27FC236}">
                <a16:creationId xmlns:a16="http://schemas.microsoft.com/office/drawing/2014/main" id="{FF4EAE88-582E-4FF3-99C7-461647DFFF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6425" y="3776663"/>
            <a:ext cx="2311400" cy="3524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6677" name="Object 8">
            <a:extLst>
              <a:ext uri="{FF2B5EF4-FFF2-40B4-BE49-F238E27FC236}">
                <a16:creationId xmlns:a16="http://schemas.microsoft.com/office/drawing/2014/main" id="{8BBAB3B0-ACA3-48EC-B559-0A9FA8EB64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76425" y="4851400"/>
            <a:ext cx="3990975" cy="3651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6678" name="Object 9">
            <a:extLst>
              <a:ext uri="{FF2B5EF4-FFF2-40B4-BE49-F238E27FC236}">
                <a16:creationId xmlns:a16="http://schemas.microsoft.com/office/drawing/2014/main" id="{4AB2352C-2153-4D78-9EFC-B0E83D7F13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6425" y="5940425"/>
            <a:ext cx="4318000" cy="3651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6679" name="Slide Number Placeholder 2">
            <a:extLst>
              <a:ext uri="{FF2B5EF4-FFF2-40B4-BE49-F238E27FC236}">
                <a16:creationId xmlns:a16="http://schemas.microsoft.com/office/drawing/2014/main" id="{37F29787-314E-4904-B761-0ACFA5E0182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D64D9B9-EC73-4DD8-B371-231C6E67097E}" type="slidenum">
              <a:rPr lang="en-US" altLang="en-US" smtClean="0"/>
              <a:pPr/>
              <a:t>78</a:t>
            </a:fld>
            <a:endParaRPr lang="en-US" altLang="en-US"/>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DD463453-CEDB-4EB9-82F3-A22F7BF51F8A}"/>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p:spPr>
        <p:txBody>
          <a:bodyPr lIns="0" rIns="0"/>
          <a:lstStyle/>
          <a:p>
            <a:pPr marL="0" lvl="2" indent="0">
              <a:lnSpc>
                <a:spcPct val="90000"/>
              </a:lnSpc>
              <a:buFont typeface="Wingdings" panose="05000000000000000000" pitchFamily="2" charset="2"/>
              <a:buNone/>
              <a:defRPr/>
            </a:pPr>
            <a:r>
              <a:rPr lang="en-US" altLang="en-US" dirty="0"/>
              <a:t>The normal distribution is the most important distribution in statistics.</a:t>
            </a:r>
          </a:p>
          <a:p>
            <a:pPr lvl="2">
              <a:lnSpc>
                <a:spcPct val="90000"/>
              </a:lnSpc>
              <a:defRPr/>
            </a:pPr>
            <a:r>
              <a:rPr lang="en-US" altLang="en-US" dirty="0"/>
              <a:t>Many distributions have an approximately normal distribution.</a:t>
            </a:r>
            <a:br>
              <a:rPr lang="en-US" altLang="en-US" dirty="0"/>
            </a:br>
            <a:endParaRPr lang="en-US" altLang="en-US" dirty="0"/>
          </a:p>
          <a:p>
            <a:pPr lvl="2">
              <a:lnSpc>
                <a:spcPct val="90000"/>
              </a:lnSpc>
              <a:defRPr/>
            </a:pPr>
            <a:r>
              <a:rPr lang="en-US" altLang="en-US" dirty="0"/>
              <a:t>The normal distribution approximates many discrete distributions well when there are a large number of possible outcomes.</a:t>
            </a:r>
            <a:br>
              <a:rPr lang="en-US" altLang="en-US" dirty="0"/>
            </a:br>
            <a:endParaRPr lang="en-US" altLang="en-US" dirty="0"/>
          </a:p>
          <a:p>
            <a:pPr lvl="2">
              <a:lnSpc>
                <a:spcPct val="90000"/>
              </a:lnSpc>
              <a:defRPr/>
            </a:pPr>
            <a:r>
              <a:rPr lang="en-US" altLang="en-US" dirty="0"/>
              <a:t>Many statistical methods use it even when the data are not </a:t>
            </a:r>
            <a:r>
              <a:rPr lang="en-US" altLang="en-US" dirty="0">
                <a:solidFill>
                  <a:schemeClr val="tx1"/>
                </a:solidFill>
              </a:rPr>
              <a:t>bell-shaped</a:t>
            </a:r>
            <a:r>
              <a:rPr lang="en-US" altLang="en-US" dirty="0">
                <a:solidFill>
                  <a:schemeClr val="accent2"/>
                </a:solidFill>
              </a:rPr>
              <a:t>.</a:t>
            </a:r>
          </a:p>
        </p:txBody>
      </p:sp>
      <p:sp>
        <p:nvSpPr>
          <p:cNvPr id="158723" name="Rectangle 2">
            <a:extLst>
              <a:ext uri="{FF2B5EF4-FFF2-40B4-BE49-F238E27FC236}">
                <a16:creationId xmlns:a16="http://schemas.microsoft.com/office/drawing/2014/main" id="{C31A181C-3CEF-415D-8B80-470D6AA46A9D}"/>
              </a:ext>
            </a:extLst>
          </p:cNvPr>
          <p:cNvSpPr>
            <a:spLocks noGrp="1" noChangeArrowheads="1"/>
          </p:cNvSpPr>
          <p:nvPr>
            <p:ph type="title" idx="4294967295"/>
          </p:nvPr>
        </p:nvSpPr>
        <p:spPr bwMode="auto">
          <a:xfrm>
            <a:off x="762000" y="242888"/>
            <a:ext cx="8077200" cy="63976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Normal Distribution</a:t>
            </a:r>
          </a:p>
        </p:txBody>
      </p:sp>
      <p:sp>
        <p:nvSpPr>
          <p:cNvPr id="158724" name="Slide Number Placeholder 1">
            <a:extLst>
              <a:ext uri="{FF2B5EF4-FFF2-40B4-BE49-F238E27FC236}">
                <a16:creationId xmlns:a16="http://schemas.microsoft.com/office/drawing/2014/main" id="{E44ED5A6-51EF-4A5B-BC85-1E23EE1DAD7B}"/>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98A12210-7671-48C2-8503-383C8E983ED1}" type="slidenum">
              <a:rPr lang="en-US" altLang="en-US" smtClean="0"/>
              <a:pPr/>
              <a:t>79</a:t>
            </a:fld>
            <a:endParaRPr lang="en-US"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3">
            <a:extLst>
              <a:ext uri="{FF2B5EF4-FFF2-40B4-BE49-F238E27FC236}">
                <a16:creationId xmlns:a16="http://schemas.microsoft.com/office/drawing/2014/main" id="{59CE40D7-9CAE-4249-A6B1-3C525F223187}"/>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The empirical rule states that for an approximately bell-shaped distribution, about 68% of observations fall within 1 standard deviation of the mean, 95% within 2 standard deviations, and nearly all within 3. In fact, those percentages came from probabilities calculated for the normal distribution.</a:t>
            </a:r>
          </a:p>
          <a:p>
            <a:pPr marL="0" indent="0"/>
            <a:endParaRPr lang="en-US" altLang="en-US" dirty="0"/>
          </a:p>
          <a:p>
            <a:pPr marL="0" indent="0"/>
            <a:r>
              <a:rPr lang="en-US" altLang="en-US" dirty="0"/>
              <a:t>The empirical rule stated the probabilities as being </a:t>
            </a:r>
            <a:r>
              <a:rPr lang="en-US" altLang="en-US" i="1" dirty="0"/>
              <a:t>approximate </a:t>
            </a:r>
            <a:r>
              <a:rPr lang="en-US" altLang="en-US" dirty="0"/>
              <a:t>rather than </a:t>
            </a:r>
            <a:r>
              <a:rPr lang="en-US" altLang="en-US" i="1" dirty="0"/>
              <a:t>exact </a:t>
            </a:r>
            <a:r>
              <a:rPr lang="en-US" altLang="en-US" dirty="0"/>
              <a:t>because that rule referred to </a:t>
            </a:r>
            <a:r>
              <a:rPr lang="en-US" altLang="en-US" i="1" dirty="0"/>
              <a:t>all approximately </a:t>
            </a:r>
            <a:r>
              <a:rPr lang="en-US" altLang="en-US" dirty="0"/>
              <a:t>bell-shaped distributions, not just the normal.</a:t>
            </a:r>
          </a:p>
          <a:p>
            <a:pPr marL="0" indent="0"/>
            <a:endParaRPr lang="el-GR" altLang="en-US" dirty="0"/>
          </a:p>
        </p:txBody>
      </p:sp>
      <p:sp>
        <p:nvSpPr>
          <p:cNvPr id="159747" name="Rectangle 2">
            <a:extLst>
              <a:ext uri="{FF2B5EF4-FFF2-40B4-BE49-F238E27FC236}">
                <a16:creationId xmlns:a16="http://schemas.microsoft.com/office/drawing/2014/main" id="{C4AE959F-4E5A-456F-A645-3EBF5756891A}"/>
              </a:ext>
            </a:extLst>
          </p:cNvPr>
          <p:cNvSpPr>
            <a:spLocks noChangeArrowheads="1"/>
          </p:cNvSpPr>
          <p:nvPr/>
        </p:nvSpPr>
        <p:spPr bwMode="auto">
          <a:xfrm>
            <a:off x="763588" y="398463"/>
            <a:ext cx="80772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Normal Probabilities and the Empirical Rule</a:t>
            </a:r>
          </a:p>
        </p:txBody>
      </p:sp>
      <p:sp>
        <p:nvSpPr>
          <p:cNvPr id="159748" name="Slide Number Placeholder 1">
            <a:extLst>
              <a:ext uri="{FF2B5EF4-FFF2-40B4-BE49-F238E27FC236}">
                <a16:creationId xmlns:a16="http://schemas.microsoft.com/office/drawing/2014/main" id="{F4726471-ED11-4F00-AA45-D13FCF2361B8}"/>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6DDEC95-41C9-405C-8C6A-53D6F9DF8DF3}" type="slidenum">
              <a:rPr lang="en-US" altLang="en-US" smtClean="0"/>
              <a:pPr/>
              <a:t>80</a:t>
            </a:fld>
            <a:endParaRPr lang="en-US"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a:extLst>
              <a:ext uri="{FF2B5EF4-FFF2-40B4-BE49-F238E27FC236}">
                <a16:creationId xmlns:a16="http://schemas.microsoft.com/office/drawing/2014/main" id="{39F88727-77CF-44E7-965D-E5992883ADEA}"/>
              </a:ext>
            </a:extLst>
          </p:cNvPr>
          <p:cNvSpPr>
            <a:spLocks noGrp="1" noRot="1" noChangeAspect="1" noMove="1" noResize="1" noEditPoints="1" noAdjustHandles="1" noChangeArrowheads="1" noChangeShapeType="1" noTextEdit="1"/>
          </p:cNvSpPr>
          <p:nvPr>
            <p:ph type="body" sz="quarter" idx="4294967295"/>
          </p:nvPr>
        </p:nvSpPr>
        <p:spPr bwMode="auto">
          <a:xfrm>
            <a:off x="457200" y="1600200"/>
            <a:ext cx="8229600" cy="4525963"/>
          </a:xfrm>
          <a:prstGeom prst="rect">
            <a:avLst/>
          </a:prstGeom>
          <a:blipFill>
            <a:blip r:embed="rId2" cstate="print"/>
            <a:stretch>
              <a:fillRect l="-2222" t="-943" r="-2519"/>
            </a:stretch>
          </a:blipFill>
        </p:spPr>
        <p:txBody>
          <a:bodyPr/>
          <a:lstStyle/>
          <a:p>
            <a:pPr>
              <a:defRPr/>
            </a:pPr>
            <a:r>
              <a:rPr lang="en-US">
                <a:noFill/>
              </a:rPr>
              <a:t> </a:t>
            </a:r>
          </a:p>
        </p:txBody>
      </p:sp>
      <p:sp>
        <p:nvSpPr>
          <p:cNvPr id="161795" name="Rectangle 2">
            <a:extLst>
              <a:ext uri="{FF2B5EF4-FFF2-40B4-BE49-F238E27FC236}">
                <a16:creationId xmlns:a16="http://schemas.microsoft.com/office/drawing/2014/main" id="{722FF927-CB9E-4227-BCD2-9E6B78A92332}"/>
              </a:ext>
            </a:extLst>
          </p:cNvPr>
          <p:cNvSpPr>
            <a:spLocks noChangeArrowheads="1"/>
          </p:cNvSpPr>
          <p:nvPr/>
        </p:nvSpPr>
        <p:spPr bwMode="auto">
          <a:xfrm>
            <a:off x="762000" y="76200"/>
            <a:ext cx="8077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Z-Scores and the Standard Normal Distribution</a:t>
            </a:r>
          </a:p>
        </p:txBody>
      </p:sp>
      <p:sp>
        <p:nvSpPr>
          <p:cNvPr id="161796" name="Slide Number Placeholder 1">
            <a:extLst>
              <a:ext uri="{FF2B5EF4-FFF2-40B4-BE49-F238E27FC236}">
                <a16:creationId xmlns:a16="http://schemas.microsoft.com/office/drawing/2014/main" id="{D9E251C3-1C75-4603-8624-A8BE240A0B0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825E474-A2CE-4AD9-875A-CB1D866CD9D2}" type="slidenum">
              <a:rPr lang="en-US" altLang="en-US" smtClean="0"/>
              <a:pPr/>
              <a:t>81</a:t>
            </a:fld>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7EE62DA0-9DE5-402B-A174-62FD2BC7EF6F}"/>
              </a:ext>
            </a:extLst>
          </p:cNvPr>
          <p:cNvSpPr>
            <a:spLocks noGrp="1" noChangeArrowheads="1"/>
          </p:cNvSpPr>
          <p:nvPr>
            <p:ph type="title" idx="4294967295"/>
          </p:nvPr>
        </p:nvSpPr>
        <p:spPr bwMode="auto">
          <a:xfrm>
            <a:off x="695325"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Comparing Test Scores That Use Different Scales</a:t>
            </a:r>
          </a:p>
        </p:txBody>
      </p:sp>
      <p:sp>
        <p:nvSpPr>
          <p:cNvPr id="3" name="TextBox 2">
            <a:extLst>
              <a:ext uri="{FF2B5EF4-FFF2-40B4-BE49-F238E27FC236}">
                <a16:creationId xmlns:a16="http://schemas.microsoft.com/office/drawing/2014/main" id="{33884D2A-F2DC-449A-BB36-E12E74A3706E}"/>
              </a:ext>
            </a:extLst>
          </p:cNvPr>
          <p:cNvSpPr txBox="1">
            <a:spLocks noRot="1" noChangeAspect="1" noMove="1" noResize="1" noEditPoints="1" noAdjustHandles="1" noChangeArrowheads="1" noChangeShapeType="1" noTextEdit="1"/>
          </p:cNvSpPr>
          <p:nvPr/>
        </p:nvSpPr>
        <p:spPr>
          <a:xfrm>
            <a:off x="841249" y="1796796"/>
            <a:ext cx="7306056" cy="3785652"/>
          </a:xfrm>
          <a:prstGeom prst="rect">
            <a:avLst/>
          </a:prstGeom>
          <a:blipFill>
            <a:blip r:embed="rId3" cstate="print"/>
            <a:stretch>
              <a:fillRect l="-1251" t="-1127" r="-917" b="-2899"/>
            </a:stretch>
          </a:blipFill>
        </p:spPr>
        <p:txBody>
          <a:bodyPr/>
          <a:lstStyle/>
          <a:p>
            <a:pPr>
              <a:defRPr/>
            </a:pPr>
            <a:r>
              <a:rPr lang="en-US">
                <a:noFill/>
                <a:latin typeface="Times New Roman" pitchFamily="-80" charset="0"/>
                <a:ea typeface="Microsoft YaHei" charset="-122"/>
              </a:rPr>
              <a:t> </a:t>
            </a:r>
          </a:p>
        </p:txBody>
      </p:sp>
      <p:sp>
        <p:nvSpPr>
          <p:cNvPr id="162820" name="Slide Number Placeholder 1">
            <a:extLst>
              <a:ext uri="{FF2B5EF4-FFF2-40B4-BE49-F238E27FC236}">
                <a16:creationId xmlns:a16="http://schemas.microsoft.com/office/drawing/2014/main" id="{BEA673D5-6B81-4985-A901-5ABF785C4BEB}"/>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D0A51D9-AA21-42EC-9521-00A87E768F12}" type="slidenum">
              <a:rPr lang="en-US" altLang="en-US" smtClean="0"/>
              <a:pPr/>
              <a:t>82</a:t>
            </a:fld>
            <a:endParaRPr lang="en-US"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81D27D5E-0578-49C1-AEB8-49FFDBDD98D7}"/>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p:spPr>
        <p:txBody>
          <a:bodyPr lIns="0" rIns="0"/>
          <a:lstStyle/>
          <a:p>
            <a:pPr marL="0" lvl="1" indent="0">
              <a:lnSpc>
                <a:spcPct val="90000"/>
              </a:lnSpc>
              <a:buFont typeface="Wingdings" panose="05000000000000000000" pitchFamily="2" charset="2"/>
              <a:buNone/>
              <a:defRPr/>
            </a:pPr>
            <a:r>
              <a:rPr lang="en-US" altLang="en-US" dirty="0">
                <a:sym typeface="Symbol" panose="05050102010706020507" pitchFamily="18" charset="2"/>
              </a:rPr>
              <a:t>Compare </a:t>
            </a:r>
            <a:r>
              <a:rPr lang="en-US" altLang="en-US" i="1" dirty="0">
                <a:sym typeface="Symbol" panose="05050102010706020507" pitchFamily="18" charset="2"/>
              </a:rPr>
              <a:t>z</a:t>
            </a:r>
            <a:r>
              <a:rPr lang="en-US" altLang="en-US" dirty="0">
                <a:sym typeface="Symbol" panose="05050102010706020507" pitchFamily="18" charset="2"/>
              </a:rPr>
              <a:t>-scores:</a:t>
            </a:r>
          </a:p>
          <a:p>
            <a:pPr lvl="1">
              <a:lnSpc>
                <a:spcPct val="90000"/>
              </a:lnSpc>
              <a:buFont typeface="Wingdings" panose="05000000000000000000" pitchFamily="2" charset="2"/>
              <a:buNone/>
              <a:defRPr/>
            </a:pPr>
            <a:r>
              <a:rPr lang="en-US" altLang="en-US" dirty="0">
                <a:sym typeface="Symbol" panose="05050102010706020507" pitchFamily="18" charset="2"/>
              </a:rPr>
              <a:t>	</a:t>
            </a:r>
          </a:p>
          <a:p>
            <a:pPr lvl="1">
              <a:lnSpc>
                <a:spcPct val="90000"/>
              </a:lnSpc>
              <a:buFont typeface="Wingdings" panose="05000000000000000000" pitchFamily="2" charset="2"/>
              <a:buNone/>
              <a:defRPr/>
            </a:pPr>
            <a:r>
              <a:rPr lang="en-US" altLang="en-US" dirty="0">
                <a:sym typeface="Symbol" panose="05050102010706020507" pitchFamily="18" charset="2"/>
              </a:rPr>
              <a:t>SAT:                                        ACT: 				</a:t>
            </a:r>
          </a:p>
          <a:p>
            <a:pPr marL="457200" lvl="1" indent="0">
              <a:lnSpc>
                <a:spcPct val="90000"/>
              </a:lnSpc>
              <a:buFont typeface="Wingdings" panose="05000000000000000000" pitchFamily="2" charset="2"/>
              <a:buNone/>
              <a:defRPr/>
            </a:pPr>
            <a:endParaRPr lang="en-US" altLang="en-US" dirty="0">
              <a:sym typeface="Symbol" panose="05050102010706020507" pitchFamily="18" charset="2"/>
            </a:endParaRPr>
          </a:p>
          <a:p>
            <a:pPr marL="0" indent="0">
              <a:defRPr/>
            </a:pPr>
            <a:r>
              <a:rPr lang="en-US" dirty="0"/>
              <a:t>The ACT score of 30 is a bit higher than the SAT score of 650, since ACT = 30 falls 1.91 standard deviations above its mean, whereas SAT = 650 falls 1.50 standard deviations above its mean. </a:t>
            </a:r>
            <a:br>
              <a:rPr lang="en-US" dirty="0"/>
            </a:br>
            <a:br>
              <a:rPr lang="en-US" dirty="0"/>
            </a:br>
            <a:r>
              <a:rPr lang="en-US" dirty="0"/>
              <a:t>In this sense, the ACT score is better even though its numerical value is smaller.</a:t>
            </a:r>
            <a:endParaRPr lang="en-US" altLang="en-US" dirty="0">
              <a:sym typeface="Symbol" panose="05050102010706020507" pitchFamily="18" charset="2"/>
            </a:endParaRPr>
          </a:p>
        </p:txBody>
      </p:sp>
      <p:sp>
        <p:nvSpPr>
          <p:cNvPr id="164867" name="Rectangle 2">
            <a:extLst>
              <a:ext uri="{FF2B5EF4-FFF2-40B4-BE49-F238E27FC236}">
                <a16:creationId xmlns:a16="http://schemas.microsoft.com/office/drawing/2014/main" id="{E4BD1AB2-957B-4B4B-BF1A-0CEC1F2833C9}"/>
              </a:ext>
            </a:extLst>
          </p:cNvPr>
          <p:cNvSpPr>
            <a:spLocks noGrp="1" noChangeArrowheads="1"/>
          </p:cNvSpPr>
          <p:nvPr>
            <p:ph type="title" idx="4294967295"/>
          </p:nvPr>
        </p:nvSpPr>
        <p:spPr bwMode="auto">
          <a:xfrm>
            <a:off x="747713" y="207963"/>
            <a:ext cx="8229600" cy="709612"/>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Using Z-scores to Compare Distributions</a:t>
            </a:r>
            <a:endParaRPr lang="en-US" altLang="en-US" sz="3600" b="1">
              <a:latin typeface="Arial" panose="020B0604020202020204" pitchFamily="34" charset="0"/>
            </a:endParaRPr>
          </a:p>
        </p:txBody>
      </p:sp>
      <p:pic>
        <p:nvPicPr>
          <p:cNvPr id="164868" name="Object 4">
            <a:extLst>
              <a:ext uri="{FF2B5EF4-FFF2-40B4-BE49-F238E27FC236}">
                <a16:creationId xmlns:a16="http://schemas.microsoft.com/office/drawing/2014/main" id="{1615B087-0C0F-4259-B6BE-398D9A9ECE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1025" y="2247900"/>
            <a:ext cx="2578100"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69" name="Object 5">
            <a:extLst>
              <a:ext uri="{FF2B5EF4-FFF2-40B4-BE49-F238E27FC236}">
                <a16:creationId xmlns:a16="http://schemas.microsoft.com/office/drawing/2014/main" id="{A4044376-0432-4760-8B50-60510F3946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3425" y="2247900"/>
            <a:ext cx="2209800" cy="74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4870" name="Rectangle 2">
            <a:extLst>
              <a:ext uri="{FF2B5EF4-FFF2-40B4-BE49-F238E27FC236}">
                <a16:creationId xmlns:a16="http://schemas.microsoft.com/office/drawing/2014/main" id="{7B114BD5-A7E3-4BFC-8DE6-162A92C5870F}"/>
              </a:ext>
            </a:extLst>
          </p:cNvPr>
          <p:cNvSpPr>
            <a:spLocks noGrp="1" noChangeArrowheads="1"/>
          </p:cNvSpPr>
          <p:nvPr>
            <p:ph type="title" idx="4294967295"/>
          </p:nvPr>
        </p:nvSpPr>
        <p:spPr bwMode="auto">
          <a:xfrm>
            <a:off x="695325" y="9525"/>
            <a:ext cx="82296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dirty="0">
                <a:latin typeface="Arial" panose="020B0604020202020204" pitchFamily="34" charset="0"/>
              </a:rPr>
              <a:t>Example: Comparing Test Scores That Use Different Scales</a:t>
            </a:r>
          </a:p>
        </p:txBody>
      </p:sp>
      <p:sp>
        <p:nvSpPr>
          <p:cNvPr id="164871" name="Slide Number Placeholder 1">
            <a:extLst>
              <a:ext uri="{FF2B5EF4-FFF2-40B4-BE49-F238E27FC236}">
                <a16:creationId xmlns:a16="http://schemas.microsoft.com/office/drawing/2014/main" id="{2F26CDDD-9CEE-4FD4-9BB8-75C81DFAF566}"/>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89CB4D3-B4B8-4E77-924A-02547741EC25}" type="slidenum">
              <a:rPr lang="en-US" altLang="en-US" smtClean="0"/>
              <a:pPr/>
              <a:t>83</a:t>
            </a:fld>
            <a:endParaRPr lang="en-US"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a:extLst>
              <a:ext uri="{FF2B5EF4-FFF2-40B4-BE49-F238E27FC236}">
                <a16:creationId xmlns:a16="http://schemas.microsoft.com/office/drawing/2014/main" id="{F209ED31-FAF7-4DEA-BB74-92DCA6EB8FA3}"/>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We use the binomial distribution when each observation is </a:t>
            </a:r>
            <a:r>
              <a:rPr lang="en-US" altLang="en-US" b="1"/>
              <a:t>binary</a:t>
            </a:r>
            <a:r>
              <a:rPr lang="en-US" altLang="en-US"/>
              <a:t>: it has one of two possible outcomes.</a:t>
            </a:r>
          </a:p>
          <a:p>
            <a:pPr marL="0" indent="0"/>
            <a:endParaRPr lang="en-US" altLang="en-US"/>
          </a:p>
          <a:p>
            <a:pPr marL="0" indent="0"/>
            <a:r>
              <a:rPr lang="en-US" altLang="en-US"/>
              <a:t>Examples:</a:t>
            </a:r>
          </a:p>
          <a:p>
            <a:pPr lvl="1"/>
            <a:r>
              <a:rPr lang="en-US" altLang="en-US"/>
              <a:t>Accept or decline an offer from a bank for a credit card.</a:t>
            </a:r>
          </a:p>
          <a:p>
            <a:pPr lvl="1"/>
            <a:r>
              <a:rPr lang="en-US" altLang="en-US"/>
              <a:t>Have or do not have health insurance.</a:t>
            </a:r>
          </a:p>
          <a:p>
            <a:pPr lvl="1"/>
            <a:r>
              <a:rPr lang="en-US" altLang="en-US"/>
              <a:t>Vote yes or no on a referendum.</a:t>
            </a:r>
          </a:p>
        </p:txBody>
      </p:sp>
      <p:sp>
        <p:nvSpPr>
          <p:cNvPr id="165891" name="Rectangle 2">
            <a:extLst>
              <a:ext uri="{FF2B5EF4-FFF2-40B4-BE49-F238E27FC236}">
                <a16:creationId xmlns:a16="http://schemas.microsoft.com/office/drawing/2014/main" id="{624DC32B-33BF-477E-BEF9-79A9F1CECE6F}"/>
              </a:ext>
            </a:extLst>
          </p:cNvPr>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The Binomial Distribution: Probabilities</a:t>
            </a:r>
            <a:br>
              <a:rPr lang="en-US" altLang="en-US" b="1">
                <a:latin typeface="Arial" panose="020B0604020202020204" pitchFamily="34" charset="0"/>
              </a:rPr>
            </a:br>
            <a:r>
              <a:rPr lang="en-US" altLang="en-US" b="1">
                <a:latin typeface="Arial" panose="020B0604020202020204" pitchFamily="34" charset="0"/>
              </a:rPr>
              <a:t>for Counts with Binary Data</a:t>
            </a:r>
          </a:p>
        </p:txBody>
      </p:sp>
      <p:sp>
        <p:nvSpPr>
          <p:cNvPr id="165892" name="Slide Number Placeholder 1">
            <a:extLst>
              <a:ext uri="{FF2B5EF4-FFF2-40B4-BE49-F238E27FC236}">
                <a16:creationId xmlns:a16="http://schemas.microsoft.com/office/drawing/2014/main" id="{80BE4CDF-C9CC-43E0-A95A-892D00D89BE1}"/>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27526D0-AB27-4E25-84AA-CD543EF2C08E}" type="slidenum">
              <a:rPr lang="en-US" altLang="en-US" smtClean="0"/>
              <a:pPr/>
              <a:t>84</a:t>
            </a:fld>
            <a:endParaRPr lang="en-US"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3">
            <a:extLst>
              <a:ext uri="{FF2B5EF4-FFF2-40B4-BE49-F238E27FC236}">
                <a16:creationId xmlns:a16="http://schemas.microsoft.com/office/drawing/2014/main" id="{4F2D1111-5E63-4407-ADC1-B7C2FC2FFEEF}"/>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lvl="1"/>
            <a:r>
              <a:rPr lang="en-US" altLang="en-US" sz="2200"/>
              <a:t>Each of </a:t>
            </a:r>
            <a:r>
              <a:rPr lang="en-US" altLang="en-US" sz="2200" i="1"/>
              <a:t>n</a:t>
            </a:r>
            <a:r>
              <a:rPr lang="en-US" altLang="en-US" sz="2200"/>
              <a:t> trials has two possible outcomes: “success” or “failure”.</a:t>
            </a:r>
          </a:p>
          <a:p>
            <a:pPr lvl="1">
              <a:buClr>
                <a:schemeClr val="tx1"/>
              </a:buClr>
            </a:pPr>
            <a:endParaRPr lang="en-US" altLang="en-US" sz="2200"/>
          </a:p>
          <a:p>
            <a:pPr lvl="1"/>
            <a:r>
              <a:rPr lang="en-US" altLang="en-US" sz="2200"/>
              <a:t>Each trial has the same probability of success, denoted by </a:t>
            </a:r>
            <a:r>
              <a:rPr lang="en-US" altLang="en-US" sz="2200" i="1"/>
              <a:t>p, </a:t>
            </a:r>
            <a:r>
              <a:rPr lang="en-US" altLang="en-US" sz="2200"/>
              <a:t>so the probability of a failure is denoted by          </a:t>
            </a:r>
            <a:r>
              <a:rPr lang="en-US" altLang="en-US" sz="2200" i="1"/>
              <a:t>.</a:t>
            </a:r>
          </a:p>
          <a:p>
            <a:pPr marL="0" indent="0">
              <a:buFont typeface="Wingdings" panose="05000000000000000000" pitchFamily="2" charset="2"/>
              <a:buChar char="§"/>
            </a:pPr>
            <a:endParaRPr lang="en-US" altLang="en-US" sz="2200" i="1"/>
          </a:p>
          <a:p>
            <a:pPr lvl="1"/>
            <a:r>
              <a:rPr lang="en-US" altLang="en-US" sz="2200"/>
              <a:t>The </a:t>
            </a:r>
            <a:r>
              <a:rPr lang="en-US" altLang="en-US" sz="2200" i="1">
                <a:solidFill>
                  <a:schemeClr val="tx2"/>
                </a:solidFill>
              </a:rPr>
              <a:t>n</a:t>
            </a:r>
            <a:r>
              <a:rPr lang="en-US" altLang="en-US" sz="2200">
                <a:solidFill>
                  <a:schemeClr val="tx2"/>
                </a:solidFill>
              </a:rPr>
              <a:t> </a:t>
            </a:r>
            <a:r>
              <a:rPr lang="en-US" altLang="en-US" sz="2200"/>
              <a:t>trials are independen</a:t>
            </a:r>
            <a:r>
              <a:rPr lang="en-US" altLang="en-US" sz="2200">
                <a:solidFill>
                  <a:schemeClr val="tx1"/>
                </a:solidFill>
              </a:rPr>
              <a:t>t. </a:t>
            </a:r>
            <a:r>
              <a:rPr lang="en-US" altLang="en-US" sz="2200"/>
              <a:t>That is, the result for one trial does not depend on the results of other trials.</a:t>
            </a:r>
          </a:p>
          <a:p>
            <a:pPr marL="0" indent="0"/>
            <a:endParaRPr lang="en-US" altLang="en-US" sz="2200"/>
          </a:p>
          <a:p>
            <a:pPr marL="0" indent="0"/>
            <a:r>
              <a:rPr lang="en-US" altLang="en-US" sz="2200"/>
              <a:t>The </a:t>
            </a:r>
            <a:r>
              <a:rPr lang="en-US" altLang="en-US" sz="2200" b="1"/>
              <a:t>binomial random variable </a:t>
            </a:r>
            <a:r>
              <a:rPr lang="en-US" altLang="en-US" sz="2200" i="1">
                <a:solidFill>
                  <a:schemeClr val="tx2"/>
                </a:solidFill>
              </a:rPr>
              <a:t>X</a:t>
            </a:r>
            <a:r>
              <a:rPr lang="en-US" altLang="en-US" sz="2200"/>
              <a:t> is the number of successes in the </a:t>
            </a:r>
            <a:r>
              <a:rPr lang="en-US" altLang="en-US" sz="2200" i="1"/>
              <a:t>n</a:t>
            </a:r>
            <a:r>
              <a:rPr lang="en-US" altLang="en-US" sz="2200"/>
              <a:t> trials.</a:t>
            </a:r>
          </a:p>
        </p:txBody>
      </p:sp>
      <p:sp>
        <p:nvSpPr>
          <p:cNvPr id="167939" name="Rectangle 2">
            <a:extLst>
              <a:ext uri="{FF2B5EF4-FFF2-40B4-BE49-F238E27FC236}">
                <a16:creationId xmlns:a16="http://schemas.microsoft.com/office/drawing/2014/main" id="{686CF635-5735-48E6-8FC1-640A078E3503}"/>
              </a:ext>
            </a:extLst>
          </p:cNvPr>
          <p:cNvSpPr>
            <a:spLocks noGrp="1" noChangeArrowheads="1"/>
          </p:cNvSpPr>
          <p:nvPr>
            <p:ph type="title" idx="4294967295"/>
          </p:nvPr>
        </p:nvSpPr>
        <p:spPr bwMode="auto">
          <a:xfrm>
            <a:off x="762000" y="165100"/>
            <a:ext cx="82296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Conditions for the Binomial Distribution</a:t>
            </a:r>
          </a:p>
        </p:txBody>
      </p:sp>
      <p:pic>
        <p:nvPicPr>
          <p:cNvPr id="167940" name="Object 5">
            <a:extLst>
              <a:ext uri="{FF2B5EF4-FFF2-40B4-BE49-F238E27FC236}">
                <a16:creationId xmlns:a16="http://schemas.microsoft.com/office/drawing/2014/main" id="{CD9B51EB-4144-4492-9FDD-2E035B4CD1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9613" y="3178175"/>
            <a:ext cx="635000" cy="35242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7941" name="Slide Number Placeholder 1">
            <a:extLst>
              <a:ext uri="{FF2B5EF4-FFF2-40B4-BE49-F238E27FC236}">
                <a16:creationId xmlns:a16="http://schemas.microsoft.com/office/drawing/2014/main" id="{49981B9D-C72A-4DB5-9376-A07D1CFADB8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6459A2E-D9A2-4A05-A89A-D5EE946D645D}" type="slidenum">
              <a:rPr lang="en-US" altLang="en-US" smtClean="0"/>
              <a:pPr/>
              <a:t>85</a:t>
            </a:fld>
            <a:endParaRPr lang="en-US"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29F187E6-58AF-4A44-B431-1E1E05A4CD8B}"/>
              </a:ext>
            </a:extLst>
          </p:cNvPr>
          <p:cNvSpPr>
            <a:spLocks noGrp="1" noChangeArrowheads="1"/>
          </p:cNvSpPr>
          <p:nvPr>
            <p:ph type="title" idx="4294967295"/>
          </p:nvPr>
        </p:nvSpPr>
        <p:spPr bwMode="auto">
          <a:xfrm>
            <a:off x="762000" y="76200"/>
            <a:ext cx="8077200" cy="7921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Probabilities for a Binomial Distribution</a:t>
            </a:r>
          </a:p>
        </p:txBody>
      </p:sp>
      <p:pic>
        <p:nvPicPr>
          <p:cNvPr id="169987" name="Object 4">
            <a:extLst>
              <a:ext uri="{FF2B5EF4-FFF2-40B4-BE49-F238E27FC236}">
                <a16:creationId xmlns:a16="http://schemas.microsoft.com/office/drawing/2014/main" id="{5CCF7775-AF47-4B2F-937B-47762D4A6541}"/>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768350" y="4362450"/>
            <a:ext cx="7551738" cy="1101725"/>
          </a:xfrm>
          <a:prstGeom prst="rect">
            <a:avLst/>
          </a:prstGeom>
          <a:noFill/>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69988" name="Text Placeholder 1">
            <a:extLst>
              <a:ext uri="{FF2B5EF4-FFF2-40B4-BE49-F238E27FC236}">
                <a16:creationId xmlns:a16="http://schemas.microsoft.com/office/drawing/2014/main" id="{4C6E8C26-7EED-4745-82C1-169CDE55CF0E}"/>
              </a:ext>
            </a:extLst>
          </p:cNvPr>
          <p:cNvSpPr>
            <a:spLocks noGrp="1"/>
          </p:cNvSpPr>
          <p:nvPr>
            <p:ph type="body" sz="quarter" idx="4294967295"/>
          </p:nvPr>
        </p:nvSpPr>
        <p:spPr bwMode="auto">
          <a:xfrm>
            <a:off x="762000" y="1600200"/>
            <a:ext cx="8153400" cy="2895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When the number of trials </a:t>
            </a:r>
            <a:r>
              <a:rPr lang="en-US" altLang="en-US" i="1"/>
              <a:t>n</a:t>
            </a:r>
            <a:r>
              <a:rPr lang="en-US" altLang="en-US"/>
              <a:t> is large, it’s tedious to write out all the possible outcomes in the sample space. There is a formula you can use to find binomial probabilities for any </a:t>
            </a:r>
            <a:r>
              <a:rPr lang="en-US" altLang="en-US" i="1"/>
              <a:t>n.</a:t>
            </a:r>
          </a:p>
          <a:p>
            <a:pPr marL="0" indent="0"/>
            <a:endParaRPr lang="en-US" altLang="en-US"/>
          </a:p>
          <a:p>
            <a:pPr marL="0" indent="0"/>
            <a:r>
              <a:rPr lang="en-US" altLang="en-US"/>
              <a:t>Denote the probability of success on a trial by </a:t>
            </a:r>
            <a:r>
              <a:rPr lang="en-US" altLang="en-US" i="1"/>
              <a:t>p</a:t>
            </a:r>
            <a:r>
              <a:rPr lang="en-US" altLang="en-US"/>
              <a:t>. For </a:t>
            </a:r>
            <a:r>
              <a:rPr lang="en-US" altLang="en-US" i="1"/>
              <a:t>n</a:t>
            </a:r>
            <a:r>
              <a:rPr lang="en-US" altLang="en-US"/>
              <a:t> independent trials, the probability of </a:t>
            </a:r>
            <a:r>
              <a:rPr lang="en-US" altLang="en-US" i="1"/>
              <a:t>x</a:t>
            </a:r>
            <a:r>
              <a:rPr lang="en-US" altLang="en-US"/>
              <a:t> successes equals:</a:t>
            </a:r>
          </a:p>
        </p:txBody>
      </p:sp>
      <p:sp>
        <p:nvSpPr>
          <p:cNvPr id="169989" name="Slide Number Placeholder 1">
            <a:extLst>
              <a:ext uri="{FF2B5EF4-FFF2-40B4-BE49-F238E27FC236}">
                <a16:creationId xmlns:a16="http://schemas.microsoft.com/office/drawing/2014/main" id="{53162F27-5F6F-4A66-A6E3-6C80EA499A7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2CCFAE4D-E1C1-483F-B5C7-E4FFC114889B}" type="slidenum">
              <a:rPr lang="en-US" altLang="en-US" smtClean="0"/>
              <a:pPr/>
              <a:t>86</a:t>
            </a:fld>
            <a:endParaRPr lang="en-US"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3">
            <a:extLst>
              <a:ext uri="{FF2B5EF4-FFF2-40B4-BE49-F238E27FC236}">
                <a16:creationId xmlns:a16="http://schemas.microsoft.com/office/drawing/2014/main" id="{5D0948BF-B431-40C0-9BC1-BBA44579DB7F}"/>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Rules for factorials:</a:t>
            </a:r>
          </a:p>
          <a:p>
            <a:pPr lvl="1"/>
            <a:r>
              <a:rPr lang="en-US" altLang="en-US"/>
              <a:t> </a:t>
            </a:r>
          </a:p>
          <a:p>
            <a:pPr lvl="1"/>
            <a:endParaRPr lang="en-US" altLang="en-US"/>
          </a:p>
          <a:p>
            <a:pPr lvl="1"/>
            <a:r>
              <a:rPr lang="en-US" altLang="en-US"/>
              <a:t> </a:t>
            </a:r>
          </a:p>
          <a:p>
            <a:pPr lvl="1"/>
            <a:endParaRPr lang="en-US" altLang="en-US"/>
          </a:p>
          <a:p>
            <a:pPr lvl="1"/>
            <a:r>
              <a:rPr lang="en-US" altLang="en-US"/>
              <a:t> </a:t>
            </a:r>
          </a:p>
          <a:p>
            <a:pPr marL="0" indent="0"/>
            <a:endParaRPr lang="en-US" altLang="en-US"/>
          </a:p>
          <a:p>
            <a:pPr marL="0" indent="0"/>
            <a:r>
              <a:rPr lang="en-US" altLang="en-US"/>
              <a:t>For example, </a:t>
            </a:r>
          </a:p>
          <a:p>
            <a:pPr lvl="1"/>
            <a:r>
              <a:rPr lang="en-US" altLang="en-US"/>
              <a:t> </a:t>
            </a:r>
          </a:p>
        </p:txBody>
      </p:sp>
      <p:sp>
        <p:nvSpPr>
          <p:cNvPr id="172035" name="Rectangle 2">
            <a:extLst>
              <a:ext uri="{FF2B5EF4-FFF2-40B4-BE49-F238E27FC236}">
                <a16:creationId xmlns:a16="http://schemas.microsoft.com/office/drawing/2014/main" id="{DEAF83D4-CAB5-4648-BCEE-7198D036F5E9}"/>
              </a:ext>
            </a:extLst>
          </p:cNvPr>
          <p:cNvSpPr>
            <a:spLocks noGrp="1" noChangeArrowheads="1"/>
          </p:cNvSpPr>
          <p:nvPr>
            <p:ph type="title" idx="4294967295"/>
          </p:nvPr>
        </p:nvSpPr>
        <p:spPr bwMode="auto">
          <a:xfrm>
            <a:off x="762000" y="165100"/>
            <a:ext cx="8001000" cy="71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Factorials</a:t>
            </a:r>
          </a:p>
        </p:txBody>
      </p:sp>
      <p:pic>
        <p:nvPicPr>
          <p:cNvPr id="172036" name="Object 5">
            <a:extLst>
              <a:ext uri="{FF2B5EF4-FFF2-40B4-BE49-F238E27FC236}">
                <a16:creationId xmlns:a16="http://schemas.microsoft.com/office/drawing/2014/main" id="{C2D2DF9F-8B37-4948-9C03-8B53BBCAE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8100" y="2062163"/>
            <a:ext cx="2819400" cy="330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2037" name="Object 6">
            <a:extLst>
              <a:ext uri="{FF2B5EF4-FFF2-40B4-BE49-F238E27FC236}">
                <a16:creationId xmlns:a16="http://schemas.microsoft.com/office/drawing/2014/main" id="{4A5B642B-4ECD-41EB-82E9-D8AEB6C3E8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8100" y="3022600"/>
            <a:ext cx="749300" cy="330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2038" name="Object 7">
            <a:extLst>
              <a:ext uri="{FF2B5EF4-FFF2-40B4-BE49-F238E27FC236}">
                <a16:creationId xmlns:a16="http://schemas.microsoft.com/office/drawing/2014/main" id="{0688BD92-1B8B-4681-BCF4-37B442B6F9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100" y="3898900"/>
            <a:ext cx="812800" cy="330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2039" name="Object 8">
            <a:extLst>
              <a:ext uri="{FF2B5EF4-FFF2-40B4-BE49-F238E27FC236}">
                <a16:creationId xmlns:a16="http://schemas.microsoft.com/office/drawing/2014/main" id="{326153C4-9EB2-44DC-90FA-BCD2A664CC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8100" y="5294313"/>
            <a:ext cx="3022600" cy="330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2040" name="Slide Number Placeholder 1">
            <a:extLst>
              <a:ext uri="{FF2B5EF4-FFF2-40B4-BE49-F238E27FC236}">
                <a16:creationId xmlns:a16="http://schemas.microsoft.com/office/drawing/2014/main" id="{43B9398E-9B1B-423B-BE24-5C7B0305ABF9}"/>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89298495-00C2-4D32-8364-41C565D9F696}" type="slidenum">
              <a:rPr lang="en-US" altLang="en-US" smtClean="0"/>
              <a:pPr/>
              <a:t>87</a:t>
            </a:fld>
            <a:endParaRPr lang="en-US"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3">
            <a:extLst>
              <a:ext uri="{FF2B5EF4-FFF2-40B4-BE49-F238E27FC236}">
                <a16:creationId xmlns:a16="http://schemas.microsoft.com/office/drawing/2014/main" id="{7B3AEDFB-51F6-4425-A7E8-071023A71408}"/>
              </a:ext>
            </a:extLst>
          </p:cNvPr>
          <p:cNvSpPr>
            <a:spLocks noGrp="1" noChangeArrowheads="1"/>
          </p:cNvSpPr>
          <p:nvPr>
            <p:ph type="body" sz="quarter" idx="4294967295"/>
          </p:nvPr>
        </p:nvSpPr>
        <p:spPr bwMode="auto">
          <a:xfrm>
            <a:off x="950913" y="1600200"/>
            <a:ext cx="7924800" cy="480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lnSpc>
                <a:spcPct val="80000"/>
              </a:lnSpc>
            </a:pPr>
            <a:r>
              <a:rPr lang="en-US" altLang="en-US" dirty="0"/>
              <a:t>A group of women employees has claimed that female employees are less likely than male employees of similar qualifications to be promoted.</a:t>
            </a:r>
          </a:p>
          <a:p>
            <a:pPr lvl="1">
              <a:lnSpc>
                <a:spcPct val="80000"/>
              </a:lnSpc>
            </a:pPr>
            <a:r>
              <a:rPr lang="en-US" altLang="en-US" dirty="0"/>
              <a:t>Of 1000 employees, 50% are female.</a:t>
            </a:r>
          </a:p>
          <a:p>
            <a:pPr lvl="1">
              <a:lnSpc>
                <a:spcPct val="80000"/>
              </a:lnSpc>
            </a:pPr>
            <a:r>
              <a:rPr lang="en-US" altLang="en-US" dirty="0"/>
              <a:t>None of the 10 employees chosen for management training were female.</a:t>
            </a:r>
          </a:p>
          <a:p>
            <a:pPr lvl="1">
              <a:lnSpc>
                <a:spcPct val="80000"/>
              </a:lnSpc>
            </a:pPr>
            <a:r>
              <a:rPr lang="en-US" altLang="en-US" dirty="0"/>
              <a:t>The probability that no females are chosen is:</a:t>
            </a:r>
          </a:p>
          <a:p>
            <a:pPr marL="0" indent="0">
              <a:lnSpc>
                <a:spcPct val="80000"/>
              </a:lnSpc>
            </a:pPr>
            <a:endParaRPr lang="en-US" altLang="en-US" dirty="0"/>
          </a:p>
          <a:p>
            <a:pPr marL="0" indent="0">
              <a:lnSpc>
                <a:spcPct val="80000"/>
              </a:lnSpc>
            </a:pPr>
            <a:endParaRPr lang="en-US" altLang="en-US" dirty="0"/>
          </a:p>
          <a:p>
            <a:pPr marL="0" indent="0">
              <a:lnSpc>
                <a:spcPct val="80000"/>
              </a:lnSpc>
            </a:pPr>
            <a:endParaRPr lang="en-US" altLang="en-US" dirty="0"/>
          </a:p>
          <a:p>
            <a:pPr marL="0" indent="0">
              <a:lnSpc>
                <a:spcPct val="80000"/>
              </a:lnSpc>
            </a:pPr>
            <a:r>
              <a:rPr lang="en-US" altLang="en-US" dirty="0"/>
              <a:t>It is very unlikely (one chance in a thousand) that </a:t>
            </a:r>
            <a:r>
              <a:rPr lang="en-US" altLang="en-US" i="1" dirty="0"/>
              <a:t>none</a:t>
            </a:r>
            <a:r>
              <a:rPr lang="en-US" altLang="en-US" dirty="0"/>
              <a:t> of the 10 selected for management training would be female if the employees were chosen randomly.</a:t>
            </a:r>
          </a:p>
        </p:txBody>
      </p:sp>
      <p:sp>
        <p:nvSpPr>
          <p:cNvPr id="173059" name="Rectangle 2">
            <a:extLst>
              <a:ext uri="{FF2B5EF4-FFF2-40B4-BE49-F238E27FC236}">
                <a16:creationId xmlns:a16="http://schemas.microsoft.com/office/drawing/2014/main" id="{5E59E923-A160-4B90-8EF0-340AFD552E87}"/>
              </a:ext>
            </a:extLst>
          </p:cNvPr>
          <p:cNvSpPr>
            <a:spLocks noGrp="1" noChangeArrowheads="1"/>
          </p:cNvSpPr>
          <p:nvPr>
            <p:ph type="title" idx="4294967295"/>
          </p:nvPr>
        </p:nvSpPr>
        <p:spPr bwMode="auto">
          <a:xfrm>
            <a:off x="762000" y="76200"/>
            <a:ext cx="79248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Testing for Gender Bias in Promotions</a:t>
            </a:r>
          </a:p>
        </p:txBody>
      </p:sp>
      <p:pic>
        <p:nvPicPr>
          <p:cNvPr id="173060" name="Object 1">
            <a:extLst>
              <a:ext uri="{FF2B5EF4-FFF2-40B4-BE49-F238E27FC236}">
                <a16:creationId xmlns:a16="http://schemas.microsoft.com/office/drawing/2014/main" id="{FDF3F5B4-5D51-43BE-AC33-3BC309A8BF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943350"/>
            <a:ext cx="462280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061" name="Slide Number Placeholder 1">
            <a:extLst>
              <a:ext uri="{FF2B5EF4-FFF2-40B4-BE49-F238E27FC236}">
                <a16:creationId xmlns:a16="http://schemas.microsoft.com/office/drawing/2014/main" id="{7BB35166-446D-43CB-BAE2-83B351C7D6A8}"/>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4C1EBE0-CC45-45FB-910A-C53407B61C81}" type="slidenum">
              <a:rPr lang="en-US" altLang="en-US" smtClean="0"/>
              <a:pPr/>
              <a:t>88</a:t>
            </a:fld>
            <a:endParaRPr lang="en-US"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3">
            <a:extLst>
              <a:ext uri="{FF2B5EF4-FFF2-40B4-BE49-F238E27FC236}">
                <a16:creationId xmlns:a16="http://schemas.microsoft.com/office/drawing/2014/main" id="{97C10811-49FD-418C-AB11-F7FBE1AFE61B}"/>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Before using the binomial distribution, check that its three conditions apply:</a:t>
            </a:r>
          </a:p>
          <a:p>
            <a:pPr marL="0" indent="0"/>
            <a:endParaRPr lang="en-US" altLang="en-US"/>
          </a:p>
          <a:p>
            <a:pPr lvl="1"/>
            <a:r>
              <a:rPr lang="en-US" altLang="en-US"/>
              <a:t>Binary data (success or failure)</a:t>
            </a:r>
          </a:p>
          <a:p>
            <a:pPr lvl="1"/>
            <a:endParaRPr lang="en-US" altLang="en-US"/>
          </a:p>
          <a:p>
            <a:pPr lvl="1"/>
            <a:r>
              <a:rPr lang="en-US" altLang="en-US"/>
              <a:t>The same probability of success for each trial (denoted by </a:t>
            </a:r>
            <a:r>
              <a:rPr lang="en-US" altLang="en-US" i="1"/>
              <a:t>p</a:t>
            </a:r>
            <a:r>
              <a:rPr lang="en-US" altLang="en-US"/>
              <a:t>)</a:t>
            </a:r>
          </a:p>
          <a:p>
            <a:pPr lvl="1"/>
            <a:endParaRPr lang="en-US" altLang="en-US"/>
          </a:p>
          <a:p>
            <a:pPr lvl="1"/>
            <a:r>
              <a:rPr lang="en-US" altLang="en-US"/>
              <a:t>Independent trials</a:t>
            </a:r>
          </a:p>
        </p:txBody>
      </p:sp>
      <p:sp>
        <p:nvSpPr>
          <p:cNvPr id="175107" name="Rectangle 2">
            <a:extLst>
              <a:ext uri="{FF2B5EF4-FFF2-40B4-BE49-F238E27FC236}">
                <a16:creationId xmlns:a16="http://schemas.microsoft.com/office/drawing/2014/main" id="{786007C9-9AD2-4684-8D6C-34F0C24D6379}"/>
              </a:ext>
            </a:extLst>
          </p:cNvPr>
          <p:cNvSpPr>
            <a:spLocks noGrp="1" noChangeArrowheads="1"/>
          </p:cNvSpPr>
          <p:nvPr>
            <p:ph type="title" idx="4294967295"/>
          </p:nvPr>
        </p:nvSpPr>
        <p:spPr bwMode="auto">
          <a:xfrm>
            <a:off x="762000" y="76200"/>
            <a:ext cx="79248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Check to See If Binomial Conditions Apply</a:t>
            </a:r>
          </a:p>
        </p:txBody>
      </p:sp>
      <p:sp>
        <p:nvSpPr>
          <p:cNvPr id="175108" name="Slide Number Placeholder 1">
            <a:extLst>
              <a:ext uri="{FF2B5EF4-FFF2-40B4-BE49-F238E27FC236}">
                <a16:creationId xmlns:a16="http://schemas.microsoft.com/office/drawing/2014/main" id="{471172D2-877F-487D-983F-C77F678F414B}"/>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DACAE34-7892-4397-97BF-A3C2361F325F}" type="slidenum">
              <a:rPr lang="en-US" altLang="en-US" smtClean="0"/>
              <a:pPr/>
              <a:t>89</a:t>
            </a:fld>
            <a:endParaRPr lang="en-US"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3">
            <a:extLst>
              <a:ext uri="{FF2B5EF4-FFF2-40B4-BE49-F238E27FC236}">
                <a16:creationId xmlns:a16="http://schemas.microsoft.com/office/drawing/2014/main" id="{91BFE776-14B9-407B-89BB-5CEED9DA8D9D}"/>
              </a:ext>
            </a:extLst>
          </p:cNvPr>
          <p:cNvSpPr>
            <a:spLocks noGrp="1" noChangeArrowheads="1"/>
          </p:cNvSpPr>
          <p:nvPr>
            <p:ph type="body" sz="quarter" idx="4294967295"/>
          </p:nvPr>
        </p:nvSpPr>
        <p:spPr bwMode="auto">
          <a:xfrm>
            <a:off x="457200" y="1600200"/>
            <a:ext cx="8229600" cy="452596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Do the Binomial Conditions Apply</a:t>
            </a:r>
            <a:r>
              <a:rPr lang="en-US" altLang="en-US">
                <a:solidFill>
                  <a:schemeClr val="tx1"/>
                </a:solidFill>
              </a:rPr>
              <a:t>?</a:t>
            </a:r>
          </a:p>
          <a:p>
            <a:pPr marL="0" indent="0"/>
            <a:endParaRPr lang="en-US" altLang="en-US">
              <a:solidFill>
                <a:schemeClr val="tx1"/>
              </a:solidFill>
            </a:endParaRPr>
          </a:p>
          <a:p>
            <a:pPr marL="0" indent="0">
              <a:buFont typeface="Wingdings" panose="05000000000000000000" pitchFamily="2" charset="2"/>
              <a:buChar char="§"/>
            </a:pPr>
            <a:r>
              <a:rPr lang="en-US" altLang="en-US"/>
              <a:t>   The data are binary (male, female).</a:t>
            </a:r>
          </a:p>
          <a:p>
            <a:pPr marL="0" indent="0">
              <a:buFont typeface="Wingdings" panose="05000000000000000000" pitchFamily="2" charset="2"/>
              <a:buChar char="§"/>
            </a:pPr>
            <a:r>
              <a:rPr lang="en-US" altLang="en-US"/>
              <a:t>   If employees are selected randomly, the probability of </a:t>
            </a:r>
          </a:p>
          <a:p>
            <a:pPr marL="0" indent="0"/>
            <a:r>
              <a:rPr lang="en-US" altLang="en-US"/>
              <a:t>     selecting a female on any given trial is 0.50.</a:t>
            </a:r>
          </a:p>
          <a:p>
            <a:pPr marL="0" indent="0">
              <a:buFont typeface="Wingdings" panose="05000000000000000000" pitchFamily="2" charset="2"/>
              <a:buChar char="§"/>
            </a:pPr>
            <a:r>
              <a:rPr lang="en-US" altLang="en-US"/>
              <a:t>   With random sampling of 10 employees from a large </a:t>
            </a:r>
          </a:p>
          <a:p>
            <a:pPr marL="0" indent="0"/>
            <a:r>
              <a:rPr lang="en-US" altLang="en-US"/>
              <a:t>     population, the outcome for one trial doesn’t depend on </a:t>
            </a:r>
          </a:p>
          <a:p>
            <a:pPr marL="0" indent="0"/>
            <a:r>
              <a:rPr lang="en-US" altLang="en-US"/>
              <a:t>     the outcome of another trial.</a:t>
            </a:r>
          </a:p>
        </p:txBody>
      </p:sp>
      <p:sp>
        <p:nvSpPr>
          <p:cNvPr id="177155" name="Rectangle 2">
            <a:extLst>
              <a:ext uri="{FF2B5EF4-FFF2-40B4-BE49-F238E27FC236}">
                <a16:creationId xmlns:a16="http://schemas.microsoft.com/office/drawing/2014/main" id="{5497AAED-DDB2-40C5-9C6C-155922B444A2}"/>
              </a:ext>
            </a:extLst>
          </p:cNvPr>
          <p:cNvSpPr>
            <a:spLocks noGrp="1" noChangeArrowheads="1"/>
          </p:cNvSpPr>
          <p:nvPr>
            <p:ph type="title" idx="4294967295"/>
          </p:nvPr>
        </p:nvSpPr>
        <p:spPr bwMode="auto">
          <a:xfrm>
            <a:off x="762000" y="76200"/>
            <a:ext cx="7924800" cy="1143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Testing for Gender Bias in Promotions</a:t>
            </a:r>
          </a:p>
        </p:txBody>
      </p:sp>
      <p:sp>
        <p:nvSpPr>
          <p:cNvPr id="177156" name="Slide Number Placeholder 1">
            <a:extLst>
              <a:ext uri="{FF2B5EF4-FFF2-40B4-BE49-F238E27FC236}">
                <a16:creationId xmlns:a16="http://schemas.microsoft.com/office/drawing/2014/main" id="{DDAA1381-988F-4AF4-87CB-EE6842B3872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AD48BB5E-F51D-4DC7-805B-861E1560FACC}" type="slidenum">
              <a:rPr lang="en-US" altLang="en-US" smtClean="0"/>
              <a:pPr/>
              <a:t>90</a:t>
            </a:fld>
            <a:endParaRPr lang="en-US"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3">
            <a:extLst>
              <a:ext uri="{FF2B5EF4-FFF2-40B4-BE49-F238E27FC236}">
                <a16:creationId xmlns:a16="http://schemas.microsoft.com/office/drawing/2014/main" id="{945A5BE2-9FFB-446D-BA92-EA2094865989}"/>
              </a:ext>
            </a:extLst>
          </p:cNvPr>
          <p:cNvSpPr>
            <a:spLocks noGrp="1" noRot="1" noChangeAspect="1" noMove="1" noResize="1" noEditPoints="1" noAdjustHandles="1" noChangeArrowheads="1" noChangeShapeType="1" noTextEdit="1"/>
          </p:cNvSpPr>
          <p:nvPr>
            <p:ph type="body" sz="quarter" idx="4294967295"/>
          </p:nvPr>
        </p:nvSpPr>
        <p:spPr bwMode="auto">
          <a:xfrm>
            <a:off x="457200" y="1600200"/>
            <a:ext cx="8229600" cy="2309813"/>
          </a:xfrm>
          <a:prstGeom prst="rect">
            <a:avLst/>
          </a:prstGeom>
          <a:blipFill>
            <a:blip r:embed="rId3" cstate="print"/>
            <a:stretch>
              <a:fillRect l="-2222" t="-1852"/>
            </a:stretch>
          </a:blipFill>
        </p:spPr>
        <p:txBody>
          <a:bodyPr/>
          <a:lstStyle/>
          <a:p>
            <a:pPr>
              <a:defRPr/>
            </a:pPr>
            <a:r>
              <a:rPr lang="en-US">
                <a:noFill/>
              </a:rPr>
              <a:t> </a:t>
            </a:r>
          </a:p>
        </p:txBody>
      </p:sp>
      <p:sp>
        <p:nvSpPr>
          <p:cNvPr id="179203" name="Rectangle 2">
            <a:extLst>
              <a:ext uri="{FF2B5EF4-FFF2-40B4-BE49-F238E27FC236}">
                <a16:creationId xmlns:a16="http://schemas.microsoft.com/office/drawing/2014/main" id="{CD927A5E-3B8B-44AA-8895-397948A21D0B}"/>
              </a:ext>
            </a:extLst>
          </p:cNvPr>
          <p:cNvSpPr>
            <a:spLocks noGrp="1" noChangeArrowheads="1"/>
          </p:cNvSpPr>
          <p:nvPr>
            <p:ph type="title" idx="4294967295"/>
          </p:nvPr>
        </p:nvSpPr>
        <p:spPr bwMode="auto">
          <a:xfrm>
            <a:off x="762000" y="76200"/>
            <a:ext cx="7924800" cy="11430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Mean and Standard Deviation of the Binomial Distribution</a:t>
            </a:r>
          </a:p>
        </p:txBody>
      </p:sp>
      <p:pic>
        <p:nvPicPr>
          <p:cNvPr id="179204" name="Object 4">
            <a:extLst>
              <a:ext uri="{FF2B5EF4-FFF2-40B4-BE49-F238E27FC236}">
                <a16:creationId xmlns:a16="http://schemas.microsoft.com/office/drawing/2014/main" id="{1CF7CA88-C00C-413E-B941-399CD6EAE5EE}"/>
              </a:ext>
            </a:extLst>
          </p:cNvPr>
          <p:cNvPicPr>
            <a:picLocks noGrp="1" noChangeAspect="1" noChangeArrowheads="1"/>
          </p:cNvPicPr>
          <p:nvPr>
            <p:ph sz="half" idx="4294967295"/>
          </p:nvPr>
        </p:nvPicPr>
        <p:blipFill>
          <a:blip r:embed="rId4">
            <a:extLst>
              <a:ext uri="{28A0092B-C50C-407E-A947-70E740481C1C}">
                <a14:useLocalDpi xmlns:a14="http://schemas.microsoft.com/office/drawing/2010/main" val="0"/>
              </a:ext>
            </a:extLst>
          </a:blip>
          <a:srcRect/>
          <a:stretch>
            <a:fillRect/>
          </a:stretch>
        </p:blipFill>
        <p:spPr bwMode="auto">
          <a:xfrm>
            <a:off x="1960563" y="4200525"/>
            <a:ext cx="4906962" cy="6397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205" name="Slide Number Placeholder 1">
            <a:extLst>
              <a:ext uri="{FF2B5EF4-FFF2-40B4-BE49-F238E27FC236}">
                <a16:creationId xmlns:a16="http://schemas.microsoft.com/office/drawing/2014/main" id="{181932D9-4132-4DA1-85E3-49623AB816F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4CE2EDB-4C63-4F21-8C03-B949123A6B4B}" type="slidenum">
              <a:rPr lang="en-US" altLang="en-US" smtClean="0"/>
              <a:pPr/>
              <a:t>91</a:t>
            </a:fld>
            <a:endParaRPr lang="en-US"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3">
            <a:extLst>
              <a:ext uri="{FF2B5EF4-FFF2-40B4-BE49-F238E27FC236}">
                <a16:creationId xmlns:a16="http://schemas.microsoft.com/office/drawing/2014/main" id="{AD6EE431-C167-43C0-A36B-A00D5EAB8657}"/>
              </a:ext>
            </a:extLst>
          </p:cNvPr>
          <p:cNvSpPr>
            <a:spLocks noGrp="1" noChangeArrowheads="1"/>
          </p:cNvSpPr>
          <p:nvPr>
            <p:ph type="body" sz="quarter" idx="4294967295"/>
          </p:nvPr>
        </p:nvSpPr>
        <p:spPr bwMode="auto">
          <a:xfrm>
            <a:off x="762000" y="1600200"/>
            <a:ext cx="7924800" cy="47244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dirty="0"/>
              <a:t>In 2006, the New York City Police Department (NYPD) confronted approximately 500,000 pedestrians for suspected criminal violations.</a:t>
            </a:r>
          </a:p>
          <a:p>
            <a:pPr lvl="1"/>
            <a:r>
              <a:rPr lang="en-US" altLang="en-US" dirty="0"/>
              <a:t>88.9% were non-white.</a:t>
            </a:r>
          </a:p>
          <a:p>
            <a:pPr lvl="1"/>
            <a:r>
              <a:rPr lang="en-US" altLang="en-US" dirty="0"/>
              <a:t>Meanwhile, according to the 2006 American Community Survey conducted by the U.S. Census Bureau, of the more than 8 million individuals living in New York City, 44.6% were white. </a:t>
            </a:r>
          </a:p>
          <a:p>
            <a:pPr lvl="1"/>
            <a:r>
              <a:rPr lang="en-US" altLang="en-US" dirty="0"/>
              <a:t>55.4% non-white</a:t>
            </a:r>
          </a:p>
          <a:p>
            <a:pPr marL="0" indent="0"/>
            <a:r>
              <a:rPr lang="en-US" altLang="en-US" dirty="0"/>
              <a:t>Are the data presented above evidence of racial profiling in police officers’ decisions to confront particular individuals?</a:t>
            </a:r>
          </a:p>
        </p:txBody>
      </p:sp>
      <p:sp>
        <p:nvSpPr>
          <p:cNvPr id="181251" name="Rectangle 2">
            <a:extLst>
              <a:ext uri="{FF2B5EF4-FFF2-40B4-BE49-F238E27FC236}">
                <a16:creationId xmlns:a16="http://schemas.microsoft.com/office/drawing/2014/main" id="{9C72E8E1-5C16-478B-A003-BA321C48FE56}"/>
              </a:ext>
            </a:extLst>
          </p:cNvPr>
          <p:cNvSpPr>
            <a:spLocks noGrp="1" noChangeArrowheads="1"/>
          </p:cNvSpPr>
          <p:nvPr>
            <p:ph type="title" idx="4294967295"/>
          </p:nvPr>
        </p:nvSpPr>
        <p:spPr bwMode="auto">
          <a:xfrm>
            <a:off x="762000" y="165100"/>
            <a:ext cx="8001000" cy="7159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r>
              <a:rPr lang="en-US" altLang="en-US" b="1">
                <a:latin typeface="Arial" panose="020B0604020202020204" pitchFamily="34" charset="0"/>
              </a:rPr>
              <a:t>Example: Checking for Racial Profiling</a:t>
            </a:r>
          </a:p>
        </p:txBody>
      </p:sp>
      <p:sp>
        <p:nvSpPr>
          <p:cNvPr id="181252" name="Slide Number Placeholder 1">
            <a:extLst>
              <a:ext uri="{FF2B5EF4-FFF2-40B4-BE49-F238E27FC236}">
                <a16:creationId xmlns:a16="http://schemas.microsoft.com/office/drawing/2014/main" id="{EDDED8D7-A924-4CAC-A73D-996662F85416}"/>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713B406-BAE3-4D9A-BFD6-680A4EB3B1E1}" type="slidenum">
              <a:rPr lang="en-US" altLang="en-US" smtClean="0"/>
              <a:pPr/>
              <a:t>92</a:t>
            </a:fld>
            <a:endParaRPr lang="en-US"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3">
            <a:extLst>
              <a:ext uri="{FF2B5EF4-FFF2-40B4-BE49-F238E27FC236}">
                <a16:creationId xmlns:a16="http://schemas.microsoft.com/office/drawing/2014/main" id="{85680AA8-BC46-4213-BE51-5ABEA2B7A6E3}"/>
              </a:ext>
            </a:extLst>
          </p:cNvPr>
          <p:cNvSpPr>
            <a:spLocks noGrp="1" noChangeArrowheads="1"/>
          </p:cNvSpPr>
          <p:nvPr>
            <p:ph type="body" sz="quarter" idx="4294967295"/>
          </p:nvPr>
        </p:nvSpPr>
        <p:spPr bwMode="auto">
          <a:xfrm>
            <a:off x="457200" y="1600200"/>
            <a:ext cx="8229600" cy="2386013"/>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a:t>Assume:</a:t>
            </a:r>
          </a:p>
          <a:p>
            <a:pPr lvl="1"/>
            <a:r>
              <a:rPr lang="en-US" altLang="en-US"/>
              <a:t>500,000 confrontations as </a:t>
            </a:r>
            <a:r>
              <a:rPr lang="en-US" altLang="en-US" i="1"/>
              <a:t>n</a:t>
            </a:r>
            <a:r>
              <a:rPr lang="en-US" altLang="en-US"/>
              <a:t> = 500,000 trial</a:t>
            </a:r>
            <a:r>
              <a:rPr lang="en-US" altLang="en-US">
                <a:solidFill>
                  <a:schemeClr val="tx1"/>
                </a:solidFill>
              </a:rPr>
              <a:t>s.</a:t>
            </a:r>
          </a:p>
          <a:p>
            <a:pPr lvl="1"/>
            <a:r>
              <a:rPr lang="en-US" altLang="en-US" i="1"/>
              <a:t>p</a:t>
            </a:r>
            <a:r>
              <a:rPr lang="en-US" altLang="en-US"/>
              <a:t>(driver is non-white) is </a:t>
            </a:r>
            <a:r>
              <a:rPr lang="en-US" altLang="en-US" i="1">
                <a:solidFill>
                  <a:schemeClr val="tx2"/>
                </a:solidFill>
              </a:rPr>
              <a:t>p</a:t>
            </a:r>
            <a:r>
              <a:rPr lang="en-US" altLang="en-US">
                <a:solidFill>
                  <a:schemeClr val="tx2"/>
                </a:solidFill>
              </a:rPr>
              <a:t> = 0.55</a:t>
            </a:r>
            <a:r>
              <a:rPr lang="en-US" altLang="en-US">
                <a:solidFill>
                  <a:schemeClr val="tx1"/>
                </a:solidFill>
              </a:rPr>
              <a:t>4.</a:t>
            </a:r>
          </a:p>
          <a:p>
            <a:pPr marL="0" indent="0"/>
            <a:r>
              <a:rPr lang="en-US" altLang="en-US"/>
              <a:t>Calculate the mean and standard deviation of this binomial distribution:</a:t>
            </a:r>
          </a:p>
          <a:p>
            <a:pPr lvl="1"/>
            <a:endParaRPr lang="en-US" altLang="en-US">
              <a:solidFill>
                <a:schemeClr val="tx2"/>
              </a:solidFill>
            </a:endParaRPr>
          </a:p>
        </p:txBody>
      </p:sp>
      <p:sp>
        <p:nvSpPr>
          <p:cNvPr id="183299" name="Rectangle 4">
            <a:extLst>
              <a:ext uri="{FF2B5EF4-FFF2-40B4-BE49-F238E27FC236}">
                <a16:creationId xmlns:a16="http://schemas.microsoft.com/office/drawing/2014/main" id="{4B2BB9FA-D0FE-41C0-84B6-2E7B255BA90B}"/>
              </a:ext>
            </a:extLst>
          </p:cNvPr>
          <p:cNvSpPr>
            <a:spLocks noChangeArrowheads="1"/>
          </p:cNvSpPr>
          <p:nvPr/>
        </p:nvSpPr>
        <p:spPr bwMode="auto">
          <a:xfrm>
            <a:off x="1143000" y="3962400"/>
            <a:ext cx="7239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bg1"/>
                </a:solidFill>
                <a:latin typeface="Times New Roman" panose="02020603050405020304" pitchFamily="18" charset="0"/>
                <a:ea typeface="Microsoft YaHei" panose="020B0503020204020204" pitchFamily="34" charset="-122"/>
              </a:defRPr>
            </a:lvl1pPr>
            <a:lvl2pPr>
              <a:defRPr sz="2400">
                <a:solidFill>
                  <a:schemeClr val="bg1"/>
                </a:solidFill>
                <a:latin typeface="Times New Roman" panose="02020603050405020304" pitchFamily="18" charset="0"/>
                <a:ea typeface="Microsoft YaHei" panose="020B0503020204020204" pitchFamily="34" charset="-122"/>
              </a:defRPr>
            </a:lvl2pPr>
            <a:lvl3pPr>
              <a:defRPr sz="2400">
                <a:solidFill>
                  <a:schemeClr val="bg1"/>
                </a:solidFill>
                <a:latin typeface="Times New Roman" panose="02020603050405020304" pitchFamily="18" charset="0"/>
                <a:ea typeface="Microsoft YaHei" panose="020B0503020204020204" pitchFamily="34" charset="-122"/>
              </a:defRPr>
            </a:lvl3pPr>
            <a:lvl4pPr>
              <a:defRPr sz="2400">
                <a:solidFill>
                  <a:schemeClr val="bg1"/>
                </a:solidFill>
                <a:latin typeface="Times New Roman" panose="02020603050405020304" pitchFamily="18" charset="0"/>
                <a:ea typeface="Microsoft YaHei" panose="020B0503020204020204" pitchFamily="34" charset="-122"/>
              </a:defRPr>
            </a:lvl4pPr>
            <a:lvl5pPr>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ea typeface="Microsoft YaHei" panose="020B0503020204020204" pitchFamily="34" charset="-122"/>
              </a:defRPr>
            </a:lvl9pPr>
          </a:lstStyle>
          <a:p>
            <a:pPr eaLnBrk="1" hangingPunct="1">
              <a:spcBef>
                <a:spcPct val="20000"/>
              </a:spcBef>
              <a:buClr>
                <a:srgbClr val="000000"/>
              </a:buClr>
              <a:buSzPct val="100000"/>
              <a:buFont typeface="Times New Roman" panose="02020603050405020304" pitchFamily="18" charset="0"/>
              <a:buChar char="•"/>
            </a:pPr>
            <a:endParaRPr lang="en-US" altLang="en-US" sz="3200">
              <a:solidFill>
                <a:srgbClr val="000000"/>
              </a:solidFill>
            </a:endParaRPr>
          </a:p>
        </p:txBody>
      </p:sp>
      <p:pic>
        <p:nvPicPr>
          <p:cNvPr id="183300" name="Object 5">
            <a:extLst>
              <a:ext uri="{FF2B5EF4-FFF2-40B4-BE49-F238E27FC236}">
                <a16:creationId xmlns:a16="http://schemas.microsoft.com/office/drawing/2014/main" id="{E9652770-1FB7-40A8-B004-13F8BEB0F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1463" y="4127500"/>
            <a:ext cx="5065712" cy="149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01" name="Rectangle 2">
            <a:extLst>
              <a:ext uri="{FF2B5EF4-FFF2-40B4-BE49-F238E27FC236}">
                <a16:creationId xmlns:a16="http://schemas.microsoft.com/office/drawing/2014/main" id="{F0BC999A-8E6E-46D9-BE0E-D44509797E66}"/>
              </a:ext>
            </a:extLst>
          </p:cNvPr>
          <p:cNvSpPr>
            <a:spLocks noChangeArrowheads="1"/>
          </p:cNvSpPr>
          <p:nvPr/>
        </p:nvSpPr>
        <p:spPr bwMode="auto">
          <a:xfrm>
            <a:off x="762000" y="165100"/>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Checking for Racial Profiling</a:t>
            </a:r>
          </a:p>
        </p:txBody>
      </p:sp>
      <p:sp>
        <p:nvSpPr>
          <p:cNvPr id="183302" name="Slide Number Placeholder 1">
            <a:extLst>
              <a:ext uri="{FF2B5EF4-FFF2-40B4-BE49-F238E27FC236}">
                <a16:creationId xmlns:a16="http://schemas.microsoft.com/office/drawing/2014/main" id="{2BB8D4AE-C173-484E-A60F-9CB879793274}"/>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3EA8BDA-F171-48D4-A8E3-941EB1A230DF}" type="slidenum">
              <a:rPr lang="en-US" altLang="en-US" smtClean="0"/>
              <a:pPr/>
              <a:t>93</a:t>
            </a:fld>
            <a:endParaRPr lang="en-US"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3">
            <a:extLst>
              <a:ext uri="{FF2B5EF4-FFF2-40B4-BE49-F238E27FC236}">
                <a16:creationId xmlns:a16="http://schemas.microsoft.com/office/drawing/2014/main" id="{503DB63B-5E06-4BD2-9616-D90E1FCE220A}"/>
              </a:ext>
            </a:extLst>
          </p:cNvPr>
          <p:cNvSpPr>
            <a:spLocks noGrp="1" noChangeArrowheads="1"/>
          </p:cNvSpPr>
          <p:nvPr>
            <p:ph type="body" sz="quarter" idx="4294967295"/>
          </p:nvPr>
        </p:nvSpPr>
        <p:spPr bwMode="auto">
          <a:xfrm>
            <a:off x="762000" y="1600200"/>
            <a:ext cx="8153400" cy="480060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0" rIns="0"/>
          <a:lstStyle/>
          <a:p>
            <a:pPr marL="0" indent="0"/>
            <a:r>
              <a:rPr lang="en-US" altLang="en-US" sz="2000"/>
              <a:t>Recall: Empirical Rule</a:t>
            </a:r>
          </a:p>
          <a:p>
            <a:pPr lvl="1"/>
            <a:r>
              <a:rPr lang="en-US" altLang="en-US" sz="2000"/>
              <a:t>When a distribution is bell-shaped, close to 100% of the observations fall within 3 standard deviations of the mean:</a:t>
            </a:r>
          </a:p>
          <a:p>
            <a:pPr lvl="1">
              <a:buFont typeface="Wingdings" panose="05000000000000000000" pitchFamily="2" charset="2"/>
              <a:buNone/>
            </a:pPr>
            <a:endParaRPr lang="en-US" altLang="en-US" sz="2000"/>
          </a:p>
          <a:p>
            <a:pPr lvl="1"/>
            <a:endParaRPr lang="en-US" altLang="en-US" sz="2000"/>
          </a:p>
          <a:p>
            <a:pPr lvl="1"/>
            <a:endParaRPr lang="en-US" altLang="en-US" sz="2000"/>
          </a:p>
          <a:p>
            <a:pPr marL="0" indent="0"/>
            <a:r>
              <a:rPr lang="en-US" altLang="en-US" sz="2000"/>
              <a:t>If no racial profiling is taking place, we would not be surprised if between about </a:t>
            </a:r>
            <a:r>
              <a:rPr lang="en-US" altLang="en-US" sz="2000" b="1"/>
              <a:t>275,947</a:t>
            </a:r>
            <a:r>
              <a:rPr lang="en-US" altLang="en-US" sz="2000"/>
              <a:t> and </a:t>
            </a:r>
            <a:r>
              <a:rPr lang="en-US" altLang="en-US" sz="2000" b="1"/>
              <a:t>278,053</a:t>
            </a:r>
            <a:r>
              <a:rPr lang="en-US" altLang="en-US" sz="2000"/>
              <a:t> of the 500,000 people stopped were non-white. However, 88.9% of all stops, or 500,000(0.889) = </a:t>
            </a:r>
            <a:r>
              <a:rPr lang="en-US" altLang="en-US" sz="2000" b="1"/>
              <a:t>444,500</a:t>
            </a:r>
            <a:r>
              <a:rPr lang="en-US" altLang="en-US" sz="2000"/>
              <a:t>, involved non-whites. This suggests that the number of non-whites stopped is much higher than we would expect if the probability of confronting a pedestrian were the same for each resident, regardless of their race.</a:t>
            </a:r>
          </a:p>
        </p:txBody>
      </p:sp>
      <p:pic>
        <p:nvPicPr>
          <p:cNvPr id="185347" name="Object 4">
            <a:extLst>
              <a:ext uri="{FF2B5EF4-FFF2-40B4-BE49-F238E27FC236}">
                <a16:creationId xmlns:a16="http://schemas.microsoft.com/office/drawing/2014/main" id="{B46A018F-34FC-4E49-9FC3-9E26414DE1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1025" y="2806700"/>
            <a:ext cx="5113338"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348" name="Rectangle 2">
            <a:extLst>
              <a:ext uri="{FF2B5EF4-FFF2-40B4-BE49-F238E27FC236}">
                <a16:creationId xmlns:a16="http://schemas.microsoft.com/office/drawing/2014/main" id="{0E2B2479-6324-4488-BBDF-04C42E6C194D}"/>
              </a:ext>
            </a:extLst>
          </p:cNvPr>
          <p:cNvSpPr>
            <a:spLocks noChangeArrowheads="1"/>
          </p:cNvSpPr>
          <p:nvPr/>
        </p:nvSpPr>
        <p:spPr bwMode="auto">
          <a:xfrm>
            <a:off x="762000" y="165100"/>
            <a:ext cx="8001000"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b"/>
          <a:lstStyle/>
          <a:p>
            <a:pPr>
              <a:buClr>
                <a:srgbClr val="000000"/>
              </a:buClr>
              <a:buSzPct val="100000"/>
              <a:buFont typeface="Times New Roman" panose="02020603050405020304" pitchFamily="18" charset="0"/>
              <a:buNone/>
            </a:pPr>
            <a:r>
              <a:rPr lang="en-US" altLang="en-US" sz="3200" b="1">
                <a:solidFill>
                  <a:schemeClr val="tx1"/>
                </a:solidFill>
                <a:latin typeface="Arial" panose="020B0604020202020204" pitchFamily="34" charset="0"/>
              </a:rPr>
              <a:t>Example: Checking for Racial Profiling</a:t>
            </a:r>
          </a:p>
        </p:txBody>
      </p:sp>
      <p:sp>
        <p:nvSpPr>
          <p:cNvPr id="185349" name="Slide Number Placeholder 1">
            <a:extLst>
              <a:ext uri="{FF2B5EF4-FFF2-40B4-BE49-F238E27FC236}">
                <a16:creationId xmlns:a16="http://schemas.microsoft.com/office/drawing/2014/main" id="{A266D15A-0641-4ECC-AAF1-F969B098CCE3}"/>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1987A64-3534-4B6E-BD1F-151BC4E77059}" type="slidenum">
              <a:rPr lang="en-US" altLang="en-US" smtClean="0"/>
              <a:pPr/>
              <a:t>94</a:t>
            </a:fld>
            <a:endParaRPr lang="en-US"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ext Placeholder 4">
            <a:extLst>
              <a:ext uri="{FF2B5EF4-FFF2-40B4-BE49-F238E27FC236}">
                <a16:creationId xmlns:a16="http://schemas.microsoft.com/office/drawing/2014/main" id="{00B05F80-5E37-4726-8AD6-BA89070F041F}"/>
              </a:ext>
            </a:extLst>
          </p:cNvPr>
          <p:cNvSpPr>
            <a:spLocks noGrp="1"/>
          </p:cNvSpPr>
          <p:nvPr>
            <p:ph type="body" sz="quarter" idx="10"/>
          </p:nvPr>
        </p:nvSpPr>
        <p:spPr bwMode="auto">
          <a:xfrm>
            <a:off x="762000" y="1600200"/>
            <a:ext cx="7924800" cy="44799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tIns="45720" bIns="45720" numCol="1" anchor="t" anchorCtr="0" compatLnSpc="1">
            <a:prstTxWarp prst="textNoShape">
              <a:avLst/>
            </a:prstTxWarp>
          </a:bodyPr>
          <a:lstStyle/>
          <a:p>
            <a:pPr marL="0" indent="0" algn="ctr"/>
            <a:endParaRPr lang="en-US" altLang="en-US" sz="4400" b="1">
              <a:solidFill>
                <a:schemeClr val="tx1"/>
              </a:solidFill>
            </a:endParaRPr>
          </a:p>
          <a:p>
            <a:pPr marL="0" indent="0" algn="ctr"/>
            <a:endParaRPr lang="en-US" altLang="en-US" sz="4400" b="1">
              <a:solidFill>
                <a:schemeClr val="tx1"/>
              </a:solidFill>
            </a:endParaRPr>
          </a:p>
          <a:p>
            <a:pPr marL="0" indent="0" algn="ctr"/>
            <a:r>
              <a:rPr lang="en-US" altLang="en-US" sz="4400" b="1">
                <a:solidFill>
                  <a:schemeClr val="tx1"/>
                </a:solidFill>
              </a:rPr>
              <a:t>Sampling Distributions</a:t>
            </a:r>
          </a:p>
          <a:p>
            <a:pPr marL="0" indent="0" algn="ctr"/>
            <a:endParaRPr lang="en-US" altLang="en-US" sz="4400"/>
          </a:p>
        </p:txBody>
      </p:sp>
      <p:sp>
        <p:nvSpPr>
          <p:cNvPr id="187395" name="Title 3">
            <a:extLst>
              <a:ext uri="{FF2B5EF4-FFF2-40B4-BE49-F238E27FC236}">
                <a16:creationId xmlns:a16="http://schemas.microsoft.com/office/drawing/2014/main" id="{6608ED53-CD87-4B4C-B892-A9FFBFFC40EF}"/>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compatLnSpc="1">
            <a:prstTxWarp prst="textNoShape">
              <a:avLst/>
            </a:prstTxWarp>
          </a:bodyPr>
          <a:lstStyle/>
          <a:p>
            <a:endParaRPr lang="en-US" altLang="en-US"/>
          </a:p>
        </p:txBody>
      </p:sp>
      <p:sp>
        <p:nvSpPr>
          <p:cNvPr id="187396" name="Slide Number Placeholder 5">
            <a:extLst>
              <a:ext uri="{FF2B5EF4-FFF2-40B4-BE49-F238E27FC236}">
                <a16:creationId xmlns:a16="http://schemas.microsoft.com/office/drawing/2014/main" id="{1862A425-09C6-4249-B233-9AC55CE90D3A}"/>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06B6034-54DA-46B8-A436-00A52C9B9656}" type="slidenum">
              <a:rPr lang="en-US" altLang="en-US" smtClean="0"/>
              <a:pPr/>
              <a:t>95</a:t>
            </a:fld>
            <a:endParaRPr lang="en-US"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1">
            <a:extLst>
              <a:ext uri="{FF2B5EF4-FFF2-40B4-BE49-F238E27FC236}">
                <a16:creationId xmlns:a16="http://schemas.microsoft.com/office/drawing/2014/main" id="{93723943-D4DD-427C-8CD2-01E71D228583}"/>
              </a:ext>
            </a:extLst>
          </p:cNvPr>
          <p:cNvSpPr>
            <a:spLocks noGrp="1" noChangeArrowheads="1"/>
          </p:cNvSpPr>
          <p:nvPr>
            <p:ph type="title" idx="4294967295"/>
          </p:nvPr>
        </p:nvSpPr>
        <p:spPr bwMode="auto">
          <a:xfrm>
            <a:off x="762000" y="76200"/>
            <a:ext cx="7924800" cy="11858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chemeClr val="tx1"/>
                </a:solidFill>
                <a:latin typeface="Arial" panose="020B0604020202020204" pitchFamily="34" charset="0"/>
              </a:rPr>
              <a:t>Example: Predicting Election Results Using Exit Polls</a:t>
            </a:r>
          </a:p>
        </p:txBody>
      </p:sp>
      <p:sp>
        <p:nvSpPr>
          <p:cNvPr id="188419" name="Rectangle 2">
            <a:extLst>
              <a:ext uri="{FF2B5EF4-FFF2-40B4-BE49-F238E27FC236}">
                <a16:creationId xmlns:a16="http://schemas.microsoft.com/office/drawing/2014/main" id="{D77DC6C5-7A86-488C-BF06-20AEE2EE9A28}"/>
              </a:ext>
            </a:extLst>
          </p:cNvPr>
          <p:cNvSpPr>
            <a:spLocks noGrp="1" noChangeArrowheads="1"/>
          </p:cNvSpPr>
          <p:nvPr>
            <p:ph type="body" idx="4294967295"/>
          </p:nvPr>
        </p:nvSpPr>
        <p:spPr bwMode="auto">
          <a:xfrm>
            <a:off x="9144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p:txBody>
      </p:sp>
      <p:sp>
        <p:nvSpPr>
          <p:cNvPr id="188420" name="Text Box 3">
            <a:extLst>
              <a:ext uri="{FF2B5EF4-FFF2-40B4-BE49-F238E27FC236}">
                <a16:creationId xmlns:a16="http://schemas.microsoft.com/office/drawing/2014/main" id="{28EC20E7-3441-458C-A5AC-B59FB12DAA36}"/>
              </a:ext>
            </a:extLst>
          </p:cNvPr>
          <p:cNvSpPr txBox="1">
            <a:spLocks noChangeArrowheads="1"/>
          </p:cNvSpPr>
          <p:nvPr/>
        </p:nvSpPr>
        <p:spPr bwMode="auto">
          <a:xfrm>
            <a:off x="762000" y="1600200"/>
            <a:ext cx="7905750" cy="461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spcBef>
                <a:spcPts val="700"/>
              </a:spcBef>
              <a:buSzPct val="100000"/>
            </a:pPr>
            <a:r>
              <a:rPr lang="en-US" altLang="en-US">
                <a:solidFill>
                  <a:srgbClr val="000000"/>
                </a:solidFill>
                <a:latin typeface="Arial" panose="020B0604020202020204" pitchFamily="34" charset="0"/>
              </a:rPr>
              <a:t>How do we know if the sample proportion from the California exit poll is a good estimate, falling close to the    </a:t>
            </a:r>
            <a:r>
              <a:rPr lang="en-US" altLang="en-US" i="1">
                <a:solidFill>
                  <a:srgbClr val="000000"/>
                </a:solidFill>
                <a:latin typeface="Arial" panose="020B0604020202020204" pitchFamily="34" charset="0"/>
              </a:rPr>
              <a:t>population proportion</a:t>
            </a:r>
            <a:r>
              <a:rPr lang="en-US" altLang="en-US">
                <a:solidFill>
                  <a:srgbClr val="000000"/>
                </a:solidFill>
                <a:latin typeface="Arial" panose="020B0604020202020204" pitchFamily="34" charset="0"/>
              </a:rPr>
              <a:t>?</a:t>
            </a:r>
          </a:p>
          <a:p>
            <a:pPr eaLnBrk="1" hangingPunct="1">
              <a:spcBef>
                <a:spcPts val="700"/>
              </a:spcBef>
              <a:buSzPct val="100000"/>
            </a:pPr>
            <a:endParaRPr lang="en-US" altLang="en-US">
              <a:solidFill>
                <a:srgbClr val="000000"/>
              </a:solidFill>
              <a:latin typeface="Arial" panose="020B0604020202020204" pitchFamily="34" charset="0"/>
            </a:endParaRPr>
          </a:p>
          <a:p>
            <a:pPr eaLnBrk="1" hangingPunct="1">
              <a:spcBef>
                <a:spcPts val="700"/>
              </a:spcBef>
              <a:buSzPct val="100000"/>
            </a:pPr>
            <a:r>
              <a:rPr lang="en-US" altLang="en-US">
                <a:solidFill>
                  <a:srgbClr val="000000"/>
                </a:solidFill>
                <a:latin typeface="Arial" panose="020B0604020202020204" pitchFamily="34" charset="0"/>
              </a:rPr>
              <a:t>The total number of voters was over nine million, and the poll sampled a minuscule portion of them. </a:t>
            </a:r>
          </a:p>
          <a:p>
            <a:pPr eaLnBrk="1" hangingPunct="1">
              <a:spcBef>
                <a:spcPts val="700"/>
              </a:spcBef>
              <a:buSzPct val="100000"/>
            </a:pPr>
            <a:endParaRPr lang="en-US" altLang="en-US">
              <a:solidFill>
                <a:srgbClr val="000000"/>
              </a:solidFill>
              <a:latin typeface="Arial" panose="020B0604020202020204" pitchFamily="34" charset="0"/>
            </a:endParaRPr>
          </a:p>
          <a:p>
            <a:pPr eaLnBrk="1" hangingPunct="1">
              <a:spcBef>
                <a:spcPts val="700"/>
              </a:spcBef>
              <a:buSzPct val="100000"/>
            </a:pPr>
            <a:r>
              <a:rPr lang="en-US" altLang="en-US">
                <a:solidFill>
                  <a:srgbClr val="000000"/>
                </a:solidFill>
                <a:latin typeface="Arial" panose="020B0604020202020204" pitchFamily="34" charset="0"/>
              </a:rPr>
              <a:t>This section introduces a type of probability distribution called the </a:t>
            </a:r>
            <a:r>
              <a:rPr lang="en-US" altLang="en-US" b="1">
                <a:solidFill>
                  <a:srgbClr val="000000"/>
                </a:solidFill>
                <a:latin typeface="Arial" panose="020B0604020202020204" pitchFamily="34" charset="0"/>
              </a:rPr>
              <a:t>sampling distribution </a:t>
            </a:r>
            <a:r>
              <a:rPr lang="en-US" altLang="en-US">
                <a:solidFill>
                  <a:srgbClr val="000000"/>
                </a:solidFill>
                <a:latin typeface="Arial" panose="020B0604020202020204" pitchFamily="34" charset="0"/>
              </a:rPr>
              <a:t>that helps us determine how close to the population parameter a sample statistic is likely to fall.</a:t>
            </a:r>
          </a:p>
        </p:txBody>
      </p:sp>
      <p:sp>
        <p:nvSpPr>
          <p:cNvPr id="188421" name="Slide Number Placeholder 1">
            <a:extLst>
              <a:ext uri="{FF2B5EF4-FFF2-40B4-BE49-F238E27FC236}">
                <a16:creationId xmlns:a16="http://schemas.microsoft.com/office/drawing/2014/main" id="{5ED70791-CF01-46B3-A235-F840FDF59AD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0E908211-31EA-4C0E-B8D7-2AE4013BFBF9}" type="slidenum">
              <a:rPr lang="en-US" altLang="en-US" smtClean="0"/>
              <a:pPr/>
              <a:t>96</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a:extLst>
              <a:ext uri="{FF2B5EF4-FFF2-40B4-BE49-F238E27FC236}">
                <a16:creationId xmlns:a16="http://schemas.microsoft.com/office/drawing/2014/main" id="{6EA2A005-0A62-4633-BFF5-1923355FA89F}"/>
              </a:ext>
            </a:extLst>
          </p:cNvPr>
          <p:cNvSpPr>
            <a:spLocks noGrp="1" noChangeArrowheads="1"/>
          </p:cNvSpPr>
          <p:nvPr>
            <p:ph type="body" idx="4294967295"/>
          </p:nvPr>
        </p:nvSpPr>
        <p:spPr bwMode="auto">
          <a:xfrm>
            <a:off x="9144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p:txBody>
      </p:sp>
      <p:sp>
        <p:nvSpPr>
          <p:cNvPr id="190467" name="Text Box 3">
            <a:extLst>
              <a:ext uri="{FF2B5EF4-FFF2-40B4-BE49-F238E27FC236}">
                <a16:creationId xmlns:a16="http://schemas.microsoft.com/office/drawing/2014/main" id="{4F681EAE-6B14-4713-A58E-41F784C65F15}"/>
              </a:ext>
            </a:extLst>
          </p:cNvPr>
          <p:cNvSpPr txBox="1">
            <a:spLocks noChangeArrowheads="1"/>
          </p:cNvSpPr>
          <p:nvPr/>
        </p:nvSpPr>
        <p:spPr bwMode="auto">
          <a:xfrm>
            <a:off x="914400" y="1423988"/>
            <a:ext cx="7753350" cy="464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spcBef>
                <a:spcPts val="700"/>
              </a:spcBef>
              <a:buSzPct val="100000"/>
            </a:pPr>
            <a:r>
              <a:rPr lang="en-US" altLang="en-US">
                <a:solidFill>
                  <a:srgbClr val="000000"/>
                </a:solidFill>
                <a:latin typeface="Arial" panose="020B0604020202020204" pitchFamily="34" charset="0"/>
              </a:rPr>
              <a:t>Using exit polls, polling organizations predict winners after learning how a small number of people voted, often only a few thousand out of possibly millions of voters. </a:t>
            </a:r>
          </a:p>
          <a:p>
            <a:pPr eaLnBrk="1" hangingPunct="1">
              <a:spcBef>
                <a:spcPts val="700"/>
              </a:spcBef>
              <a:buSzPct val="100000"/>
            </a:pPr>
            <a:endParaRPr lang="en-US" altLang="en-US">
              <a:solidFill>
                <a:srgbClr val="000000"/>
              </a:solidFill>
              <a:latin typeface="Arial" panose="020B0604020202020204" pitchFamily="34" charset="0"/>
            </a:endParaRPr>
          </a:p>
          <a:p>
            <a:pPr eaLnBrk="1" hangingPunct="1">
              <a:spcBef>
                <a:spcPts val="700"/>
              </a:spcBef>
              <a:buSzPct val="100000"/>
            </a:pPr>
            <a:r>
              <a:rPr lang="en-US" altLang="en-US">
                <a:solidFill>
                  <a:srgbClr val="000000"/>
                </a:solidFill>
                <a:latin typeface="Arial" panose="020B0604020202020204" pitchFamily="34" charset="0"/>
              </a:rPr>
              <a:t>After sampling 3889 randomly selected voters,</a:t>
            </a:r>
            <a:br>
              <a:rPr lang="en-US" altLang="en-US">
                <a:solidFill>
                  <a:srgbClr val="000000"/>
                </a:solidFill>
                <a:latin typeface="Arial" panose="020B0604020202020204" pitchFamily="34" charset="0"/>
              </a:rPr>
            </a:br>
            <a:r>
              <a:rPr lang="en-US" altLang="en-US">
                <a:solidFill>
                  <a:srgbClr val="000000"/>
                </a:solidFill>
                <a:latin typeface="Arial" panose="020B0604020202020204" pitchFamily="34" charset="0"/>
              </a:rPr>
              <a:t>53.1% said they voted for Brown, 42.4% for Whitman and 4.5% for other/no answer.</a:t>
            </a:r>
          </a:p>
          <a:p>
            <a:pPr eaLnBrk="1" hangingPunct="1">
              <a:spcBef>
                <a:spcPts val="700"/>
              </a:spcBef>
              <a:buSzPct val="100000"/>
            </a:pPr>
            <a:endParaRPr lang="en-US" altLang="en-US">
              <a:solidFill>
                <a:srgbClr val="000000"/>
              </a:solidFill>
              <a:latin typeface="Arial" panose="020B0604020202020204" pitchFamily="34" charset="0"/>
            </a:endParaRPr>
          </a:p>
          <a:p>
            <a:pPr eaLnBrk="1" hangingPunct="1">
              <a:spcBef>
                <a:spcPts val="700"/>
              </a:spcBef>
              <a:buSzPct val="100000"/>
            </a:pPr>
            <a:r>
              <a:rPr lang="en-US" altLang="en-US">
                <a:solidFill>
                  <a:srgbClr val="000000"/>
                </a:solidFill>
                <a:latin typeface="Arial" panose="020B0604020202020204" pitchFamily="34" charset="0"/>
              </a:rPr>
              <a:t>At the time of the exit poll, the percentage of the </a:t>
            </a:r>
            <a:r>
              <a:rPr lang="en-US" altLang="en-US" i="1">
                <a:solidFill>
                  <a:srgbClr val="000000"/>
                </a:solidFill>
                <a:latin typeface="Arial" panose="020B0604020202020204" pitchFamily="34" charset="0"/>
              </a:rPr>
              <a:t>entire </a:t>
            </a:r>
            <a:r>
              <a:rPr lang="en-US" altLang="en-US">
                <a:solidFill>
                  <a:srgbClr val="000000"/>
                </a:solidFill>
                <a:latin typeface="Arial" panose="020B0604020202020204" pitchFamily="34" charset="0"/>
              </a:rPr>
              <a:t>voting population (nearly 9.5 million people) that voted for Brown was </a:t>
            </a:r>
            <a:r>
              <a:rPr lang="en-US" altLang="en-US" b="1">
                <a:solidFill>
                  <a:srgbClr val="000000"/>
                </a:solidFill>
                <a:latin typeface="Arial" panose="020B0604020202020204" pitchFamily="34" charset="0"/>
              </a:rPr>
              <a:t>unknown</a:t>
            </a:r>
            <a:r>
              <a:rPr lang="en-US" altLang="en-US">
                <a:solidFill>
                  <a:srgbClr val="000000"/>
                </a:solidFill>
                <a:latin typeface="Arial" panose="020B0604020202020204" pitchFamily="34" charset="0"/>
              </a:rPr>
              <a:t>.</a:t>
            </a:r>
          </a:p>
        </p:txBody>
      </p:sp>
      <p:sp>
        <p:nvSpPr>
          <p:cNvPr id="190468" name="Rectangle 1">
            <a:extLst>
              <a:ext uri="{FF2B5EF4-FFF2-40B4-BE49-F238E27FC236}">
                <a16:creationId xmlns:a16="http://schemas.microsoft.com/office/drawing/2014/main" id="{35A375CA-3F30-4259-B285-C18500841E40}"/>
              </a:ext>
            </a:extLst>
          </p:cNvPr>
          <p:cNvSpPr>
            <a:spLocks noChangeArrowheads="1"/>
          </p:cNvSpPr>
          <p:nvPr/>
        </p:nvSpPr>
        <p:spPr bwMode="auto">
          <a:xfrm>
            <a:off x="762000" y="76200"/>
            <a:ext cx="79248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pPr>
            <a:r>
              <a:rPr lang="en-US" altLang="en-US" sz="3200" b="1">
                <a:solidFill>
                  <a:schemeClr val="tx1"/>
                </a:solidFill>
                <a:latin typeface="Arial" panose="020B0604020202020204" pitchFamily="34" charset="0"/>
              </a:rPr>
              <a:t>Example: Predicting Election Results Using Exit Polls</a:t>
            </a:r>
          </a:p>
        </p:txBody>
      </p:sp>
      <p:sp>
        <p:nvSpPr>
          <p:cNvPr id="190469" name="Slide Number Placeholder 1">
            <a:extLst>
              <a:ext uri="{FF2B5EF4-FFF2-40B4-BE49-F238E27FC236}">
                <a16:creationId xmlns:a16="http://schemas.microsoft.com/office/drawing/2014/main" id="{05956BF7-CF77-4F6F-99BD-4539E028BADD}"/>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BDDDCBB-B95B-451B-A4EE-980F6AA4AE0C}" type="slidenum">
              <a:rPr lang="en-US" altLang="en-US" smtClean="0"/>
              <a:pPr/>
              <a:t>97</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Text Box 2">
            <a:extLst>
              <a:ext uri="{FF2B5EF4-FFF2-40B4-BE49-F238E27FC236}">
                <a16:creationId xmlns:a16="http://schemas.microsoft.com/office/drawing/2014/main" id="{5C648CC7-94B2-4BB2-97B9-296B75530C7E}"/>
              </a:ext>
            </a:extLst>
          </p:cNvPr>
          <p:cNvSpPr txBox="1">
            <a:spLocks noChangeArrowheads="1"/>
          </p:cNvSpPr>
          <p:nvPr/>
        </p:nvSpPr>
        <p:spPr bwMode="auto">
          <a:xfrm>
            <a:off x="841375" y="1600200"/>
            <a:ext cx="7772400" cy="445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506413" algn="l"/>
                <a:tab pos="954088" algn="l"/>
                <a:tab pos="1403350" algn="l"/>
                <a:tab pos="1852613" algn="l"/>
                <a:tab pos="2301875" algn="l"/>
                <a:tab pos="2751138" algn="l"/>
                <a:tab pos="3200400" algn="l"/>
                <a:tab pos="3649663" algn="l"/>
                <a:tab pos="4098925" algn="l"/>
                <a:tab pos="4548188" algn="l"/>
                <a:tab pos="4997450" algn="l"/>
                <a:tab pos="5446713" algn="l"/>
                <a:tab pos="5895975" algn="l"/>
                <a:tab pos="6345238" algn="l"/>
                <a:tab pos="6794500" algn="l"/>
                <a:tab pos="7243763" algn="l"/>
                <a:tab pos="7693025" algn="l"/>
                <a:tab pos="8142288" algn="l"/>
                <a:tab pos="8591550" algn="l"/>
                <a:tab pos="9040813" algn="l"/>
                <a:tab pos="9490075" algn="l"/>
              </a:tabLst>
              <a:defRPr sz="2400">
                <a:solidFill>
                  <a:schemeClr val="bg1"/>
                </a:solidFill>
                <a:latin typeface="Times New Roman" panose="02020603050405020304" pitchFamily="18" charset="0"/>
                <a:ea typeface="Microsoft YaHei" panose="020B0503020204020204" pitchFamily="34" charset="-122"/>
              </a:defRPr>
            </a:lvl1pPr>
            <a:lvl2pPr>
              <a:tabLst>
                <a:tab pos="506413" algn="l"/>
                <a:tab pos="954088" algn="l"/>
                <a:tab pos="1403350" algn="l"/>
                <a:tab pos="1852613" algn="l"/>
                <a:tab pos="2301875" algn="l"/>
                <a:tab pos="2751138" algn="l"/>
                <a:tab pos="3200400" algn="l"/>
                <a:tab pos="3649663" algn="l"/>
                <a:tab pos="4098925" algn="l"/>
                <a:tab pos="4548188" algn="l"/>
                <a:tab pos="4997450" algn="l"/>
                <a:tab pos="5446713" algn="l"/>
                <a:tab pos="5895975" algn="l"/>
                <a:tab pos="6345238" algn="l"/>
                <a:tab pos="6794500" algn="l"/>
                <a:tab pos="7243763" algn="l"/>
                <a:tab pos="7693025" algn="l"/>
                <a:tab pos="8142288" algn="l"/>
                <a:tab pos="8591550" algn="l"/>
                <a:tab pos="9040813" algn="l"/>
                <a:tab pos="9490075" algn="l"/>
              </a:tabLst>
              <a:defRPr sz="2400">
                <a:solidFill>
                  <a:schemeClr val="bg1"/>
                </a:solidFill>
                <a:latin typeface="Times New Roman" panose="02020603050405020304" pitchFamily="18" charset="0"/>
                <a:ea typeface="Microsoft YaHei" panose="020B0503020204020204" pitchFamily="34" charset="-122"/>
              </a:defRPr>
            </a:lvl2pPr>
            <a:lvl3pPr>
              <a:tabLst>
                <a:tab pos="506413" algn="l"/>
                <a:tab pos="954088" algn="l"/>
                <a:tab pos="1403350" algn="l"/>
                <a:tab pos="1852613" algn="l"/>
                <a:tab pos="2301875" algn="l"/>
                <a:tab pos="2751138" algn="l"/>
                <a:tab pos="3200400" algn="l"/>
                <a:tab pos="3649663" algn="l"/>
                <a:tab pos="4098925" algn="l"/>
                <a:tab pos="4548188" algn="l"/>
                <a:tab pos="4997450" algn="l"/>
                <a:tab pos="5446713" algn="l"/>
                <a:tab pos="5895975" algn="l"/>
                <a:tab pos="6345238" algn="l"/>
                <a:tab pos="6794500" algn="l"/>
                <a:tab pos="7243763" algn="l"/>
                <a:tab pos="7693025" algn="l"/>
                <a:tab pos="8142288" algn="l"/>
                <a:tab pos="8591550" algn="l"/>
                <a:tab pos="9040813" algn="l"/>
                <a:tab pos="9490075" algn="l"/>
              </a:tabLst>
              <a:defRPr sz="2400">
                <a:solidFill>
                  <a:schemeClr val="bg1"/>
                </a:solidFill>
                <a:latin typeface="Times New Roman" panose="02020603050405020304" pitchFamily="18" charset="0"/>
                <a:ea typeface="Microsoft YaHei" panose="020B0503020204020204" pitchFamily="34" charset="-122"/>
              </a:defRPr>
            </a:lvl3pPr>
            <a:lvl4pPr>
              <a:tabLst>
                <a:tab pos="506413" algn="l"/>
                <a:tab pos="954088" algn="l"/>
                <a:tab pos="1403350" algn="l"/>
                <a:tab pos="1852613" algn="l"/>
                <a:tab pos="2301875" algn="l"/>
                <a:tab pos="2751138" algn="l"/>
                <a:tab pos="3200400" algn="l"/>
                <a:tab pos="3649663" algn="l"/>
                <a:tab pos="4098925" algn="l"/>
                <a:tab pos="4548188" algn="l"/>
                <a:tab pos="4997450" algn="l"/>
                <a:tab pos="5446713" algn="l"/>
                <a:tab pos="5895975" algn="l"/>
                <a:tab pos="6345238" algn="l"/>
                <a:tab pos="6794500" algn="l"/>
                <a:tab pos="7243763" algn="l"/>
                <a:tab pos="7693025" algn="l"/>
                <a:tab pos="8142288" algn="l"/>
                <a:tab pos="8591550" algn="l"/>
                <a:tab pos="9040813" algn="l"/>
                <a:tab pos="9490075" algn="l"/>
              </a:tabLst>
              <a:defRPr sz="2400">
                <a:solidFill>
                  <a:schemeClr val="bg1"/>
                </a:solidFill>
                <a:latin typeface="Times New Roman" panose="02020603050405020304" pitchFamily="18" charset="0"/>
                <a:ea typeface="Microsoft YaHei" panose="020B0503020204020204" pitchFamily="34" charset="-122"/>
              </a:defRPr>
            </a:lvl4pPr>
            <a:lvl5pPr>
              <a:tabLst>
                <a:tab pos="506413" algn="l"/>
                <a:tab pos="954088" algn="l"/>
                <a:tab pos="1403350" algn="l"/>
                <a:tab pos="1852613" algn="l"/>
                <a:tab pos="2301875" algn="l"/>
                <a:tab pos="2751138" algn="l"/>
                <a:tab pos="3200400" algn="l"/>
                <a:tab pos="3649663" algn="l"/>
                <a:tab pos="4098925" algn="l"/>
                <a:tab pos="4548188" algn="l"/>
                <a:tab pos="4997450" algn="l"/>
                <a:tab pos="5446713" algn="l"/>
                <a:tab pos="5895975" algn="l"/>
                <a:tab pos="6345238" algn="l"/>
                <a:tab pos="6794500" algn="l"/>
                <a:tab pos="7243763" algn="l"/>
                <a:tab pos="7693025" algn="l"/>
                <a:tab pos="8142288" algn="l"/>
                <a:tab pos="8591550" algn="l"/>
                <a:tab pos="9040813" algn="l"/>
                <a:tab pos="9490075"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506413" algn="l"/>
                <a:tab pos="954088" algn="l"/>
                <a:tab pos="1403350" algn="l"/>
                <a:tab pos="1852613" algn="l"/>
                <a:tab pos="2301875" algn="l"/>
                <a:tab pos="2751138" algn="l"/>
                <a:tab pos="3200400" algn="l"/>
                <a:tab pos="3649663" algn="l"/>
                <a:tab pos="4098925" algn="l"/>
                <a:tab pos="4548188" algn="l"/>
                <a:tab pos="4997450" algn="l"/>
                <a:tab pos="5446713" algn="l"/>
                <a:tab pos="5895975" algn="l"/>
                <a:tab pos="6345238" algn="l"/>
                <a:tab pos="6794500" algn="l"/>
                <a:tab pos="7243763" algn="l"/>
                <a:tab pos="7693025" algn="l"/>
                <a:tab pos="8142288" algn="l"/>
                <a:tab pos="8591550" algn="l"/>
                <a:tab pos="9040813" algn="l"/>
                <a:tab pos="9490075"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506413" algn="l"/>
                <a:tab pos="954088" algn="l"/>
                <a:tab pos="1403350" algn="l"/>
                <a:tab pos="1852613" algn="l"/>
                <a:tab pos="2301875" algn="l"/>
                <a:tab pos="2751138" algn="l"/>
                <a:tab pos="3200400" algn="l"/>
                <a:tab pos="3649663" algn="l"/>
                <a:tab pos="4098925" algn="l"/>
                <a:tab pos="4548188" algn="l"/>
                <a:tab pos="4997450" algn="l"/>
                <a:tab pos="5446713" algn="l"/>
                <a:tab pos="5895975" algn="l"/>
                <a:tab pos="6345238" algn="l"/>
                <a:tab pos="6794500" algn="l"/>
                <a:tab pos="7243763" algn="l"/>
                <a:tab pos="7693025" algn="l"/>
                <a:tab pos="8142288" algn="l"/>
                <a:tab pos="8591550" algn="l"/>
                <a:tab pos="9040813" algn="l"/>
                <a:tab pos="9490075"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506413" algn="l"/>
                <a:tab pos="954088" algn="l"/>
                <a:tab pos="1403350" algn="l"/>
                <a:tab pos="1852613" algn="l"/>
                <a:tab pos="2301875" algn="l"/>
                <a:tab pos="2751138" algn="l"/>
                <a:tab pos="3200400" algn="l"/>
                <a:tab pos="3649663" algn="l"/>
                <a:tab pos="4098925" algn="l"/>
                <a:tab pos="4548188" algn="l"/>
                <a:tab pos="4997450" algn="l"/>
                <a:tab pos="5446713" algn="l"/>
                <a:tab pos="5895975" algn="l"/>
                <a:tab pos="6345238" algn="l"/>
                <a:tab pos="6794500" algn="l"/>
                <a:tab pos="7243763" algn="l"/>
                <a:tab pos="7693025" algn="l"/>
                <a:tab pos="8142288" algn="l"/>
                <a:tab pos="8591550" algn="l"/>
                <a:tab pos="9040813" algn="l"/>
                <a:tab pos="9490075"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506413" algn="l"/>
                <a:tab pos="954088" algn="l"/>
                <a:tab pos="1403350" algn="l"/>
                <a:tab pos="1852613" algn="l"/>
                <a:tab pos="2301875" algn="l"/>
                <a:tab pos="2751138" algn="l"/>
                <a:tab pos="3200400" algn="l"/>
                <a:tab pos="3649663" algn="l"/>
                <a:tab pos="4098925" algn="l"/>
                <a:tab pos="4548188" algn="l"/>
                <a:tab pos="4997450" algn="l"/>
                <a:tab pos="5446713" algn="l"/>
                <a:tab pos="5895975" algn="l"/>
                <a:tab pos="6345238" algn="l"/>
                <a:tab pos="6794500" algn="l"/>
                <a:tab pos="7243763" algn="l"/>
                <a:tab pos="7693025" algn="l"/>
                <a:tab pos="8142288" algn="l"/>
                <a:tab pos="8591550" algn="l"/>
                <a:tab pos="9040813" algn="l"/>
                <a:tab pos="9490075"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spcBef>
                <a:spcPts val="600"/>
              </a:spcBef>
              <a:buSzPct val="100000"/>
            </a:pPr>
            <a:r>
              <a:rPr lang="en-US" altLang="en-US">
                <a:solidFill>
                  <a:srgbClr val="000000"/>
                </a:solidFill>
                <a:latin typeface="Arial" panose="020B0604020202020204" pitchFamily="34" charset="0"/>
              </a:rPr>
              <a:t>How close can we expect a sample percentage to be to the population percentage?</a:t>
            </a:r>
          </a:p>
          <a:p>
            <a:pPr eaLnBrk="1" hangingPunct="1">
              <a:spcBef>
                <a:spcPts val="600"/>
              </a:spcBef>
              <a:buSzPct val="100000"/>
            </a:pPr>
            <a:endParaRPr lang="en-US" altLang="en-US">
              <a:solidFill>
                <a:srgbClr val="000000"/>
              </a:solidFill>
              <a:latin typeface="Arial" panose="020B0604020202020204" pitchFamily="34" charset="0"/>
            </a:endParaRPr>
          </a:p>
          <a:p>
            <a:pPr eaLnBrk="1" hangingPunct="1">
              <a:spcBef>
                <a:spcPts val="600"/>
              </a:spcBef>
              <a:buSzPct val="100000"/>
            </a:pPr>
            <a:r>
              <a:rPr lang="en-US" altLang="en-US">
                <a:solidFill>
                  <a:srgbClr val="000000"/>
                </a:solidFill>
                <a:latin typeface="Arial" panose="020B0604020202020204" pitchFamily="34" charset="0"/>
              </a:rPr>
              <a:t>How does the sample size influence our analyses?</a:t>
            </a:r>
          </a:p>
          <a:p>
            <a:pPr eaLnBrk="1" hangingPunct="1">
              <a:spcBef>
                <a:spcPts val="600"/>
              </a:spcBef>
              <a:buSzPct val="100000"/>
            </a:pPr>
            <a:endParaRPr lang="en-US" altLang="en-US">
              <a:solidFill>
                <a:srgbClr val="000000"/>
              </a:solidFill>
              <a:latin typeface="Arial" panose="020B0604020202020204" pitchFamily="34" charset="0"/>
            </a:endParaRPr>
          </a:p>
          <a:p>
            <a:pPr eaLnBrk="1" hangingPunct="1">
              <a:spcBef>
                <a:spcPts val="600"/>
              </a:spcBef>
              <a:buSzPct val="100000"/>
            </a:pPr>
            <a:r>
              <a:rPr lang="en-US" altLang="en-US">
                <a:solidFill>
                  <a:srgbClr val="000000"/>
                </a:solidFill>
                <a:latin typeface="Arial" panose="020B0604020202020204" pitchFamily="34" charset="0"/>
              </a:rPr>
              <a:t>The </a:t>
            </a:r>
            <a:r>
              <a:rPr lang="en-US" altLang="en-US" i="1">
                <a:solidFill>
                  <a:srgbClr val="000000"/>
                </a:solidFill>
                <a:latin typeface="Arial" panose="020B0604020202020204" pitchFamily="34" charset="0"/>
              </a:rPr>
              <a:t>sampling distribution</a:t>
            </a:r>
            <a:r>
              <a:rPr lang="en-US" altLang="en-US">
                <a:solidFill>
                  <a:srgbClr val="000000"/>
                </a:solidFill>
                <a:latin typeface="Arial" panose="020B0604020202020204" pitchFamily="34" charset="0"/>
              </a:rPr>
              <a:t> helps us determine how close to the population parameter a sample statistic is likely to fall.</a:t>
            </a:r>
            <a:endParaRPr lang="en-US" altLang="en-US" b="1">
              <a:solidFill>
                <a:srgbClr val="000000"/>
              </a:solidFill>
              <a:latin typeface="Arial" panose="020B0604020202020204" pitchFamily="34" charset="0"/>
            </a:endParaRPr>
          </a:p>
        </p:txBody>
      </p:sp>
      <p:sp>
        <p:nvSpPr>
          <p:cNvPr id="192515" name="Rectangle 1">
            <a:extLst>
              <a:ext uri="{FF2B5EF4-FFF2-40B4-BE49-F238E27FC236}">
                <a16:creationId xmlns:a16="http://schemas.microsoft.com/office/drawing/2014/main" id="{BBDF9AC6-EE29-4CD2-8DEF-31C0ABC36EAA}"/>
              </a:ext>
            </a:extLst>
          </p:cNvPr>
          <p:cNvSpPr>
            <a:spLocks noChangeArrowheads="1"/>
          </p:cNvSpPr>
          <p:nvPr/>
        </p:nvSpPr>
        <p:spPr bwMode="auto">
          <a:xfrm>
            <a:off x="762000" y="76200"/>
            <a:ext cx="79248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pPr>
            <a:r>
              <a:rPr lang="en-US" altLang="en-US" sz="3200" b="1">
                <a:solidFill>
                  <a:schemeClr val="tx1"/>
                </a:solidFill>
                <a:latin typeface="Arial" panose="020B0604020202020204" pitchFamily="34" charset="0"/>
              </a:rPr>
              <a:t>Example: Predicting Election Results Using Exit Polls</a:t>
            </a:r>
          </a:p>
        </p:txBody>
      </p:sp>
      <p:sp>
        <p:nvSpPr>
          <p:cNvPr id="192516" name="Slide Number Placeholder 1">
            <a:extLst>
              <a:ext uri="{FF2B5EF4-FFF2-40B4-BE49-F238E27FC236}">
                <a16:creationId xmlns:a16="http://schemas.microsoft.com/office/drawing/2014/main" id="{A2EA7DD4-7084-49C7-AB12-598C99FBB7D8}"/>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FDF3ED9F-C870-4DF8-811F-06D7864495B8}" type="slidenum">
              <a:rPr lang="en-US" altLang="en-US" smtClean="0"/>
              <a:pPr/>
              <a:t>98</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a:extLst>
              <a:ext uri="{FF2B5EF4-FFF2-40B4-BE49-F238E27FC236}">
                <a16:creationId xmlns:a16="http://schemas.microsoft.com/office/drawing/2014/main" id="{0CFEBFA6-C13C-44F2-B2F6-FF4784CA2A2B}"/>
              </a:ext>
            </a:extLst>
          </p:cNvPr>
          <p:cNvSpPr>
            <a:spLocks noGrp="1" noChangeArrowheads="1"/>
          </p:cNvSpPr>
          <p:nvPr>
            <p:ph type="body" idx="4294967295"/>
          </p:nvPr>
        </p:nvSpPr>
        <p:spPr bwMode="auto">
          <a:xfrm>
            <a:off x="9144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p:txBody>
      </p:sp>
      <p:sp>
        <p:nvSpPr>
          <p:cNvPr id="62467" name="Text Box 3">
            <a:extLst>
              <a:ext uri="{FF2B5EF4-FFF2-40B4-BE49-F238E27FC236}">
                <a16:creationId xmlns:a16="http://schemas.microsoft.com/office/drawing/2014/main" id="{746A54B7-8421-47B7-B695-F0B71EE7E562}"/>
              </a:ext>
            </a:extLst>
          </p:cNvPr>
          <p:cNvSpPr txBox="1">
            <a:spLocks noChangeArrowheads="1"/>
          </p:cNvSpPr>
          <p:nvPr/>
        </p:nvSpPr>
        <p:spPr bwMode="auto">
          <a:xfrm>
            <a:off x="763588" y="1482725"/>
            <a:ext cx="7621587" cy="4511675"/>
          </a:xfrm>
          <a:prstGeom prst="rect">
            <a:avLst/>
          </a:prstGeom>
          <a:noFill/>
          <a:ln>
            <a:noFill/>
          </a:ln>
          <a:effectLst/>
        </p:spPr>
        <p:txBody>
          <a:bodyPr lIns="90000" tIns="46800" rIns="90000" bIns="46800"/>
          <a:lstStyle>
            <a:lvl1pPr indent="-336550"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9pPr>
          </a:lstStyle>
          <a:p>
            <a:pPr indent="0" eaLnBrk="1" hangingPunct="1">
              <a:spcBef>
                <a:spcPts val="700"/>
              </a:spcBef>
              <a:buSzPct val="100000"/>
              <a:defRPr/>
            </a:pPr>
            <a:r>
              <a:rPr lang="en-US" altLang="en-US" sz="2200" dirty="0">
                <a:solidFill>
                  <a:schemeClr val="tx1"/>
                </a:solidFill>
                <a:latin typeface="Arial" panose="020B0604020202020204" pitchFamily="34" charset="0"/>
              </a:rPr>
              <a:t>Let </a:t>
            </a:r>
            <a:r>
              <a:rPr lang="en-US" altLang="en-US" sz="2200" i="1" dirty="0">
                <a:solidFill>
                  <a:schemeClr val="tx1"/>
                </a:solidFill>
                <a:latin typeface="Arial" panose="020B0604020202020204" pitchFamily="34" charset="0"/>
              </a:rPr>
              <a:t>X</a:t>
            </a:r>
            <a:r>
              <a:rPr lang="en-US" altLang="en-US" sz="2200" dirty="0">
                <a:solidFill>
                  <a:schemeClr val="tx1"/>
                </a:solidFill>
                <a:latin typeface="Arial" panose="020B0604020202020204" pitchFamily="34" charset="0"/>
              </a:rPr>
              <a:t> = vote outcome, with </a:t>
            </a:r>
            <a:r>
              <a:rPr lang="en-US" altLang="en-US" sz="2200" i="1" dirty="0">
                <a:solidFill>
                  <a:schemeClr val="tx1"/>
                </a:solidFill>
                <a:latin typeface="+mj-lt"/>
              </a:rPr>
              <a:t>x</a:t>
            </a:r>
            <a:r>
              <a:rPr lang="en-US" altLang="en-US" sz="2200" dirty="0">
                <a:solidFill>
                  <a:schemeClr val="tx1"/>
                </a:solidFill>
                <a:latin typeface="Arial" panose="020B0604020202020204" pitchFamily="34" charset="0"/>
              </a:rPr>
              <a:t> = 1 for Jerry Brown and </a:t>
            </a:r>
            <a:r>
              <a:rPr lang="en-US" altLang="en-US" sz="2200" i="1" dirty="0">
                <a:solidFill>
                  <a:schemeClr val="tx1"/>
                </a:solidFill>
                <a:latin typeface="+mj-lt"/>
              </a:rPr>
              <a:t>x</a:t>
            </a:r>
            <a:r>
              <a:rPr lang="en-US" altLang="en-US" sz="2200" dirty="0">
                <a:solidFill>
                  <a:schemeClr val="tx1"/>
                </a:solidFill>
                <a:latin typeface="Arial" panose="020B0604020202020204" pitchFamily="34" charset="0"/>
              </a:rPr>
              <a:t> = 0 for all other responses.</a:t>
            </a:r>
          </a:p>
          <a:p>
            <a:pPr indent="0" eaLnBrk="1" hangingPunct="1">
              <a:spcBef>
                <a:spcPts val="700"/>
              </a:spcBef>
              <a:buSzPct val="100000"/>
              <a:defRPr/>
            </a:pPr>
            <a:endParaRPr lang="en-US" altLang="en-US" sz="2200" dirty="0">
              <a:solidFill>
                <a:schemeClr val="tx1"/>
              </a:solidFill>
              <a:latin typeface="+mn-lt"/>
            </a:endParaRPr>
          </a:p>
          <a:p>
            <a:pPr indent="0" eaLnBrk="1" hangingPunct="1">
              <a:spcBef>
                <a:spcPts val="700"/>
              </a:spcBef>
              <a:buSzPct val="100000"/>
              <a:defRPr/>
            </a:pPr>
            <a:r>
              <a:rPr lang="en-US" altLang="en-US" sz="2200" dirty="0">
                <a:solidFill>
                  <a:schemeClr val="tx1"/>
                </a:solidFill>
                <a:latin typeface="Arial" panose="020B0604020202020204" pitchFamily="34" charset="0"/>
              </a:rPr>
              <a:t>The possible values of the random variable </a:t>
            </a:r>
            <a:r>
              <a:rPr lang="en-US" altLang="en-US" sz="2200" i="1" dirty="0">
                <a:solidFill>
                  <a:schemeClr val="tx1"/>
                </a:solidFill>
                <a:latin typeface="Arial" panose="020B0604020202020204" pitchFamily="34" charset="0"/>
              </a:rPr>
              <a:t>X</a:t>
            </a:r>
            <a:r>
              <a:rPr lang="en-US" altLang="en-US" sz="2200" dirty="0">
                <a:solidFill>
                  <a:schemeClr val="tx1"/>
                </a:solidFill>
                <a:latin typeface="Arial" panose="020B0604020202020204" pitchFamily="34" charset="0"/>
              </a:rPr>
              <a:t> (0 and 1) and the proportion of times these values occurred (0.469 and 0.531) give the </a:t>
            </a:r>
            <a:r>
              <a:rPr lang="en-US" altLang="en-US" sz="2200" b="1" dirty="0">
                <a:solidFill>
                  <a:schemeClr val="tx1"/>
                </a:solidFill>
                <a:latin typeface="Arial" panose="020B0604020202020204" pitchFamily="34" charset="0"/>
              </a:rPr>
              <a:t>data distribution </a:t>
            </a:r>
            <a:r>
              <a:rPr lang="en-US" altLang="en-US" sz="2200" dirty="0">
                <a:solidFill>
                  <a:schemeClr val="tx1"/>
                </a:solidFill>
                <a:latin typeface="Arial" panose="020B0604020202020204" pitchFamily="34" charset="0"/>
              </a:rPr>
              <a:t>for this one sample.</a:t>
            </a:r>
          </a:p>
          <a:p>
            <a:pPr indent="0" eaLnBrk="1" hangingPunct="1">
              <a:spcBef>
                <a:spcPts val="700"/>
              </a:spcBef>
              <a:buSzPct val="100000"/>
              <a:defRPr/>
            </a:pPr>
            <a:endParaRPr lang="en-US" altLang="en-US" sz="2200" dirty="0">
              <a:solidFill>
                <a:schemeClr val="tx1"/>
              </a:solidFill>
              <a:latin typeface="Arial" panose="020B0604020202020204" pitchFamily="34" charset="0"/>
            </a:endParaRPr>
          </a:p>
          <a:p>
            <a:pPr>
              <a:buClr>
                <a:srgbClr val="000000"/>
              </a:buClr>
              <a:buSzPct val="100000"/>
              <a:buFont typeface="Times New Roman" panose="02020603050405020304" pitchFamily="18" charset="0"/>
              <a:buNone/>
              <a:defRPr/>
            </a:pPr>
            <a:r>
              <a:rPr lang="en-US" sz="2200" dirty="0">
                <a:solidFill>
                  <a:schemeClr val="tx1"/>
                </a:solidFill>
                <a:latin typeface="+mn-lt"/>
              </a:rPr>
              <a:t>Final results showed that Brown officially received a proportion of 0.538 of the votes. So, for the population of voters on election day, the possible values of the random variable </a:t>
            </a:r>
            <a:r>
              <a:rPr lang="en-US" sz="2200" i="1" dirty="0">
                <a:solidFill>
                  <a:schemeClr val="tx1"/>
                </a:solidFill>
                <a:latin typeface="+mn-lt"/>
              </a:rPr>
              <a:t>X </a:t>
            </a:r>
            <a:r>
              <a:rPr lang="en-US" sz="2200" dirty="0">
                <a:solidFill>
                  <a:schemeClr val="tx1"/>
                </a:solidFill>
                <a:latin typeface="+mn-lt"/>
              </a:rPr>
              <a:t>(0 and 1) and the proportion of times these values occurred (0.462 and 0.538) form the </a:t>
            </a:r>
            <a:r>
              <a:rPr lang="en-US" sz="2200" b="1" dirty="0">
                <a:solidFill>
                  <a:schemeClr val="tx1"/>
                </a:solidFill>
                <a:latin typeface="+mn-lt"/>
              </a:rPr>
              <a:t>population distribution</a:t>
            </a:r>
            <a:r>
              <a:rPr lang="en-US" sz="2200" dirty="0">
                <a:solidFill>
                  <a:schemeClr val="tx1"/>
                </a:solidFill>
                <a:latin typeface="+mn-lt"/>
              </a:rPr>
              <a:t>.</a:t>
            </a:r>
            <a:endParaRPr lang="en-US" altLang="en-US" sz="2200" dirty="0">
              <a:solidFill>
                <a:schemeClr val="tx1"/>
              </a:solidFill>
              <a:latin typeface="+mn-lt"/>
            </a:endParaRPr>
          </a:p>
        </p:txBody>
      </p:sp>
      <p:sp>
        <p:nvSpPr>
          <p:cNvPr id="194564" name="Rectangle 1">
            <a:extLst>
              <a:ext uri="{FF2B5EF4-FFF2-40B4-BE49-F238E27FC236}">
                <a16:creationId xmlns:a16="http://schemas.microsoft.com/office/drawing/2014/main" id="{05881CB5-D09D-4E64-B45A-39299E2D7583}"/>
              </a:ext>
            </a:extLst>
          </p:cNvPr>
          <p:cNvSpPr>
            <a:spLocks noChangeArrowheads="1"/>
          </p:cNvSpPr>
          <p:nvPr/>
        </p:nvSpPr>
        <p:spPr bwMode="auto">
          <a:xfrm>
            <a:off x="762000" y="76200"/>
            <a:ext cx="79248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pPr>
            <a:r>
              <a:rPr lang="en-US" altLang="en-US" sz="3200" b="1">
                <a:solidFill>
                  <a:schemeClr val="tx1"/>
                </a:solidFill>
                <a:latin typeface="Arial" panose="020B0604020202020204" pitchFamily="34" charset="0"/>
              </a:rPr>
              <a:t>Example: Predicting Election Results Using Exit Polls</a:t>
            </a:r>
          </a:p>
        </p:txBody>
      </p:sp>
      <p:sp>
        <p:nvSpPr>
          <p:cNvPr id="194565" name="Slide Number Placeholder 1">
            <a:extLst>
              <a:ext uri="{FF2B5EF4-FFF2-40B4-BE49-F238E27FC236}">
                <a16:creationId xmlns:a16="http://schemas.microsoft.com/office/drawing/2014/main" id="{25966FD7-84DF-429C-9E43-8F9935FD2BF0}"/>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786D3431-3B0C-424E-91A0-1190961A15E2}" type="slidenum">
              <a:rPr lang="en-US" altLang="en-US" smtClean="0"/>
              <a:pPr/>
              <a:t>99</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TextBox 1">
            <a:extLst>
              <a:ext uri="{FF2B5EF4-FFF2-40B4-BE49-F238E27FC236}">
                <a16:creationId xmlns:a16="http://schemas.microsoft.com/office/drawing/2014/main" id="{779A0EAA-B288-4A92-AD6E-85718F0AB471}"/>
              </a:ext>
            </a:extLst>
          </p:cNvPr>
          <p:cNvSpPr txBox="1">
            <a:spLocks noChangeArrowheads="1"/>
          </p:cNvSpPr>
          <p:nvPr/>
        </p:nvSpPr>
        <p:spPr bwMode="auto">
          <a:xfrm>
            <a:off x="296863" y="5667375"/>
            <a:ext cx="87026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Figure 7.1 The population (9.5 million voters) and data (n=3889) Distributions of</a:t>
            </a:r>
          </a:p>
          <a:p>
            <a:pPr eaLnBrk="1" hangingPunct="1">
              <a:buClr>
                <a:srgbClr val="000000"/>
              </a:buClr>
              <a:buSzPct val="100000"/>
              <a:buFont typeface="Times New Roman" panose="02020603050405020304" pitchFamily="18" charset="0"/>
              <a:buNone/>
            </a:pPr>
            <a:r>
              <a:rPr lang="en-US" altLang="en-US" sz="1600" b="1">
                <a:solidFill>
                  <a:schemeClr val="tx1"/>
                </a:solidFill>
                <a:latin typeface="Arial" panose="020B0604020202020204" pitchFamily="34" charset="0"/>
              </a:rPr>
              <a:t>Candidate Preference (0 = Not Brown, 1= Brown). Question </a:t>
            </a:r>
            <a:r>
              <a:rPr lang="en-US" altLang="en-US" sz="1600">
                <a:solidFill>
                  <a:schemeClr val="tx1"/>
                </a:solidFill>
                <a:latin typeface="Arial" panose="020B0604020202020204" pitchFamily="34" charset="0"/>
              </a:rPr>
              <a:t>Why do these look so similar?</a:t>
            </a:r>
          </a:p>
        </p:txBody>
      </p:sp>
      <p:sp>
        <p:nvSpPr>
          <p:cNvPr id="196611" name="Rectangle 1">
            <a:extLst>
              <a:ext uri="{FF2B5EF4-FFF2-40B4-BE49-F238E27FC236}">
                <a16:creationId xmlns:a16="http://schemas.microsoft.com/office/drawing/2014/main" id="{5E5E3D50-E1DF-4217-809A-B963C5992E6B}"/>
              </a:ext>
            </a:extLst>
          </p:cNvPr>
          <p:cNvSpPr>
            <a:spLocks noChangeArrowheads="1"/>
          </p:cNvSpPr>
          <p:nvPr/>
        </p:nvSpPr>
        <p:spPr bwMode="auto">
          <a:xfrm>
            <a:off x="762000" y="76200"/>
            <a:ext cx="79248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pPr>
            <a:r>
              <a:rPr lang="en-US" altLang="en-US" sz="3200" b="1">
                <a:solidFill>
                  <a:schemeClr val="tx1"/>
                </a:solidFill>
                <a:latin typeface="Arial" panose="020B0604020202020204" pitchFamily="34" charset="0"/>
              </a:rPr>
              <a:t>Example: Predicting Election Results Using Exit Polls</a:t>
            </a:r>
          </a:p>
        </p:txBody>
      </p:sp>
      <p:pic>
        <p:nvPicPr>
          <p:cNvPr id="196612" name="Picture 1">
            <a:extLst>
              <a:ext uri="{FF2B5EF4-FFF2-40B4-BE49-F238E27FC236}">
                <a16:creationId xmlns:a16="http://schemas.microsoft.com/office/drawing/2014/main" id="{78CA1102-031C-492A-8171-A873575AC9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1463" y="1495425"/>
            <a:ext cx="5986462" cy="393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6613" name="Slide Number Placeholder 1">
            <a:extLst>
              <a:ext uri="{FF2B5EF4-FFF2-40B4-BE49-F238E27FC236}">
                <a16:creationId xmlns:a16="http://schemas.microsoft.com/office/drawing/2014/main" id="{3E65736D-9415-4191-8CD5-19AC4874B491}"/>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206DD17-2DDB-4028-A06E-439037097D8B}" type="slidenum">
              <a:rPr lang="en-US" altLang="en-US" smtClean="0"/>
              <a:pPr/>
              <a:t>100</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7E0A70DB-689F-4BCC-ADF1-DAF0BDFD5888}"/>
              </a:ext>
            </a:extLst>
          </p:cNvPr>
          <p:cNvSpPr>
            <a:spLocks noGrp="1" noChangeArrowheads="1"/>
          </p:cNvSpPr>
          <p:nvPr>
            <p:ph type="body" idx="4294967295"/>
          </p:nvPr>
        </p:nvSpPr>
        <p:spPr bwMode="auto">
          <a:xfrm>
            <a:off x="9144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p:txBody>
      </p:sp>
      <p:sp>
        <p:nvSpPr>
          <p:cNvPr id="66565" name="Text Box 5">
            <a:extLst>
              <a:ext uri="{FF2B5EF4-FFF2-40B4-BE49-F238E27FC236}">
                <a16:creationId xmlns:a16="http://schemas.microsoft.com/office/drawing/2014/main" id="{FD9EB649-34FD-421A-A875-ED61FDCB7011}"/>
              </a:ext>
            </a:extLst>
          </p:cNvPr>
          <p:cNvSpPr txBox="1">
            <a:spLocks noChangeArrowheads="1"/>
          </p:cNvSpPr>
          <p:nvPr/>
        </p:nvSpPr>
        <p:spPr bwMode="auto">
          <a:xfrm>
            <a:off x="996950" y="1576388"/>
            <a:ext cx="7753350" cy="4562475"/>
          </a:xfrm>
          <a:prstGeom prst="rect">
            <a:avLst/>
          </a:prstGeom>
          <a:noFill/>
          <a:ln>
            <a:noFill/>
          </a:ln>
          <a:effectLst/>
        </p:spPr>
        <p:txBody>
          <a:bodyPr lIns="90000" tIns="46800" rIns="90000" bIns="46800"/>
          <a:lstStyle>
            <a:lvl1pPr marL="342900" indent="-336550"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9pPr>
          </a:lstStyle>
          <a:p>
            <a:pPr marL="0" indent="0" eaLnBrk="1" hangingPunct="1">
              <a:spcBef>
                <a:spcPts val="700"/>
              </a:spcBef>
              <a:buSzPct val="100000"/>
              <a:defRPr/>
            </a:pPr>
            <a:r>
              <a:rPr lang="en-US" altLang="en-US" dirty="0">
                <a:solidFill>
                  <a:srgbClr val="000000"/>
                </a:solidFill>
                <a:latin typeface="Arial" panose="020B0604020202020204" pitchFamily="34" charset="0"/>
              </a:rPr>
              <a:t>The </a:t>
            </a:r>
            <a:r>
              <a:rPr lang="en-US" altLang="en-US" b="1" dirty="0">
                <a:solidFill>
                  <a:srgbClr val="000000"/>
                </a:solidFill>
                <a:latin typeface="Arial" panose="020B0604020202020204" pitchFamily="34" charset="0"/>
              </a:rPr>
              <a:t>sampling distribution </a:t>
            </a:r>
            <a:r>
              <a:rPr lang="en-US" altLang="en-US" dirty="0">
                <a:solidFill>
                  <a:srgbClr val="000000"/>
                </a:solidFill>
                <a:latin typeface="Arial" panose="020B0604020202020204" pitchFamily="34" charset="0"/>
              </a:rPr>
              <a:t>of a statistic is the probability distribution that specifies probabilities for the possible values the statistic can take.</a:t>
            </a:r>
          </a:p>
          <a:p>
            <a:pPr marL="0" indent="0" eaLnBrk="1" hangingPunct="1">
              <a:spcBef>
                <a:spcPts val="700"/>
              </a:spcBef>
              <a:buSzPct val="100000"/>
              <a:defRPr/>
            </a:pPr>
            <a:endParaRPr lang="en-US" altLang="en-US" dirty="0">
              <a:solidFill>
                <a:schemeClr val="tx1"/>
              </a:solidFill>
              <a:latin typeface="+mn-lt"/>
            </a:endParaRPr>
          </a:p>
          <a:p>
            <a:pPr marL="0" indent="0">
              <a:buClr>
                <a:srgbClr val="000000"/>
              </a:buClr>
              <a:buSzPct val="100000"/>
              <a:buFont typeface="Times New Roman" panose="02020603050405020304" pitchFamily="18" charset="0"/>
              <a:buNone/>
              <a:defRPr/>
            </a:pPr>
            <a:r>
              <a:rPr lang="en-US" dirty="0">
                <a:solidFill>
                  <a:schemeClr val="tx1"/>
                </a:solidFill>
                <a:latin typeface="+mn-lt"/>
              </a:rPr>
              <a:t>A sampling distribution is merely a type of probability distribution. Rather than giving probabilities for the outcome of the vote of an individual subject (as in a</a:t>
            </a:r>
          </a:p>
          <a:p>
            <a:pPr marL="0" indent="0">
              <a:buClr>
                <a:srgbClr val="000000"/>
              </a:buClr>
              <a:buSzPct val="100000"/>
              <a:buFont typeface="Times New Roman" panose="02020603050405020304" pitchFamily="18" charset="0"/>
              <a:buNone/>
              <a:defRPr/>
            </a:pPr>
            <a:r>
              <a:rPr lang="en-US" dirty="0">
                <a:solidFill>
                  <a:schemeClr val="tx1"/>
                </a:solidFill>
                <a:latin typeface="+mn-lt"/>
              </a:rPr>
              <a:t>population distribution), it gives probabilities for the value of a statistic computed from a sample.</a:t>
            </a:r>
            <a:endParaRPr lang="en-US" altLang="en-US" dirty="0">
              <a:solidFill>
                <a:schemeClr val="tx1"/>
              </a:solidFill>
              <a:latin typeface="+mn-lt"/>
            </a:endParaRPr>
          </a:p>
        </p:txBody>
      </p:sp>
      <p:sp>
        <p:nvSpPr>
          <p:cNvPr id="198660" name="Rectangle 1">
            <a:extLst>
              <a:ext uri="{FF2B5EF4-FFF2-40B4-BE49-F238E27FC236}">
                <a16:creationId xmlns:a16="http://schemas.microsoft.com/office/drawing/2014/main" id="{3B25F0A3-2E97-4567-A38D-A067EC0975AA}"/>
              </a:ext>
            </a:extLst>
          </p:cNvPr>
          <p:cNvSpPr>
            <a:spLocks noChangeArrowheads="1"/>
          </p:cNvSpPr>
          <p:nvPr/>
        </p:nvSpPr>
        <p:spPr bwMode="auto">
          <a:xfrm>
            <a:off x="762000" y="76200"/>
            <a:ext cx="79248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pPr>
            <a:r>
              <a:rPr lang="en-US" altLang="en-US" sz="3200" b="1">
                <a:solidFill>
                  <a:schemeClr val="tx1"/>
                </a:solidFill>
                <a:latin typeface="Arial" panose="020B0604020202020204" pitchFamily="34" charset="0"/>
              </a:rPr>
              <a:t>Sampling Distribution</a:t>
            </a:r>
          </a:p>
        </p:txBody>
      </p:sp>
      <p:sp>
        <p:nvSpPr>
          <p:cNvPr id="198661" name="Slide Number Placeholder 1">
            <a:extLst>
              <a:ext uri="{FF2B5EF4-FFF2-40B4-BE49-F238E27FC236}">
                <a16:creationId xmlns:a16="http://schemas.microsoft.com/office/drawing/2014/main" id="{6D346C34-DC54-4151-9B84-6D06B3AD7060}"/>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DCC5545-22B8-4521-856D-2B486E5BE736}" type="slidenum">
              <a:rPr lang="en-US" altLang="en-US" smtClean="0"/>
              <a:pPr/>
              <a:t>101</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3DF9548-61F0-471D-97CF-C64C6C315460}"/>
              </a:ext>
            </a:extLst>
          </p:cNvPr>
          <p:cNvSpPr>
            <a:spLocks noGrp="1" noChangeArrowheads="1"/>
          </p:cNvSpPr>
          <p:nvPr>
            <p:ph type="body" idx="4294967295"/>
          </p:nvPr>
        </p:nvSpPr>
        <p:spPr bwMode="auto">
          <a:xfrm>
            <a:off x="9144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a:p>
            <a:pPr indent="-336550"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a:p>
        </p:txBody>
      </p:sp>
      <p:sp>
        <p:nvSpPr>
          <p:cNvPr id="66565" name="Text Box 5">
            <a:extLst>
              <a:ext uri="{FF2B5EF4-FFF2-40B4-BE49-F238E27FC236}">
                <a16:creationId xmlns:a16="http://schemas.microsoft.com/office/drawing/2014/main" id="{C0F318CC-91C8-4013-8DEF-C6BFCA0EEEBE}"/>
              </a:ext>
            </a:extLst>
          </p:cNvPr>
          <p:cNvSpPr txBox="1">
            <a:spLocks noChangeArrowheads="1"/>
          </p:cNvSpPr>
          <p:nvPr/>
        </p:nvSpPr>
        <p:spPr bwMode="auto">
          <a:xfrm>
            <a:off x="996950" y="1485900"/>
            <a:ext cx="7753350" cy="4562475"/>
          </a:xfrm>
          <a:prstGeom prst="rect">
            <a:avLst/>
          </a:prstGeom>
          <a:noFill/>
          <a:ln>
            <a:noFill/>
          </a:ln>
          <a:effectLst/>
        </p:spPr>
        <p:txBody>
          <a:bodyPr lIns="90000" tIns="46800" rIns="90000" bIns="46800"/>
          <a:lstStyle>
            <a:lvl1pPr marL="342900" indent="-336550"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1pPr>
            <a:lvl2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2pPr>
            <a:lvl3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3pPr>
            <a:lvl4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4pPr>
            <a:lvl5pPr eaLnBrk="0" hangingPunc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Microsoft YaHei" panose="020B0503020204020204" pitchFamily="34" charset="-122"/>
              </a:defRPr>
            </a:lvl9pPr>
          </a:lstStyle>
          <a:p>
            <a:pPr marL="0" indent="0">
              <a:buClr>
                <a:srgbClr val="000000"/>
              </a:buClr>
              <a:buSzPct val="100000"/>
              <a:buFont typeface="Times New Roman" panose="02020603050405020304" pitchFamily="18" charset="0"/>
              <a:buNone/>
              <a:defRPr/>
            </a:pPr>
            <a:r>
              <a:rPr lang="en-US" dirty="0">
                <a:solidFill>
                  <a:schemeClr val="tx1"/>
                </a:solidFill>
                <a:latin typeface="+mn-lt"/>
              </a:rPr>
              <a:t>Sampling distributions describe the variability in a sample statistic that occurs from sample to sample (or study to study).</a:t>
            </a:r>
          </a:p>
          <a:p>
            <a:pPr marL="0" indent="0">
              <a:buClr>
                <a:srgbClr val="000000"/>
              </a:buClr>
              <a:buSzPct val="100000"/>
              <a:buFont typeface="Times New Roman" panose="02020603050405020304" pitchFamily="18" charset="0"/>
              <a:buNone/>
              <a:defRPr/>
            </a:pPr>
            <a:endParaRPr lang="en-US" dirty="0">
              <a:solidFill>
                <a:schemeClr val="tx1"/>
              </a:solidFill>
              <a:latin typeface="+mn-lt"/>
            </a:endParaRPr>
          </a:p>
          <a:p>
            <a:pPr marL="0" indent="0">
              <a:buClr>
                <a:srgbClr val="000000"/>
              </a:buClr>
              <a:buSzPct val="100000"/>
              <a:buFont typeface="Times New Roman" panose="02020603050405020304" pitchFamily="18" charset="0"/>
              <a:buNone/>
              <a:defRPr/>
            </a:pPr>
            <a:r>
              <a:rPr lang="en-US" dirty="0">
                <a:solidFill>
                  <a:schemeClr val="tx1"/>
                </a:solidFill>
                <a:latin typeface="+mn-lt"/>
              </a:rPr>
              <a:t>Sampling distributions help us to predict how close a statistic falls to the parameter it estimates.</a:t>
            </a:r>
          </a:p>
          <a:p>
            <a:pPr marL="0" indent="0">
              <a:buClr>
                <a:srgbClr val="000000"/>
              </a:buClr>
              <a:buSzPct val="100000"/>
              <a:buFont typeface="Times New Roman" panose="02020603050405020304" pitchFamily="18" charset="0"/>
              <a:buNone/>
              <a:defRPr/>
            </a:pPr>
            <a:endParaRPr lang="en-US" altLang="en-US" dirty="0">
              <a:solidFill>
                <a:schemeClr val="tx1"/>
              </a:solidFill>
              <a:latin typeface="+mn-lt"/>
            </a:endParaRPr>
          </a:p>
          <a:p>
            <a:pPr marL="0" indent="0">
              <a:buClr>
                <a:srgbClr val="000000"/>
              </a:buClr>
              <a:buSzPct val="100000"/>
              <a:buFont typeface="Times New Roman" panose="02020603050405020304" pitchFamily="18" charset="0"/>
              <a:buNone/>
              <a:defRPr/>
            </a:pPr>
            <a:r>
              <a:rPr lang="en-US" dirty="0">
                <a:solidFill>
                  <a:schemeClr val="tx1"/>
                </a:solidFill>
                <a:latin typeface="+mn-lt"/>
              </a:rPr>
              <a:t>Every sample statistic is a random variable and, hence, has a sampling distribution. Besides the sample proportion, there is a sampling distribution of a sample</a:t>
            </a:r>
          </a:p>
          <a:p>
            <a:pPr marL="0" indent="0">
              <a:buClr>
                <a:srgbClr val="000000"/>
              </a:buClr>
              <a:buSzPct val="100000"/>
              <a:buFont typeface="Times New Roman" panose="02020603050405020304" pitchFamily="18" charset="0"/>
              <a:buNone/>
              <a:defRPr/>
            </a:pPr>
            <a:r>
              <a:rPr lang="en-US" dirty="0">
                <a:solidFill>
                  <a:schemeClr val="tx1"/>
                </a:solidFill>
                <a:latin typeface="+mn-lt"/>
              </a:rPr>
              <a:t>mean, a sampling distribution of a sample median, a sampling distribution of a sample standard deviation, and so forth.</a:t>
            </a:r>
            <a:endParaRPr lang="en-US" altLang="en-US" dirty="0">
              <a:solidFill>
                <a:schemeClr val="tx1"/>
              </a:solidFill>
              <a:latin typeface="+mn-lt"/>
            </a:endParaRPr>
          </a:p>
        </p:txBody>
      </p:sp>
      <p:sp>
        <p:nvSpPr>
          <p:cNvPr id="200708" name="Rectangle 1">
            <a:extLst>
              <a:ext uri="{FF2B5EF4-FFF2-40B4-BE49-F238E27FC236}">
                <a16:creationId xmlns:a16="http://schemas.microsoft.com/office/drawing/2014/main" id="{9C23A769-FFE1-4155-B6C1-416C1F5B0E70}"/>
              </a:ext>
            </a:extLst>
          </p:cNvPr>
          <p:cNvSpPr>
            <a:spLocks noChangeArrowheads="1"/>
          </p:cNvSpPr>
          <p:nvPr/>
        </p:nvSpPr>
        <p:spPr bwMode="auto">
          <a:xfrm>
            <a:off x="762000" y="76200"/>
            <a:ext cx="79248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pPr>
            <a:r>
              <a:rPr lang="en-US" altLang="en-US" sz="3200" b="1">
                <a:solidFill>
                  <a:schemeClr val="tx1"/>
                </a:solidFill>
                <a:latin typeface="Arial" panose="020B0604020202020204" pitchFamily="34" charset="0"/>
              </a:rPr>
              <a:t>A Sampling Distribution Informs How Close a Statistic Falls to a Parameter</a:t>
            </a:r>
          </a:p>
        </p:txBody>
      </p:sp>
      <p:sp>
        <p:nvSpPr>
          <p:cNvPr id="200709" name="Slide Number Placeholder 1">
            <a:extLst>
              <a:ext uri="{FF2B5EF4-FFF2-40B4-BE49-F238E27FC236}">
                <a16:creationId xmlns:a16="http://schemas.microsoft.com/office/drawing/2014/main" id="{947EE7CF-312F-4CF2-9E27-744BC3C16B49}"/>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5A31D1F-B723-4B7F-A756-C62152829E3A}" type="slidenum">
              <a:rPr lang="en-US" altLang="en-US" smtClean="0"/>
              <a:pPr/>
              <a:t>102</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
            <a:extLst>
              <a:ext uri="{FF2B5EF4-FFF2-40B4-BE49-F238E27FC236}">
                <a16:creationId xmlns:a16="http://schemas.microsoft.com/office/drawing/2014/main" id="{C4814D8E-7163-4C56-A114-E3B8E109C65E}"/>
              </a:ext>
            </a:extLst>
          </p:cNvPr>
          <p:cNvSpPr>
            <a:spLocks noGrp="1" noChangeArrowheads="1"/>
          </p:cNvSpPr>
          <p:nvPr>
            <p:ph type="title" idx="4294967295"/>
          </p:nvPr>
        </p:nvSpPr>
        <p:spPr bwMode="auto">
          <a:xfrm>
            <a:off x="452438" y="87313"/>
            <a:ext cx="8005762" cy="1095375"/>
          </a:xfrm>
          <a:prstGeom prst="rect">
            <a:avLst/>
          </a:prstGeom>
          <a:solidFill>
            <a:srgbClr val="FFFFFF"/>
          </a:solidFill>
        </p:spPr>
        <p:txBody>
          <a:bodyPr lIns="90000" tIns="46800" rIns="90000" bIns="46800" anchor="ctr"/>
          <a:lstStyle/>
          <a:p>
            <a:pPr>
              <a:defRPr/>
            </a:pPr>
            <a:r>
              <a:rPr lang="en-US" sz="2400" b="1" dirty="0">
                <a:latin typeface="+mn-lt"/>
              </a:rPr>
              <a:t>SUMMARY: The Sampling Distribution of the Sample Mean When the Population Distribution is Normally Distributed</a:t>
            </a:r>
            <a:endParaRPr lang="en-US" altLang="en-US" sz="2400" b="1" dirty="0">
              <a:solidFill>
                <a:schemeClr val="tx1"/>
              </a:solidFill>
              <a:latin typeface="+mn-lt"/>
            </a:endParaRPr>
          </a:p>
        </p:txBody>
      </p:sp>
      <p:sp>
        <p:nvSpPr>
          <p:cNvPr id="74755" name="Text Box 2">
            <a:extLst>
              <a:ext uri="{FF2B5EF4-FFF2-40B4-BE49-F238E27FC236}">
                <a16:creationId xmlns:a16="http://schemas.microsoft.com/office/drawing/2014/main" id="{BC053D84-2375-4F32-ADE3-7CEAE6FCE7EE}"/>
              </a:ext>
            </a:extLst>
          </p:cNvPr>
          <p:cNvSpPr txBox="1">
            <a:spLocks noRot="1" noChangeAspect="1" noMove="1" noResize="1" noEditPoints="1" noAdjustHandles="1" noChangeArrowheads="1" noChangeShapeType="1" noTextEdit="1"/>
          </p:cNvSpPr>
          <p:nvPr/>
        </p:nvSpPr>
        <p:spPr bwMode="auto">
          <a:xfrm>
            <a:off x="685800" y="1485900"/>
            <a:ext cx="7772400" cy="4446588"/>
          </a:xfrm>
          <a:prstGeom prst="rect">
            <a:avLst/>
          </a:prstGeom>
          <a:blipFill>
            <a:blip r:embed="rId3"/>
            <a:stretch>
              <a:fillRect l="-1255" t="-960" r="-784"/>
            </a:stretch>
          </a:blipFill>
          <a:ln>
            <a:noFill/>
          </a:ln>
          <a:effectLst/>
        </p:spPr>
        <p:txBody>
          <a:bodyPr/>
          <a:lstStyle/>
          <a:p>
            <a:pPr>
              <a:defRPr/>
            </a:pPr>
            <a:r>
              <a:rPr lang="en-US">
                <a:noFill/>
              </a:rPr>
              <a:t> </a:t>
            </a:r>
          </a:p>
        </p:txBody>
      </p:sp>
      <p:sp>
        <p:nvSpPr>
          <p:cNvPr id="202756" name="Slide Number Placeholder 1">
            <a:extLst>
              <a:ext uri="{FF2B5EF4-FFF2-40B4-BE49-F238E27FC236}">
                <a16:creationId xmlns:a16="http://schemas.microsoft.com/office/drawing/2014/main" id="{70409F38-229B-4A19-8D91-B574BF54EC1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D947A15-B504-4AC3-ABDD-B042F272451F}" type="slidenum">
              <a:rPr lang="en-US" altLang="en-US" smtClean="0"/>
              <a:pPr/>
              <a:t>103</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1">
            <a:extLst>
              <a:ext uri="{FF2B5EF4-FFF2-40B4-BE49-F238E27FC236}">
                <a16:creationId xmlns:a16="http://schemas.microsoft.com/office/drawing/2014/main" id="{F99DE8CB-13CF-43BE-A2EC-75E50C5122A4}"/>
              </a:ext>
            </a:extLst>
          </p:cNvPr>
          <p:cNvSpPr>
            <a:spLocks noGrp="1" noChangeArrowheads="1"/>
          </p:cNvSpPr>
          <p:nvPr>
            <p:ph type="title" idx="4294967295"/>
          </p:nvPr>
        </p:nvSpPr>
        <p:spPr bwMode="auto">
          <a:xfrm>
            <a:off x="608013" y="76200"/>
            <a:ext cx="8077200" cy="10985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500" b="1">
                <a:solidFill>
                  <a:schemeClr val="tx1"/>
                </a:solidFill>
                <a:latin typeface="Arial" panose="020B0604020202020204" pitchFamily="34" charset="0"/>
              </a:rPr>
              <a:t>Describing the Behavior of the Sampling Distribution for the Sample Mean for any Population</a:t>
            </a:r>
          </a:p>
        </p:txBody>
      </p:sp>
      <p:sp>
        <p:nvSpPr>
          <p:cNvPr id="76803" name="Text Box 2">
            <a:extLst>
              <a:ext uri="{FF2B5EF4-FFF2-40B4-BE49-F238E27FC236}">
                <a16:creationId xmlns:a16="http://schemas.microsoft.com/office/drawing/2014/main" id="{FAB15E6B-DA52-443A-B2DB-09C107C4B7F0}"/>
              </a:ext>
            </a:extLst>
          </p:cNvPr>
          <p:cNvSpPr txBox="1">
            <a:spLocks noRot="1" noChangeAspect="1" noMove="1" noResize="1" noEditPoints="1" noAdjustHandles="1" noChangeArrowheads="1" noChangeShapeType="1" noTextEdit="1"/>
          </p:cNvSpPr>
          <p:nvPr/>
        </p:nvSpPr>
        <p:spPr bwMode="auto">
          <a:xfrm>
            <a:off x="912813" y="1408176"/>
            <a:ext cx="7772400" cy="4454525"/>
          </a:xfrm>
          <a:prstGeom prst="rect">
            <a:avLst/>
          </a:prstGeom>
          <a:blipFill>
            <a:blip r:embed="rId3"/>
            <a:stretch>
              <a:fillRect l="-1255" t="-958" r="-1569"/>
            </a:stretch>
          </a:blipFill>
          <a:ln>
            <a:noFill/>
          </a:ln>
          <a:effectLst/>
        </p:spPr>
        <p:txBody>
          <a:bodyPr/>
          <a:lstStyle/>
          <a:p>
            <a:pPr>
              <a:defRPr/>
            </a:pPr>
            <a:r>
              <a:rPr lang="en-US">
                <a:noFill/>
              </a:rPr>
              <a:t> </a:t>
            </a:r>
          </a:p>
        </p:txBody>
      </p:sp>
      <p:sp>
        <p:nvSpPr>
          <p:cNvPr id="204804" name="Slide Number Placeholder 1">
            <a:extLst>
              <a:ext uri="{FF2B5EF4-FFF2-40B4-BE49-F238E27FC236}">
                <a16:creationId xmlns:a16="http://schemas.microsoft.com/office/drawing/2014/main" id="{95C5C1B5-EDD4-493F-B949-44425D94C6F2}"/>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6483E35B-2E1E-49D4-9DE6-9B5AB7E03D0F}" type="slidenum">
              <a:rPr lang="en-US" altLang="en-US" smtClean="0"/>
              <a:pPr/>
              <a:t>104</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8">
            <a:extLst>
              <a:ext uri="{FF2B5EF4-FFF2-40B4-BE49-F238E27FC236}">
                <a16:creationId xmlns:a16="http://schemas.microsoft.com/office/drawing/2014/main" id="{98435F5A-D7DE-4FE7-B4A4-293988BC3A4F}"/>
              </a:ext>
            </a:extLst>
          </p:cNvPr>
          <p:cNvSpPr>
            <a:spLocks noChangeArrowheads="1"/>
          </p:cNvSpPr>
          <p:nvPr/>
        </p:nvSpPr>
        <p:spPr bwMode="auto">
          <a:xfrm>
            <a:off x="530225" y="1096963"/>
            <a:ext cx="8005763" cy="3889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851" name="Rectangle 1">
            <a:extLst>
              <a:ext uri="{FF2B5EF4-FFF2-40B4-BE49-F238E27FC236}">
                <a16:creationId xmlns:a16="http://schemas.microsoft.com/office/drawing/2014/main" id="{E512E2E6-264F-4B77-83CE-DF3033107956}"/>
              </a:ext>
            </a:extLst>
          </p:cNvPr>
          <p:cNvSpPr>
            <a:spLocks noChangeArrowheads="1"/>
          </p:cNvSpPr>
          <p:nvPr/>
        </p:nvSpPr>
        <p:spPr bwMode="auto">
          <a:xfrm>
            <a:off x="609600" y="76200"/>
            <a:ext cx="8458200"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pPr>
            <a:r>
              <a:rPr lang="en-US" altLang="en-US" sz="3000" b="1">
                <a:solidFill>
                  <a:schemeClr val="tx1"/>
                </a:solidFill>
                <a:latin typeface="Arial" panose="020B0604020202020204" pitchFamily="34" charset="0"/>
              </a:rPr>
              <a:t>The Central Limit Theorem (CLT): Describes the Expected Shape of the Sampling Distribution for Sample Mean</a:t>
            </a:r>
          </a:p>
        </p:txBody>
      </p:sp>
      <p:pic>
        <p:nvPicPr>
          <p:cNvPr id="206852" name="Object 5">
            <a:extLst>
              <a:ext uri="{FF2B5EF4-FFF2-40B4-BE49-F238E27FC236}">
                <a16:creationId xmlns:a16="http://schemas.microsoft.com/office/drawing/2014/main" id="{B9CB3625-37F3-4778-9A72-50581DBD85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1713" y="995363"/>
            <a:ext cx="38100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852" name="Text Box 6">
            <a:extLst>
              <a:ext uri="{FF2B5EF4-FFF2-40B4-BE49-F238E27FC236}">
                <a16:creationId xmlns:a16="http://schemas.microsoft.com/office/drawing/2014/main" id="{C4BF640C-88A0-402F-B8E1-9EB7EE100EBA}"/>
              </a:ext>
            </a:extLst>
          </p:cNvPr>
          <p:cNvSpPr txBox="1">
            <a:spLocks noRot="1" noChangeAspect="1" noMove="1" noResize="1" noEditPoints="1" noAdjustHandles="1" noChangeArrowheads="1" noChangeShapeType="1" noTextEdit="1"/>
          </p:cNvSpPr>
          <p:nvPr/>
        </p:nvSpPr>
        <p:spPr bwMode="auto">
          <a:xfrm>
            <a:off x="685800" y="1968500"/>
            <a:ext cx="8153400" cy="1602298"/>
          </a:xfrm>
          <a:prstGeom prst="rect">
            <a:avLst/>
          </a:prstGeom>
          <a:blipFill>
            <a:blip r:embed="rId4"/>
            <a:stretch>
              <a:fillRect l="-1197" t="-2662" r="-7105" b="-6084"/>
            </a:stretch>
          </a:blipFill>
          <a:ln>
            <a:noFill/>
          </a:ln>
          <a:effectLst/>
        </p:spPr>
        <p:txBody>
          <a:bodyPr/>
          <a:lstStyle/>
          <a:p>
            <a:pPr>
              <a:defRPr/>
            </a:pPr>
            <a:r>
              <a:rPr lang="en-US">
                <a:noFill/>
              </a:rPr>
              <a:t> </a:t>
            </a:r>
          </a:p>
        </p:txBody>
      </p:sp>
      <p:sp>
        <p:nvSpPr>
          <p:cNvPr id="206854" name="Line 9">
            <a:extLst>
              <a:ext uri="{FF2B5EF4-FFF2-40B4-BE49-F238E27FC236}">
                <a16:creationId xmlns:a16="http://schemas.microsoft.com/office/drawing/2014/main" id="{24BE7E90-3AD9-464A-A1D2-90FAE02F5912}"/>
              </a:ext>
            </a:extLst>
          </p:cNvPr>
          <p:cNvSpPr>
            <a:spLocks noChangeShapeType="1"/>
          </p:cNvSpPr>
          <p:nvPr/>
        </p:nvSpPr>
        <p:spPr bwMode="auto">
          <a:xfrm>
            <a:off x="685800" y="1719263"/>
            <a:ext cx="7772400" cy="0"/>
          </a:xfrm>
          <a:prstGeom prst="line">
            <a:avLst/>
          </a:prstGeom>
          <a:noFill/>
          <a:ln w="762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6855" name="Slide Number Placeholder 1">
            <a:extLst>
              <a:ext uri="{FF2B5EF4-FFF2-40B4-BE49-F238E27FC236}">
                <a16:creationId xmlns:a16="http://schemas.microsoft.com/office/drawing/2014/main" id="{0DE0BD16-1764-46E7-B170-67F855E6BC27}"/>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9F7B4C9-34B4-4C08-B84B-2C3D30282372}" type="slidenum">
              <a:rPr lang="en-US" altLang="en-US" smtClean="0"/>
              <a:pPr/>
              <a:t>105</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1">
            <a:extLst>
              <a:ext uri="{FF2B5EF4-FFF2-40B4-BE49-F238E27FC236}">
                <a16:creationId xmlns:a16="http://schemas.microsoft.com/office/drawing/2014/main" id="{279E0870-D9D1-4440-99C1-09F7D9A1A3C6}"/>
              </a:ext>
            </a:extLst>
          </p:cNvPr>
          <p:cNvSpPr>
            <a:spLocks noGrp="1" noChangeArrowheads="1"/>
          </p:cNvSpPr>
          <p:nvPr>
            <p:ph type="title" idx="4294967295"/>
          </p:nvPr>
        </p:nvSpPr>
        <p:spPr bwMode="auto">
          <a:xfrm>
            <a:off x="685800" y="303213"/>
            <a:ext cx="5624513" cy="6381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chemeClr val="tx1"/>
                </a:solidFill>
                <a:latin typeface="Arial" panose="020B0604020202020204" pitchFamily="34" charset="0"/>
              </a:rPr>
              <a:t>Population Distribution</a:t>
            </a:r>
          </a:p>
        </p:txBody>
      </p:sp>
      <p:sp>
        <p:nvSpPr>
          <p:cNvPr id="80899" name="Text Box 7">
            <a:extLst>
              <a:ext uri="{FF2B5EF4-FFF2-40B4-BE49-F238E27FC236}">
                <a16:creationId xmlns:a16="http://schemas.microsoft.com/office/drawing/2014/main" id="{4BFD1B5B-7C9B-4339-AD47-E33A3D0B20A4}"/>
              </a:ext>
            </a:extLst>
          </p:cNvPr>
          <p:cNvSpPr txBox="1">
            <a:spLocks noRot="1" noChangeAspect="1" noMove="1" noResize="1" noEditPoints="1" noAdjustHandles="1" noChangeArrowheads="1" noChangeShapeType="1" noTextEdit="1"/>
          </p:cNvSpPr>
          <p:nvPr/>
        </p:nvSpPr>
        <p:spPr bwMode="auto">
          <a:xfrm>
            <a:off x="762000" y="5422900"/>
            <a:ext cx="8153400" cy="852798"/>
          </a:xfrm>
          <a:prstGeom prst="rect">
            <a:avLst/>
          </a:prstGeom>
          <a:blipFill>
            <a:blip r:embed="rId3"/>
            <a:stretch>
              <a:fillRect l="-374" t="-2158" b="-6475"/>
            </a:stretch>
          </a:blipFill>
          <a:ln>
            <a:noFill/>
          </a:ln>
          <a:effectLst/>
        </p:spPr>
        <p:txBody>
          <a:bodyPr/>
          <a:lstStyle/>
          <a:p>
            <a:pPr>
              <a:defRPr/>
            </a:pPr>
            <a:r>
              <a:rPr lang="en-US">
                <a:noFill/>
              </a:rPr>
              <a:t> </a:t>
            </a:r>
          </a:p>
        </p:txBody>
      </p:sp>
      <p:pic>
        <p:nvPicPr>
          <p:cNvPr id="208900" name="Picture 1">
            <a:extLst>
              <a:ext uri="{FF2B5EF4-FFF2-40B4-BE49-F238E27FC236}">
                <a16:creationId xmlns:a16="http://schemas.microsoft.com/office/drawing/2014/main" id="{6952E64F-F681-4F7B-BADB-9064F02BC15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96950" y="1344613"/>
            <a:ext cx="6384925" cy="383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901" name="Slide Number Placeholder 1">
            <a:extLst>
              <a:ext uri="{FF2B5EF4-FFF2-40B4-BE49-F238E27FC236}">
                <a16:creationId xmlns:a16="http://schemas.microsoft.com/office/drawing/2014/main" id="{0FEE3DEB-6022-4F9A-9880-CD12E76D1379}"/>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357B337-5E99-427C-953E-1E653EACB7DE}" type="slidenum">
              <a:rPr lang="en-US" altLang="en-US" smtClean="0"/>
              <a:pPr/>
              <a:t>106</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1">
            <a:extLst>
              <a:ext uri="{FF2B5EF4-FFF2-40B4-BE49-F238E27FC236}">
                <a16:creationId xmlns:a16="http://schemas.microsoft.com/office/drawing/2014/main" id="{6003F4B4-1C46-4F4C-AAB4-1EAA41BE4DF9}"/>
              </a:ext>
            </a:extLst>
          </p:cNvPr>
          <p:cNvSpPr>
            <a:spLocks noGrp="1" noChangeArrowheads="1"/>
          </p:cNvSpPr>
          <p:nvPr>
            <p:ph type="title" idx="4294967295"/>
          </p:nvPr>
        </p:nvSpPr>
        <p:spPr bwMode="auto">
          <a:xfrm>
            <a:off x="685800" y="76200"/>
            <a:ext cx="8215313" cy="10191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chemeClr val="tx1"/>
                </a:solidFill>
                <a:latin typeface="Arial" panose="020B0604020202020204" pitchFamily="34" charset="0"/>
              </a:rPr>
              <a:t>Effect of </a:t>
            </a:r>
            <a:r>
              <a:rPr lang="en-US" altLang="en-US" b="1" i="1">
                <a:solidFill>
                  <a:schemeClr val="tx1"/>
                </a:solidFill>
                <a:latin typeface="Arial" panose="020B0604020202020204" pitchFamily="34" charset="0"/>
              </a:rPr>
              <a:t>n</a:t>
            </a:r>
            <a:r>
              <a:rPr lang="en-US" altLang="en-US" b="1">
                <a:solidFill>
                  <a:schemeClr val="tx1"/>
                </a:solidFill>
                <a:latin typeface="Arial" panose="020B0604020202020204" pitchFamily="34" charset="0"/>
              </a:rPr>
              <a:t> on the Standard Deviation</a:t>
            </a:r>
            <a:br>
              <a:rPr lang="en-US" altLang="en-US" b="1">
                <a:solidFill>
                  <a:schemeClr val="tx1"/>
                </a:solidFill>
                <a:latin typeface="Arial" panose="020B0604020202020204" pitchFamily="34" charset="0"/>
              </a:rPr>
            </a:br>
            <a:r>
              <a:rPr lang="en-US" altLang="en-US" b="1">
                <a:solidFill>
                  <a:schemeClr val="tx1"/>
                </a:solidFill>
                <a:latin typeface="Arial" panose="020B0604020202020204" pitchFamily="34" charset="0"/>
              </a:rPr>
              <a:t>of the Sampling Distribution</a:t>
            </a:r>
          </a:p>
        </p:txBody>
      </p:sp>
      <p:sp>
        <p:nvSpPr>
          <p:cNvPr id="89091" name="Text Box 2">
            <a:extLst>
              <a:ext uri="{FF2B5EF4-FFF2-40B4-BE49-F238E27FC236}">
                <a16:creationId xmlns:a16="http://schemas.microsoft.com/office/drawing/2014/main" id="{0DF8330C-CDAB-43C9-BB0D-F2E7E8211514}"/>
              </a:ext>
            </a:extLst>
          </p:cNvPr>
          <p:cNvSpPr txBox="1">
            <a:spLocks noRot="1" noChangeAspect="1" noMove="1" noResize="1" noEditPoints="1" noAdjustHandles="1" noChangeArrowheads="1" noChangeShapeType="1" noTextEdit="1"/>
          </p:cNvSpPr>
          <p:nvPr/>
        </p:nvSpPr>
        <p:spPr bwMode="auto">
          <a:xfrm>
            <a:off x="914400" y="1676400"/>
            <a:ext cx="7772400" cy="4454525"/>
          </a:xfrm>
          <a:prstGeom prst="rect">
            <a:avLst/>
          </a:prstGeom>
          <a:blipFill>
            <a:blip r:embed="rId3"/>
            <a:stretch>
              <a:fillRect l="-1255" t="-958" r="-1255"/>
            </a:stretch>
          </a:blipFill>
          <a:ln>
            <a:noFill/>
          </a:ln>
          <a:effectLst/>
        </p:spPr>
        <p:txBody>
          <a:bodyPr/>
          <a:lstStyle/>
          <a:p>
            <a:pPr>
              <a:defRPr/>
            </a:pPr>
            <a:r>
              <a:rPr lang="en-US">
                <a:noFill/>
              </a:rPr>
              <a:t> </a:t>
            </a:r>
          </a:p>
        </p:txBody>
      </p:sp>
      <p:sp>
        <p:nvSpPr>
          <p:cNvPr id="210948" name="AutoShape 4">
            <a:extLst>
              <a:ext uri="{FF2B5EF4-FFF2-40B4-BE49-F238E27FC236}">
                <a16:creationId xmlns:a16="http://schemas.microsoft.com/office/drawing/2014/main" id="{06AD6A6E-CCFE-42B3-AAE9-840A9273643E}"/>
              </a:ext>
            </a:extLst>
          </p:cNvPr>
          <p:cNvSpPr>
            <a:spLocks noChangeArrowheads="1"/>
          </p:cNvSpPr>
          <p:nvPr/>
        </p:nvSpPr>
        <p:spPr bwMode="auto">
          <a:xfrm>
            <a:off x="2824163" y="3481388"/>
            <a:ext cx="55562" cy="50800"/>
          </a:xfrm>
          <a:prstGeom prst="roundRect">
            <a:avLst>
              <a:gd name="adj" fmla="val 3125"/>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10949" name="Slide Number Placeholder 1">
            <a:extLst>
              <a:ext uri="{FF2B5EF4-FFF2-40B4-BE49-F238E27FC236}">
                <a16:creationId xmlns:a16="http://schemas.microsoft.com/office/drawing/2014/main" id="{E726D063-04E1-432F-9DFD-C5AE7A461435}"/>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BAEE76E-447D-476E-9477-2A60D053484D}" type="slidenum">
              <a:rPr lang="en-US" altLang="en-US" smtClean="0"/>
              <a:pPr/>
              <a:t>107</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1">
            <a:extLst>
              <a:ext uri="{FF2B5EF4-FFF2-40B4-BE49-F238E27FC236}">
                <a16:creationId xmlns:a16="http://schemas.microsoft.com/office/drawing/2014/main" id="{D59622B1-C985-4951-96A4-98463156C801}"/>
              </a:ext>
            </a:extLst>
          </p:cNvPr>
          <p:cNvSpPr>
            <a:spLocks noGrp="1" noChangeArrowheads="1"/>
          </p:cNvSpPr>
          <p:nvPr>
            <p:ph type="title" idx="4294967295"/>
          </p:nvPr>
        </p:nvSpPr>
        <p:spPr bwMode="auto">
          <a:xfrm>
            <a:off x="685800" y="76200"/>
            <a:ext cx="8215313" cy="10191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chemeClr val="tx1"/>
                </a:solidFill>
                <a:latin typeface="Arial" panose="020B0604020202020204" pitchFamily="34" charset="0"/>
              </a:rPr>
              <a:t>The Central Limit Theorem Helps Us Make Inferences</a:t>
            </a:r>
          </a:p>
        </p:txBody>
      </p:sp>
      <p:sp>
        <p:nvSpPr>
          <p:cNvPr id="89091" name="Text Box 2">
            <a:extLst>
              <a:ext uri="{FF2B5EF4-FFF2-40B4-BE49-F238E27FC236}">
                <a16:creationId xmlns:a16="http://schemas.microsoft.com/office/drawing/2014/main" id="{C4E3E96F-1DBB-4B0A-B073-8193CB7D093A}"/>
              </a:ext>
            </a:extLst>
          </p:cNvPr>
          <p:cNvSpPr txBox="1">
            <a:spLocks noRot="1" noChangeAspect="1" noMove="1" noResize="1" noEditPoints="1" noAdjustHandles="1" noChangeArrowheads="1" noChangeShapeType="1" noTextEdit="1"/>
          </p:cNvSpPr>
          <p:nvPr/>
        </p:nvSpPr>
        <p:spPr bwMode="auto">
          <a:xfrm>
            <a:off x="914400" y="1676400"/>
            <a:ext cx="7772400" cy="4454525"/>
          </a:xfrm>
          <a:prstGeom prst="rect">
            <a:avLst/>
          </a:prstGeom>
          <a:blipFill>
            <a:blip r:embed="rId3"/>
            <a:stretch>
              <a:fillRect l="-863" t="-547" r="-1255" b="-410"/>
            </a:stretch>
          </a:blipFill>
          <a:ln>
            <a:noFill/>
          </a:ln>
          <a:effectLst/>
        </p:spPr>
        <p:txBody>
          <a:bodyPr/>
          <a:lstStyle/>
          <a:p>
            <a:pPr>
              <a:defRPr/>
            </a:pPr>
            <a:r>
              <a:rPr lang="en-US">
                <a:noFill/>
              </a:rPr>
              <a:t> </a:t>
            </a:r>
          </a:p>
        </p:txBody>
      </p:sp>
      <p:sp>
        <p:nvSpPr>
          <p:cNvPr id="212996" name="AutoShape 4">
            <a:extLst>
              <a:ext uri="{FF2B5EF4-FFF2-40B4-BE49-F238E27FC236}">
                <a16:creationId xmlns:a16="http://schemas.microsoft.com/office/drawing/2014/main" id="{BC9399F9-DBB6-43D8-B7F7-584208B6FA78}"/>
              </a:ext>
            </a:extLst>
          </p:cNvPr>
          <p:cNvSpPr>
            <a:spLocks noChangeArrowheads="1"/>
          </p:cNvSpPr>
          <p:nvPr/>
        </p:nvSpPr>
        <p:spPr bwMode="auto">
          <a:xfrm>
            <a:off x="2824163" y="3481388"/>
            <a:ext cx="55562" cy="50800"/>
          </a:xfrm>
          <a:prstGeom prst="roundRect">
            <a:avLst>
              <a:gd name="adj" fmla="val 3125"/>
            </a:avLst>
          </a:prstGeom>
          <a:solidFill>
            <a:srgbClr val="FFFFF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12997" name="Slide Number Placeholder 1">
            <a:extLst>
              <a:ext uri="{FF2B5EF4-FFF2-40B4-BE49-F238E27FC236}">
                <a16:creationId xmlns:a16="http://schemas.microsoft.com/office/drawing/2014/main" id="{69A91AB8-B976-441D-A645-DE9F0D06ED5E}"/>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9E6BB71-0702-4E78-ABBB-6F77DB970F7F}" type="slidenum">
              <a:rPr lang="en-US" altLang="en-US" smtClean="0"/>
              <a:pPr/>
              <a:t>108</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1">
            <a:extLst>
              <a:ext uri="{FF2B5EF4-FFF2-40B4-BE49-F238E27FC236}">
                <a16:creationId xmlns:a16="http://schemas.microsoft.com/office/drawing/2014/main" id="{BA2CBD20-228D-4137-926D-3E92CB57C4BE}"/>
              </a:ext>
            </a:extLst>
          </p:cNvPr>
          <p:cNvSpPr>
            <a:spLocks noGrp="1" noChangeArrowheads="1"/>
          </p:cNvSpPr>
          <p:nvPr>
            <p:ph type="title" idx="4294967295"/>
          </p:nvPr>
        </p:nvSpPr>
        <p:spPr bwMode="auto">
          <a:xfrm>
            <a:off x="608013" y="165100"/>
            <a:ext cx="7924800" cy="10350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The Bootstrap: Using Simulation to Construct a Confidence Interval</a:t>
            </a:r>
          </a:p>
        </p:txBody>
      </p:sp>
      <p:sp>
        <p:nvSpPr>
          <p:cNvPr id="168963" name="Rectangle 2">
            <a:extLst>
              <a:ext uri="{FF2B5EF4-FFF2-40B4-BE49-F238E27FC236}">
                <a16:creationId xmlns:a16="http://schemas.microsoft.com/office/drawing/2014/main" id="{97E58624-130A-4F81-A66B-A7296172A661}"/>
              </a:ext>
            </a:extLst>
          </p:cNvPr>
          <p:cNvSpPr>
            <a:spLocks noGrp="1" noChangeArrowheads="1"/>
          </p:cNvSpPr>
          <p:nvPr>
            <p:ph type="body" idx="4294967295"/>
          </p:nvPr>
        </p:nvSpPr>
        <p:spPr bwMode="auto">
          <a:xfrm>
            <a:off x="914400" y="1600200"/>
            <a:ext cx="7753350" cy="4511675"/>
          </a:xfrm>
          <a:prstGeom prst="rect">
            <a:avLst/>
          </a:prstGeom>
          <a:solidFill>
            <a:srgbClr val="FFFFFF"/>
          </a:solidFill>
        </p:spPr>
        <p:txBody>
          <a:bodyPr lIns="90000" tIns="46800" rIns="90000" bIns="46800"/>
          <a:lstStyle/>
          <a:p>
            <a:pPr marL="0" indent="0">
              <a:defRPr/>
            </a:pPr>
            <a:r>
              <a:rPr lang="en-US" dirty="0"/>
              <a:t>When it is difficult to derive a standard error or a confidence interval formula that works well, you can “pull yourself up by your bootstraps” to attack the problem without using mathematical formulas.</a:t>
            </a:r>
          </a:p>
          <a:p>
            <a:pPr marL="0" indent="0">
              <a:defRPr/>
            </a:pPr>
            <a:endParaRPr lang="en-US" altLang="en-US" dirty="0"/>
          </a:p>
          <a:p>
            <a:pPr marL="0" indent="-333375"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altLang="en-US" dirty="0"/>
              <a:t>The </a:t>
            </a:r>
            <a:r>
              <a:rPr lang="en-US" altLang="en-US" i="1" dirty="0"/>
              <a:t>bootstrap</a:t>
            </a:r>
            <a:r>
              <a:rPr lang="en-US" altLang="en-US" dirty="0"/>
              <a:t> is a simulation method that resamples from the observed data. It treats the data distribution as if it were the population distribution.</a:t>
            </a:r>
          </a:p>
          <a:p>
            <a:pPr marL="0" indent="-333375"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altLang="en-US" dirty="0"/>
          </a:p>
          <a:p>
            <a:pPr marL="0" indent="-333375"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US" altLang="en-US" dirty="0"/>
          </a:p>
        </p:txBody>
      </p:sp>
      <p:sp>
        <p:nvSpPr>
          <p:cNvPr id="215044" name="Slide Number Placeholder 1">
            <a:extLst>
              <a:ext uri="{FF2B5EF4-FFF2-40B4-BE49-F238E27FC236}">
                <a16:creationId xmlns:a16="http://schemas.microsoft.com/office/drawing/2014/main" id="{5E3BB95C-58DE-4A03-97D0-ED2293EFFF87}"/>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4C91D029-8890-4117-A89A-414DD5DBED74}" type="slidenum">
              <a:rPr lang="en-US" altLang="en-US" smtClean="0"/>
              <a:pPr/>
              <a:t>109</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1">
            <a:extLst>
              <a:ext uri="{FF2B5EF4-FFF2-40B4-BE49-F238E27FC236}">
                <a16:creationId xmlns:a16="http://schemas.microsoft.com/office/drawing/2014/main" id="{DB5D9B69-D4C2-4D76-823C-B34BDA8FB651}"/>
              </a:ext>
            </a:extLst>
          </p:cNvPr>
          <p:cNvSpPr>
            <a:spLocks noGrp="1" noChangeArrowheads="1"/>
          </p:cNvSpPr>
          <p:nvPr>
            <p:ph type="body" idx="4294967295"/>
          </p:nvPr>
        </p:nvSpPr>
        <p:spPr bwMode="auto">
          <a:xfrm>
            <a:off x="841375" y="14859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indent="-333375"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200"/>
              <a:t>To use the bootstrap method:</a:t>
            </a:r>
          </a:p>
          <a:p>
            <a:pPr indent="-333375"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2200"/>
          </a:p>
          <a:p>
            <a:pPr marL="523875" lvl="2" eaLnBrk="1" hangingPunct="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200"/>
              <a:t>You resample, with replacement, </a:t>
            </a:r>
            <a:r>
              <a:rPr lang="en-US" altLang="en-US" sz="2200" i="1"/>
              <a:t>n</a:t>
            </a:r>
            <a:r>
              <a:rPr lang="en-US" altLang="en-US" sz="2200"/>
              <a:t> observations from the data distribution.</a:t>
            </a:r>
          </a:p>
          <a:p>
            <a:pPr marL="180975" lvl="1" eaLnBrk="1" hangingPunct="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2200"/>
          </a:p>
          <a:p>
            <a:pPr marL="523875" lvl="2" eaLnBrk="1" hangingPunct="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200"/>
              <a:t>For the new sample of size </a:t>
            </a:r>
            <a:r>
              <a:rPr lang="en-US" altLang="en-US" sz="2200" i="1"/>
              <a:t>n</a:t>
            </a:r>
            <a:r>
              <a:rPr lang="en-US" altLang="en-US" sz="2200"/>
              <a:t>, construct the point estimate of the parameter of </a:t>
            </a:r>
            <a:r>
              <a:rPr lang="en-US" altLang="en-US" sz="2200">
                <a:solidFill>
                  <a:schemeClr val="tx1"/>
                </a:solidFill>
              </a:rPr>
              <a:t>interest.</a:t>
            </a:r>
          </a:p>
          <a:p>
            <a:pPr marL="180975" lvl="1" eaLnBrk="1" hangingPunct="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2200"/>
          </a:p>
          <a:p>
            <a:pPr marL="523875" lvl="2" eaLnBrk="1" hangingPunct="1">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200"/>
              <a:t>Repeat </a:t>
            </a:r>
            <a:r>
              <a:rPr lang="en-US" altLang="en-US" sz="2200">
                <a:solidFill>
                  <a:schemeClr val="tx1"/>
                </a:solidFill>
              </a:rPr>
              <a:t>the</a:t>
            </a:r>
            <a:r>
              <a:rPr lang="en-US" altLang="en-US" sz="2200" b="1">
                <a:solidFill>
                  <a:srgbClr val="FF0000"/>
                </a:solidFill>
              </a:rPr>
              <a:t> </a:t>
            </a:r>
            <a:r>
              <a:rPr lang="en-US" altLang="en-US" sz="2200"/>
              <a:t>process a very large number of times (e.g., selecting 10,000 separate samples of size </a:t>
            </a:r>
            <a:r>
              <a:rPr lang="en-US" altLang="en-US" sz="2200" i="1"/>
              <a:t>n</a:t>
            </a:r>
            <a:r>
              <a:rPr lang="en-US" altLang="en-US" sz="2200"/>
              <a:t> and calculating the 10,000 corresponding parameter estimates).</a:t>
            </a:r>
          </a:p>
        </p:txBody>
      </p:sp>
      <p:sp>
        <p:nvSpPr>
          <p:cNvPr id="217091" name="Rectangle 1">
            <a:extLst>
              <a:ext uri="{FF2B5EF4-FFF2-40B4-BE49-F238E27FC236}">
                <a16:creationId xmlns:a16="http://schemas.microsoft.com/office/drawing/2014/main" id="{BC3E43C2-DF85-49E4-8022-408BE5ABF3E7}"/>
              </a:ext>
            </a:extLst>
          </p:cNvPr>
          <p:cNvSpPr>
            <a:spLocks noGrp="1" noChangeArrowheads="1"/>
          </p:cNvSpPr>
          <p:nvPr>
            <p:ph type="title" idx="4294967295"/>
          </p:nvPr>
        </p:nvSpPr>
        <p:spPr bwMode="auto">
          <a:xfrm>
            <a:off x="608013" y="165100"/>
            <a:ext cx="7924800" cy="1035050"/>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b"/>
          <a:lstStyle/>
          <a:p>
            <a:pPr eaLnBrk="1" hangingPunct="1">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b="1">
                <a:solidFill>
                  <a:srgbClr val="000000"/>
                </a:solidFill>
                <a:latin typeface="Arial" panose="020B0604020202020204" pitchFamily="34" charset="0"/>
              </a:rPr>
              <a:t>The Bootstrap: Using Simulation to Construct a Confidence Interval</a:t>
            </a:r>
          </a:p>
        </p:txBody>
      </p:sp>
      <p:sp>
        <p:nvSpPr>
          <p:cNvPr id="217092" name="Slide Number Placeholder 1">
            <a:extLst>
              <a:ext uri="{FF2B5EF4-FFF2-40B4-BE49-F238E27FC236}">
                <a16:creationId xmlns:a16="http://schemas.microsoft.com/office/drawing/2014/main" id="{9407A504-E751-4BCF-9B0E-1DBFE95C2031}"/>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B319CEB2-F5E0-444E-9F65-B64701546BC6}" type="slidenum">
              <a:rPr lang="en-US" altLang="en-US" smtClean="0"/>
              <a:pPr/>
              <a:t>110</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1">
            <a:extLst>
              <a:ext uri="{FF2B5EF4-FFF2-40B4-BE49-F238E27FC236}">
                <a16:creationId xmlns:a16="http://schemas.microsoft.com/office/drawing/2014/main" id="{1B5C2718-0D97-43A2-93FF-640D12F15820}"/>
              </a:ext>
            </a:extLst>
          </p:cNvPr>
          <p:cNvSpPr>
            <a:spLocks noGrp="1" noChangeArrowheads="1"/>
          </p:cNvSpPr>
          <p:nvPr>
            <p:ph type="body" idx="4294967295"/>
          </p:nvPr>
        </p:nvSpPr>
        <p:spPr bwMode="auto">
          <a:xfrm>
            <a:off x="914400" y="1600200"/>
            <a:ext cx="7753350" cy="4511675"/>
          </a:xfrm>
          <a:prstGeom prst="rect">
            <a:avLst/>
          </a:prstGeom>
          <a:solidFill>
            <a:srgbClr val="FFFFFF"/>
          </a:solidFill>
          <a:extLs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lstStyle/>
          <a:p>
            <a:pPr marL="0" indent="-333375"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000" dirty="0"/>
              <a:t>To investigate how much the weight readings tend to vary, one of the authors weighed himself ten times, taking a 30-second break after each trial to allow the scale to reset.</a:t>
            </a:r>
          </a:p>
          <a:p>
            <a:pPr marL="0" indent="-333375" eaLnBrk="1" hangingPunct="1">
              <a:buFontTx/>
              <a:buNone/>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000" dirty="0"/>
              <a:t>He got the following values (in pounds):</a:t>
            </a:r>
          </a:p>
          <a:p>
            <a:pPr marL="0" indent="-333375" algn="ct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000" dirty="0"/>
              <a:t>160.2, 160.8, 161.4, 162.0, 160.8</a:t>
            </a:r>
          </a:p>
          <a:p>
            <a:pPr marL="0" indent="-333375" algn="ct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000" dirty="0"/>
              <a:t> 162.0, 162.0, 161.8, 161.6, 161.8.</a:t>
            </a:r>
          </a:p>
          <a:p>
            <a:pPr marL="0" indent="-3333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2000" dirty="0"/>
          </a:p>
          <a:p>
            <a:pPr marL="0" indent="-3333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000" dirty="0"/>
              <a:t>These 10 trials have a mean of 161.44 and standard deviation of 0.63.</a:t>
            </a:r>
          </a:p>
          <a:p>
            <a:pPr marL="0" indent="-3333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US" altLang="en-US" sz="2000" dirty="0"/>
          </a:p>
          <a:p>
            <a:pPr marL="0" indent="-333375">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z="2000" dirty="0"/>
              <a:t>Using the bootstrap method, find a 95% confidence interval for the population standard deviation. (</a:t>
            </a:r>
            <a:r>
              <a:rPr lang="en-US" altLang="en-US" sz="2000" dirty="0">
                <a:hlinkClick r:id="rId3"/>
              </a:rPr>
              <a:t>Web APP</a:t>
            </a:r>
            <a:r>
              <a:rPr lang="en-US" altLang="en-US" sz="2000" dirty="0"/>
              <a:t>)</a:t>
            </a:r>
          </a:p>
        </p:txBody>
      </p:sp>
      <p:sp>
        <p:nvSpPr>
          <p:cNvPr id="219139" name="Text Box 3">
            <a:extLst>
              <a:ext uri="{FF2B5EF4-FFF2-40B4-BE49-F238E27FC236}">
                <a16:creationId xmlns:a16="http://schemas.microsoft.com/office/drawing/2014/main" id="{0BA60EB2-F458-41AF-B62A-0A9C697DB2AE}"/>
              </a:ext>
            </a:extLst>
          </p:cNvPr>
          <p:cNvSpPr txBox="1">
            <a:spLocks noChangeArrowheads="1"/>
          </p:cNvSpPr>
          <p:nvPr/>
        </p:nvSpPr>
        <p:spPr bwMode="auto">
          <a:xfrm>
            <a:off x="608013" y="165100"/>
            <a:ext cx="79248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Microsoft YaHei" panose="020B0503020204020204" pitchFamily="34" charset="-122"/>
              </a:defRPr>
            </a:lvl9pPr>
          </a:lstStyle>
          <a:p>
            <a:pPr eaLnBrk="1" hangingPunct="1">
              <a:buSzPct val="100000"/>
            </a:pPr>
            <a:r>
              <a:rPr lang="en-US" altLang="en-US" sz="3200" b="1">
                <a:solidFill>
                  <a:srgbClr val="000000"/>
                </a:solidFill>
                <a:latin typeface="Arial" panose="020B0604020202020204" pitchFamily="34" charset="0"/>
              </a:rPr>
              <a:t>Example: How Variable Are Your Weight Readings on a Scale?</a:t>
            </a:r>
          </a:p>
        </p:txBody>
      </p:sp>
      <p:sp>
        <p:nvSpPr>
          <p:cNvPr id="219140" name="Slide Number Placeholder 1">
            <a:extLst>
              <a:ext uri="{FF2B5EF4-FFF2-40B4-BE49-F238E27FC236}">
                <a16:creationId xmlns:a16="http://schemas.microsoft.com/office/drawing/2014/main" id="{64D95420-70BF-4CA0-8CE1-27B9460388E6}"/>
              </a:ext>
            </a:extLst>
          </p:cNvPr>
          <p:cNvSpPr>
            <a:spLocks noGrp="1" noChangeArrowheads="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1F174A78-9954-4217-BC36-D83535253BF0}" type="slidenum">
              <a:rPr lang="en-US" altLang="en-US" smtClean="0"/>
              <a:pPr/>
              <a:t>111</a:t>
            </a:fld>
            <a:endParaRPr lang="en-US" altLang="en-US"/>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2_Section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Content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Times New Roman"/>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1">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ea typeface="Microsoft YaHei" charset="-122"/>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5381</TotalTime>
  <Words>6088</Words>
  <Application>Microsoft Office PowerPoint</Application>
  <PresentationFormat>On-screen Show (4:3)</PresentationFormat>
  <Paragraphs>795</Paragraphs>
  <Slides>111</Slides>
  <Notes>101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111</vt:i4>
      </vt:variant>
    </vt:vector>
  </HeadingPairs>
  <TitlesOfParts>
    <vt:vector size="119" baseType="lpstr">
      <vt:lpstr>Arial Unicode MS</vt:lpstr>
      <vt:lpstr>宋体</vt:lpstr>
      <vt:lpstr>Arial</vt:lpstr>
      <vt:lpstr>Symbol</vt:lpstr>
      <vt:lpstr>Times New Roman</vt:lpstr>
      <vt:lpstr>Wingdings</vt:lpstr>
      <vt:lpstr>2_Section Theme</vt:lpstr>
      <vt:lpstr>2_Content Theme</vt:lpstr>
      <vt:lpstr>MScAE &amp; MScDABE Bridging Course</vt:lpstr>
      <vt:lpstr>PowerPoint Presentation</vt:lpstr>
      <vt:lpstr>Population and Sample</vt:lpstr>
      <vt:lpstr> Example: An Exit Poll</vt:lpstr>
      <vt:lpstr>We Observe Samples but are Interested in Populations</vt:lpstr>
      <vt:lpstr>   Data and Examples of Collecting Data</vt:lpstr>
      <vt:lpstr> Define Statistics</vt:lpstr>
      <vt:lpstr> Reasons for Using Statistical Methods</vt:lpstr>
      <vt:lpstr> Design</vt:lpstr>
      <vt:lpstr>Description</vt:lpstr>
      <vt:lpstr> Inference</vt:lpstr>
      <vt:lpstr> Probability</vt:lpstr>
      <vt:lpstr>Descriptive Statistics and Inferential Statistics</vt:lpstr>
      <vt:lpstr> Descriptive Statistics Example</vt:lpstr>
      <vt:lpstr> Inferential Statistics Example</vt:lpstr>
      <vt:lpstr>Sample Statistics and Population Parameters</vt:lpstr>
      <vt:lpstr>Randomness and Variability</vt:lpstr>
      <vt:lpstr>PowerPoint Presentation</vt:lpstr>
      <vt:lpstr>PowerPoint Presentation</vt:lpstr>
      <vt:lpstr>PowerPoint Presentation</vt:lpstr>
      <vt:lpstr>PowerPoint Presentation</vt:lpstr>
      <vt:lpstr>PowerPoint Presentation</vt:lpstr>
      <vt:lpstr> Mean</vt:lpstr>
      <vt:lpstr> Example: Center of the Cereal Sodium Data</vt:lpstr>
      <vt:lpstr> Median</vt:lpstr>
      <vt:lpstr> Outlier</vt:lpstr>
      <vt:lpstr> Example: CO2 Pollution</vt:lpstr>
      <vt:lpstr>PowerPoint Presentation</vt:lpstr>
      <vt:lpstr> Comparing the Mean and Median</vt:lpstr>
      <vt:lpstr>PowerPoint Presentation</vt:lpstr>
      <vt:lpstr> Resistant Measures</vt:lpstr>
      <vt:lpstr> The Mode</vt:lpstr>
      <vt:lpstr>PowerPoint Presentation</vt:lpstr>
      <vt:lpstr> Range</vt:lpstr>
      <vt:lpstr> Standard Deviation</vt:lpstr>
      <vt:lpstr> Standard Deviation</vt:lpstr>
      <vt:lpstr>PowerPoint Presentation</vt:lpstr>
      <vt:lpstr> The Standard Deviation s of n Observations</vt:lpstr>
      <vt:lpstr>PowerPoint Presentation</vt:lpstr>
      <vt:lpstr> Properties of the Standard Deviation</vt:lpstr>
      <vt:lpstr> Magnitude of s: The Empirical Rule</vt:lpstr>
      <vt:lpstr>PowerPoint Presentation</vt:lpstr>
      <vt:lpstr>PowerPoint Presentation</vt:lpstr>
      <vt:lpstr> Percentile Median = 50% percentile</vt:lpstr>
      <vt:lpstr> Quartiles </vt:lpstr>
      <vt:lpstr>  SUMMARY: Finding Quartiles</vt:lpstr>
      <vt:lpstr> The Interquartile Range (IQR)</vt:lpstr>
      <vt:lpstr> Detecting Potential Outliers</vt:lpstr>
      <vt:lpstr> Five-Number Summary of Positions</vt:lpstr>
      <vt:lpstr> SUMMARY: Constructing a Box Plot</vt:lpstr>
      <vt:lpstr> Example: Cereal Sodium Data</vt:lpstr>
      <vt:lpstr> Example: Cereal Sodium Data</vt:lpstr>
      <vt:lpstr> Example: Box Plot for Cereal Sodium Data</vt:lpstr>
      <vt:lpstr> Side-by-Side Box Plots Help to Compare Groups</vt:lpstr>
      <vt:lpstr> Z-Score</vt:lpstr>
      <vt:lpstr> Summary: Guidelines for Constructing Effective Graphs</vt:lpstr>
      <vt:lpstr> Example: Beware of Poor Graphs</vt:lpstr>
      <vt:lpstr>PowerPoint Presentation</vt:lpstr>
      <vt:lpstr>PowerPoint Presentation</vt:lpstr>
      <vt:lpstr>Randomness</vt:lpstr>
      <vt:lpstr>Random Variable</vt:lpstr>
      <vt:lpstr>Probability Distribution</vt:lpstr>
      <vt:lpstr>Probability Distribution of a Discrete Random Variable</vt:lpstr>
      <vt:lpstr>The Mean of a Discrete Probability Distribution</vt:lpstr>
      <vt:lpstr>Mean of a Discrete Probability Distribution</vt:lpstr>
      <vt:lpstr>Mean of a Discrete Probability Distribution</vt:lpstr>
      <vt:lpstr>Expected Value of X</vt:lpstr>
      <vt:lpstr>Example: Responding to Risk</vt:lpstr>
      <vt:lpstr>Example: Responding to Risk</vt:lpstr>
      <vt:lpstr>Example: Responding to Risk</vt:lpstr>
      <vt:lpstr>Summarizing the Variability of a Probability Distribution</vt:lpstr>
      <vt:lpstr>Continuous Random Variable </vt:lpstr>
      <vt:lpstr>Probability Distribution of a Continuous Random Variable</vt:lpstr>
      <vt:lpstr>PowerPoint Presentation</vt:lpstr>
      <vt:lpstr>The Normal Distribution</vt:lpstr>
      <vt:lpstr>The Normal Distribution: A Probability Distribution with a Bell-Shaped Curve</vt:lpstr>
      <vt:lpstr>Example : 68-95-99.7% Rule</vt:lpstr>
      <vt:lpstr>Example : 68-95-99.7% Rule</vt:lpstr>
      <vt:lpstr>The Normal Distribution</vt:lpstr>
      <vt:lpstr>PowerPoint Presentation</vt:lpstr>
      <vt:lpstr>PowerPoint Presentation</vt:lpstr>
      <vt:lpstr>Example: Comparing Test Scores That Use Different Scales</vt:lpstr>
      <vt:lpstr>Using Z-scores to Compare Distributions</vt:lpstr>
      <vt:lpstr>The Binomial Distribution: Probabilities for Counts with Binary Data</vt:lpstr>
      <vt:lpstr>Conditions for the Binomial Distribution</vt:lpstr>
      <vt:lpstr>Probabilities for a Binomial Distribution</vt:lpstr>
      <vt:lpstr>Factorials</vt:lpstr>
      <vt:lpstr>Example: Testing for Gender Bias in Promotions</vt:lpstr>
      <vt:lpstr>Check to See If Binomial Conditions Apply</vt:lpstr>
      <vt:lpstr>Example: Testing for Gender Bias in Promotions</vt:lpstr>
      <vt:lpstr>Mean and Standard Deviation of the Binomial Distribution</vt:lpstr>
      <vt:lpstr>Example: Checking for Racial Profiling</vt:lpstr>
      <vt:lpstr>PowerPoint Presentation</vt:lpstr>
      <vt:lpstr>PowerPoint Presentation</vt:lpstr>
      <vt:lpstr>PowerPoint Presentation</vt:lpstr>
      <vt:lpstr>Example: Predicting Election Results Using Exit Polls</vt:lpstr>
      <vt:lpstr>PowerPoint Presentation</vt:lpstr>
      <vt:lpstr>PowerPoint Presentation</vt:lpstr>
      <vt:lpstr>PowerPoint Presentation</vt:lpstr>
      <vt:lpstr>PowerPoint Presentation</vt:lpstr>
      <vt:lpstr>PowerPoint Presentation</vt:lpstr>
      <vt:lpstr>PowerPoint Presentation</vt:lpstr>
      <vt:lpstr>SUMMARY: The Sampling Distribution of the Sample Mean When the Population Distribution is Normally Distributed</vt:lpstr>
      <vt:lpstr>Describing the Behavior of the Sampling Distribution for the Sample Mean for any Population</vt:lpstr>
      <vt:lpstr>PowerPoint Presentation</vt:lpstr>
      <vt:lpstr>Population Distribution</vt:lpstr>
      <vt:lpstr>Effect of n on the Standard Deviation of the Sampling Distribution</vt:lpstr>
      <vt:lpstr>The Central Limit Theorem Helps Us Make Inferences</vt:lpstr>
      <vt:lpstr>The Bootstrap: Using Simulation to Construct a Confidence Interval</vt:lpstr>
      <vt:lpstr>The Bootstrap: Using Simulation to Construct a Confidence Interval</vt:lpstr>
      <vt:lpstr>PowerPoint Presentation</vt:lpstr>
    </vt:vector>
  </TitlesOfParts>
  <Company>©  2017, 2013 and 2009 Pearson Education, Inc. All rights reserved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Statistics The Art and Science of Learning from Data</dc:subject>
  <dc:creator/>
  <cp:lastModifiedBy>Kang Hua CAO</cp:lastModifiedBy>
  <cp:revision>267</cp:revision>
  <cp:lastPrinted>2009-04-22T19:24:48Z</cp:lastPrinted>
  <dcterms:created xsi:type="dcterms:W3CDTF">2001-09-30T23:03:25Z</dcterms:created>
  <dcterms:modified xsi:type="dcterms:W3CDTF">2025-09-01T17:11:50Z</dcterms:modified>
</cp:coreProperties>
</file>