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5" r:id="rId1"/>
  </p:sldMasterIdLst>
  <p:notesMasterIdLst>
    <p:notesMasterId r:id="rId79"/>
  </p:notesMasterIdLst>
  <p:handoutMasterIdLst>
    <p:handoutMasterId r:id="rId80"/>
  </p:handoutMasterIdLst>
  <p:sldIdLst>
    <p:sldId id="340" r:id="rId2"/>
    <p:sldId id="517" r:id="rId3"/>
    <p:sldId id="430" r:id="rId4"/>
    <p:sldId id="431" r:id="rId5"/>
    <p:sldId id="432" r:id="rId6"/>
    <p:sldId id="433" r:id="rId7"/>
    <p:sldId id="434" r:id="rId8"/>
    <p:sldId id="435" r:id="rId9"/>
    <p:sldId id="436" r:id="rId10"/>
    <p:sldId id="437" r:id="rId11"/>
    <p:sldId id="301" r:id="rId12"/>
    <p:sldId id="438" r:id="rId13"/>
    <p:sldId id="439" r:id="rId14"/>
    <p:sldId id="440" r:id="rId15"/>
    <p:sldId id="441" r:id="rId16"/>
    <p:sldId id="442" r:id="rId17"/>
    <p:sldId id="443" r:id="rId18"/>
    <p:sldId id="444" r:id="rId19"/>
    <p:sldId id="518" r:id="rId20"/>
    <p:sldId id="446" r:id="rId21"/>
    <p:sldId id="313" r:id="rId22"/>
    <p:sldId id="314" r:id="rId23"/>
    <p:sldId id="447" r:id="rId24"/>
    <p:sldId id="448" r:id="rId25"/>
    <p:sldId id="449" r:id="rId26"/>
    <p:sldId id="450" r:id="rId27"/>
    <p:sldId id="451" r:id="rId28"/>
    <p:sldId id="452" r:id="rId29"/>
    <p:sldId id="453" r:id="rId30"/>
    <p:sldId id="454" r:id="rId31"/>
    <p:sldId id="455" r:id="rId32"/>
    <p:sldId id="456" r:id="rId33"/>
    <p:sldId id="457" r:id="rId34"/>
    <p:sldId id="328" r:id="rId35"/>
    <p:sldId id="519" r:id="rId36"/>
    <p:sldId id="332" r:id="rId37"/>
    <p:sldId id="425" r:id="rId38"/>
    <p:sldId id="458" r:id="rId39"/>
    <p:sldId id="341" r:id="rId40"/>
    <p:sldId id="459" r:id="rId41"/>
    <p:sldId id="460" r:id="rId42"/>
    <p:sldId id="461" r:id="rId43"/>
    <p:sldId id="462" r:id="rId44"/>
    <p:sldId id="463" r:id="rId45"/>
    <p:sldId id="464" r:id="rId46"/>
    <p:sldId id="465" r:id="rId47"/>
    <p:sldId id="466" r:id="rId48"/>
    <p:sldId id="467" r:id="rId49"/>
    <p:sldId id="428" r:id="rId50"/>
    <p:sldId id="468" r:id="rId51"/>
    <p:sldId id="469" r:id="rId52"/>
    <p:sldId id="470" r:id="rId53"/>
    <p:sldId id="471" r:id="rId54"/>
    <p:sldId id="472" r:id="rId55"/>
    <p:sldId id="473" r:id="rId56"/>
    <p:sldId id="474" r:id="rId57"/>
    <p:sldId id="475" r:id="rId58"/>
    <p:sldId id="476" r:id="rId59"/>
    <p:sldId id="477" r:id="rId60"/>
    <p:sldId id="478" r:id="rId61"/>
    <p:sldId id="479" r:id="rId62"/>
    <p:sldId id="488" r:id="rId63"/>
    <p:sldId id="520" r:id="rId64"/>
    <p:sldId id="378" r:id="rId65"/>
    <p:sldId id="379" r:id="rId66"/>
    <p:sldId id="490" r:id="rId67"/>
    <p:sldId id="491" r:id="rId68"/>
    <p:sldId id="492" r:id="rId69"/>
    <p:sldId id="493" r:id="rId70"/>
    <p:sldId id="494" r:id="rId71"/>
    <p:sldId id="495" r:id="rId72"/>
    <p:sldId id="496" r:id="rId73"/>
    <p:sldId id="497" r:id="rId74"/>
    <p:sldId id="498" r:id="rId75"/>
    <p:sldId id="499" r:id="rId76"/>
    <p:sldId id="500" r:id="rId77"/>
    <p:sldId id="501" r:id="rId78"/>
  </p:sldIdLst>
  <p:sldSz cx="9144000" cy="6858000" type="screen4x3"/>
  <p:notesSz cx="7099300" cy="10234613"/>
  <p:custDataLst>
    <p:tags r:id="rId81"/>
  </p:custDataLst>
  <p:defaultTextStyle>
    <a:defPPr>
      <a:defRPr lang="de-DE"/>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rim" initials="PT" lastIdx="1" clrIdx="0">
    <p:extLst>
      <p:ext uri="{19B8F6BF-5375-455C-9EA6-DF929625EA0E}">
        <p15:presenceInfo xmlns:p15="http://schemas.microsoft.com/office/powerpoint/2012/main" userId="S-1-5-21-791141741-2800993609-798820751-11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9E5662-0F5C-41FD-80C7-26AC7406B216}" v="5" dt="2022-10-25T09:43:21.967"/>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560" autoAdjust="0"/>
    <p:restoredTop sz="94660"/>
  </p:normalViewPr>
  <p:slideViewPr>
    <p:cSldViewPr>
      <p:cViewPr varScale="1">
        <p:scale>
          <a:sx n="110" d="100"/>
          <a:sy n="110" d="100"/>
        </p:scale>
        <p:origin x="1626"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3206"/>
    </p:cViewPr>
  </p:sorterViewPr>
  <p:notesViewPr>
    <p:cSldViewPr>
      <p:cViewPr varScale="1">
        <p:scale>
          <a:sx n="75" d="100"/>
          <a:sy n="75" d="100"/>
        </p:scale>
        <p:origin x="3954" y="72"/>
      </p:cViewPr>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ags" Target="tags/tag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g Hua CAO" userId="80a060e7-d5a6-4feb-883e-c28f76a39cea" providerId="ADAL" clId="{FF9E5662-0F5C-41FD-80C7-26AC7406B216}"/>
    <pc:docChg chg="undo redo custSel addSld delSld modSld sldOrd delMainMaster modMainMaster">
      <pc:chgData name="Kang Hua CAO" userId="80a060e7-d5a6-4feb-883e-c28f76a39cea" providerId="ADAL" clId="{FF9E5662-0F5C-41FD-80C7-26AC7406B216}" dt="2022-10-25T09:51:45.456" v="90" actId="47"/>
      <pc:docMkLst>
        <pc:docMk/>
      </pc:docMkLst>
      <pc:sldChg chg="modSp del mod">
        <pc:chgData name="Kang Hua CAO" userId="80a060e7-d5a6-4feb-883e-c28f76a39cea" providerId="ADAL" clId="{FF9E5662-0F5C-41FD-80C7-26AC7406B216}" dt="2022-10-25T09:42:53.621" v="22" actId="47"/>
        <pc:sldMkLst>
          <pc:docMk/>
          <pc:sldMk cId="0" sldId="258"/>
        </pc:sldMkLst>
        <pc:spChg chg="mod">
          <ac:chgData name="Kang Hua CAO" userId="80a060e7-d5a6-4feb-883e-c28f76a39cea" providerId="ADAL" clId="{FF9E5662-0F5C-41FD-80C7-26AC7406B216}" dt="2022-10-25T09:42:20.529" v="8" actId="13926"/>
          <ac:spMkLst>
            <pc:docMk/>
            <pc:sldMk cId="0" sldId="258"/>
            <ac:spMk id="4098" creationId="{00000000-0000-0000-0000-000000000000}"/>
          </ac:spMkLst>
        </pc:spChg>
      </pc:sldChg>
      <pc:sldChg chg="del">
        <pc:chgData name="Kang Hua CAO" userId="80a060e7-d5a6-4feb-883e-c28f76a39cea" providerId="ADAL" clId="{FF9E5662-0F5C-41FD-80C7-26AC7406B216}" dt="2022-10-25T09:40:16.185" v="4" actId="47"/>
        <pc:sldMkLst>
          <pc:docMk/>
          <pc:sldMk cId="3287100824" sldId="259"/>
        </pc:sldMkLst>
      </pc:sldChg>
      <pc:sldChg chg="del">
        <pc:chgData name="Kang Hua CAO" userId="80a060e7-d5a6-4feb-883e-c28f76a39cea" providerId="ADAL" clId="{FF9E5662-0F5C-41FD-80C7-26AC7406B216}" dt="2022-10-25T09:40:16.185" v="4" actId="47"/>
        <pc:sldMkLst>
          <pc:docMk/>
          <pc:sldMk cId="1513010432" sldId="260"/>
        </pc:sldMkLst>
      </pc:sldChg>
      <pc:sldChg chg="del">
        <pc:chgData name="Kang Hua CAO" userId="80a060e7-d5a6-4feb-883e-c28f76a39cea" providerId="ADAL" clId="{FF9E5662-0F5C-41FD-80C7-26AC7406B216}" dt="2022-10-25T09:40:16.185" v="4" actId="47"/>
        <pc:sldMkLst>
          <pc:docMk/>
          <pc:sldMk cId="1248423973" sldId="261"/>
        </pc:sldMkLst>
      </pc:sldChg>
      <pc:sldChg chg="del">
        <pc:chgData name="Kang Hua CAO" userId="80a060e7-d5a6-4feb-883e-c28f76a39cea" providerId="ADAL" clId="{FF9E5662-0F5C-41FD-80C7-26AC7406B216}" dt="2022-10-25T09:40:16.185" v="4" actId="47"/>
        <pc:sldMkLst>
          <pc:docMk/>
          <pc:sldMk cId="2029144056" sldId="264"/>
        </pc:sldMkLst>
      </pc:sldChg>
      <pc:sldChg chg="modSp del mod">
        <pc:chgData name="Kang Hua CAO" userId="80a060e7-d5a6-4feb-883e-c28f76a39cea" providerId="ADAL" clId="{FF9E5662-0F5C-41FD-80C7-26AC7406B216}" dt="2022-10-25T09:42:54.443" v="23" actId="47"/>
        <pc:sldMkLst>
          <pc:docMk/>
          <pc:sldMk cId="0" sldId="287"/>
        </pc:sldMkLst>
        <pc:spChg chg="mod">
          <ac:chgData name="Kang Hua CAO" userId="80a060e7-d5a6-4feb-883e-c28f76a39cea" providerId="ADAL" clId="{FF9E5662-0F5C-41FD-80C7-26AC7406B216}" dt="2022-10-25T09:42:24.689" v="9" actId="13926"/>
          <ac:spMkLst>
            <pc:docMk/>
            <pc:sldMk cId="0" sldId="287"/>
            <ac:spMk id="5122" creationId="{00000000-0000-0000-0000-000000000000}"/>
          </ac:spMkLst>
        </pc:spChg>
      </pc:sldChg>
      <pc:sldChg chg="del">
        <pc:chgData name="Kang Hua CAO" userId="80a060e7-d5a6-4feb-883e-c28f76a39cea" providerId="ADAL" clId="{FF9E5662-0F5C-41FD-80C7-26AC7406B216}" dt="2022-10-25T09:40:16.185" v="4" actId="47"/>
        <pc:sldMkLst>
          <pc:docMk/>
          <pc:sldMk cId="0" sldId="290"/>
        </pc:sldMkLst>
      </pc:sldChg>
      <pc:sldChg chg="del">
        <pc:chgData name="Kang Hua CAO" userId="80a060e7-d5a6-4feb-883e-c28f76a39cea" providerId="ADAL" clId="{FF9E5662-0F5C-41FD-80C7-26AC7406B216}" dt="2022-10-25T09:40:16.185" v="4" actId="47"/>
        <pc:sldMkLst>
          <pc:docMk/>
          <pc:sldMk cId="0" sldId="291"/>
        </pc:sldMkLst>
      </pc:sldChg>
      <pc:sldChg chg="del">
        <pc:chgData name="Kang Hua CAO" userId="80a060e7-d5a6-4feb-883e-c28f76a39cea" providerId="ADAL" clId="{FF9E5662-0F5C-41FD-80C7-26AC7406B216}" dt="2022-10-25T09:40:16.185" v="4" actId="47"/>
        <pc:sldMkLst>
          <pc:docMk/>
          <pc:sldMk cId="0" sldId="292"/>
        </pc:sldMkLst>
      </pc:sldChg>
      <pc:sldChg chg="del">
        <pc:chgData name="Kang Hua CAO" userId="80a060e7-d5a6-4feb-883e-c28f76a39cea" providerId="ADAL" clId="{FF9E5662-0F5C-41FD-80C7-26AC7406B216}" dt="2022-10-25T09:40:16.185" v="4" actId="47"/>
        <pc:sldMkLst>
          <pc:docMk/>
          <pc:sldMk cId="0" sldId="293"/>
        </pc:sldMkLst>
      </pc:sldChg>
      <pc:sldChg chg="del">
        <pc:chgData name="Kang Hua CAO" userId="80a060e7-d5a6-4feb-883e-c28f76a39cea" providerId="ADAL" clId="{FF9E5662-0F5C-41FD-80C7-26AC7406B216}" dt="2022-10-25T09:40:16.185" v="4" actId="47"/>
        <pc:sldMkLst>
          <pc:docMk/>
          <pc:sldMk cId="0" sldId="294"/>
        </pc:sldMkLst>
      </pc:sldChg>
      <pc:sldChg chg="del">
        <pc:chgData name="Kang Hua CAO" userId="80a060e7-d5a6-4feb-883e-c28f76a39cea" providerId="ADAL" clId="{FF9E5662-0F5C-41FD-80C7-26AC7406B216}" dt="2022-10-25T09:40:16.185" v="4" actId="47"/>
        <pc:sldMkLst>
          <pc:docMk/>
          <pc:sldMk cId="0" sldId="295"/>
        </pc:sldMkLst>
      </pc:sldChg>
      <pc:sldChg chg="del">
        <pc:chgData name="Kang Hua CAO" userId="80a060e7-d5a6-4feb-883e-c28f76a39cea" providerId="ADAL" clId="{FF9E5662-0F5C-41FD-80C7-26AC7406B216}" dt="2022-10-25T09:40:16.185" v="4" actId="47"/>
        <pc:sldMkLst>
          <pc:docMk/>
          <pc:sldMk cId="0" sldId="296"/>
        </pc:sldMkLst>
      </pc:sldChg>
      <pc:sldChg chg="del">
        <pc:chgData name="Kang Hua CAO" userId="80a060e7-d5a6-4feb-883e-c28f76a39cea" providerId="ADAL" clId="{FF9E5662-0F5C-41FD-80C7-26AC7406B216}" dt="2022-10-25T09:40:16.185" v="4" actId="47"/>
        <pc:sldMkLst>
          <pc:docMk/>
          <pc:sldMk cId="0" sldId="297"/>
        </pc:sldMkLst>
      </pc:sldChg>
      <pc:sldChg chg="del">
        <pc:chgData name="Kang Hua CAO" userId="80a060e7-d5a6-4feb-883e-c28f76a39cea" providerId="ADAL" clId="{FF9E5662-0F5C-41FD-80C7-26AC7406B216}" dt="2022-10-25T09:40:16.185" v="4" actId="47"/>
        <pc:sldMkLst>
          <pc:docMk/>
          <pc:sldMk cId="0" sldId="298"/>
        </pc:sldMkLst>
      </pc:sldChg>
      <pc:sldChg chg="del">
        <pc:chgData name="Kang Hua CAO" userId="80a060e7-d5a6-4feb-883e-c28f76a39cea" providerId="ADAL" clId="{FF9E5662-0F5C-41FD-80C7-26AC7406B216}" dt="2022-10-25T09:40:16.185" v="4" actId="47"/>
        <pc:sldMkLst>
          <pc:docMk/>
          <pc:sldMk cId="0" sldId="299"/>
        </pc:sldMkLst>
      </pc:sldChg>
      <pc:sldChg chg="del">
        <pc:chgData name="Kang Hua CAO" userId="80a060e7-d5a6-4feb-883e-c28f76a39cea" providerId="ADAL" clId="{FF9E5662-0F5C-41FD-80C7-26AC7406B216}" dt="2022-10-25T09:40:16.185" v="4" actId="47"/>
        <pc:sldMkLst>
          <pc:docMk/>
          <pc:sldMk cId="0" sldId="300"/>
        </pc:sldMkLst>
      </pc:sldChg>
      <pc:sldChg chg="del">
        <pc:chgData name="Kang Hua CAO" userId="80a060e7-d5a6-4feb-883e-c28f76a39cea" providerId="ADAL" clId="{FF9E5662-0F5C-41FD-80C7-26AC7406B216}" dt="2022-10-25T09:40:16.185" v="4" actId="47"/>
        <pc:sldMkLst>
          <pc:docMk/>
          <pc:sldMk cId="0" sldId="302"/>
        </pc:sldMkLst>
      </pc:sldChg>
      <pc:sldChg chg="del">
        <pc:chgData name="Kang Hua CAO" userId="80a060e7-d5a6-4feb-883e-c28f76a39cea" providerId="ADAL" clId="{FF9E5662-0F5C-41FD-80C7-26AC7406B216}" dt="2022-10-25T09:40:16.185" v="4" actId="47"/>
        <pc:sldMkLst>
          <pc:docMk/>
          <pc:sldMk cId="0" sldId="303"/>
        </pc:sldMkLst>
      </pc:sldChg>
      <pc:sldChg chg="del">
        <pc:chgData name="Kang Hua CAO" userId="80a060e7-d5a6-4feb-883e-c28f76a39cea" providerId="ADAL" clId="{FF9E5662-0F5C-41FD-80C7-26AC7406B216}" dt="2022-10-25T09:40:16.185" v="4" actId="47"/>
        <pc:sldMkLst>
          <pc:docMk/>
          <pc:sldMk cId="0" sldId="304"/>
        </pc:sldMkLst>
      </pc:sldChg>
      <pc:sldChg chg="del">
        <pc:chgData name="Kang Hua CAO" userId="80a060e7-d5a6-4feb-883e-c28f76a39cea" providerId="ADAL" clId="{FF9E5662-0F5C-41FD-80C7-26AC7406B216}" dt="2022-10-25T09:40:16.185" v="4" actId="47"/>
        <pc:sldMkLst>
          <pc:docMk/>
          <pc:sldMk cId="0" sldId="305"/>
        </pc:sldMkLst>
      </pc:sldChg>
      <pc:sldChg chg="del">
        <pc:chgData name="Kang Hua CAO" userId="80a060e7-d5a6-4feb-883e-c28f76a39cea" providerId="ADAL" clId="{FF9E5662-0F5C-41FD-80C7-26AC7406B216}" dt="2022-10-25T09:40:16.185" v="4" actId="47"/>
        <pc:sldMkLst>
          <pc:docMk/>
          <pc:sldMk cId="0" sldId="306"/>
        </pc:sldMkLst>
      </pc:sldChg>
      <pc:sldChg chg="del">
        <pc:chgData name="Kang Hua CAO" userId="80a060e7-d5a6-4feb-883e-c28f76a39cea" providerId="ADAL" clId="{FF9E5662-0F5C-41FD-80C7-26AC7406B216}" dt="2022-10-25T09:40:16.185" v="4" actId="47"/>
        <pc:sldMkLst>
          <pc:docMk/>
          <pc:sldMk cId="0" sldId="307"/>
        </pc:sldMkLst>
      </pc:sldChg>
      <pc:sldChg chg="del">
        <pc:chgData name="Kang Hua CAO" userId="80a060e7-d5a6-4feb-883e-c28f76a39cea" providerId="ADAL" clId="{FF9E5662-0F5C-41FD-80C7-26AC7406B216}" dt="2022-10-25T09:40:16.185" v="4" actId="47"/>
        <pc:sldMkLst>
          <pc:docMk/>
          <pc:sldMk cId="0" sldId="308"/>
        </pc:sldMkLst>
      </pc:sldChg>
      <pc:sldChg chg="del">
        <pc:chgData name="Kang Hua CAO" userId="80a060e7-d5a6-4feb-883e-c28f76a39cea" providerId="ADAL" clId="{FF9E5662-0F5C-41FD-80C7-26AC7406B216}" dt="2022-10-25T09:40:16.185" v="4" actId="47"/>
        <pc:sldMkLst>
          <pc:docMk/>
          <pc:sldMk cId="0" sldId="309"/>
        </pc:sldMkLst>
      </pc:sldChg>
      <pc:sldChg chg="del">
        <pc:chgData name="Kang Hua CAO" userId="80a060e7-d5a6-4feb-883e-c28f76a39cea" providerId="ADAL" clId="{FF9E5662-0F5C-41FD-80C7-26AC7406B216}" dt="2022-10-25T09:40:16.185" v="4" actId="47"/>
        <pc:sldMkLst>
          <pc:docMk/>
          <pc:sldMk cId="0" sldId="310"/>
        </pc:sldMkLst>
      </pc:sldChg>
      <pc:sldChg chg="del">
        <pc:chgData name="Kang Hua CAO" userId="80a060e7-d5a6-4feb-883e-c28f76a39cea" providerId="ADAL" clId="{FF9E5662-0F5C-41FD-80C7-26AC7406B216}" dt="2022-10-25T09:40:16.185" v="4" actId="47"/>
        <pc:sldMkLst>
          <pc:docMk/>
          <pc:sldMk cId="0" sldId="311"/>
        </pc:sldMkLst>
      </pc:sldChg>
      <pc:sldChg chg="del">
        <pc:chgData name="Kang Hua CAO" userId="80a060e7-d5a6-4feb-883e-c28f76a39cea" providerId="ADAL" clId="{FF9E5662-0F5C-41FD-80C7-26AC7406B216}" dt="2022-10-25T09:40:16.185" v="4" actId="47"/>
        <pc:sldMkLst>
          <pc:docMk/>
          <pc:sldMk cId="0" sldId="312"/>
        </pc:sldMkLst>
      </pc:sldChg>
      <pc:sldChg chg="del">
        <pc:chgData name="Kang Hua CAO" userId="80a060e7-d5a6-4feb-883e-c28f76a39cea" providerId="ADAL" clId="{FF9E5662-0F5C-41FD-80C7-26AC7406B216}" dt="2022-10-25T09:40:33.128" v="5" actId="47"/>
        <pc:sldMkLst>
          <pc:docMk/>
          <pc:sldMk cId="0" sldId="315"/>
        </pc:sldMkLst>
      </pc:sldChg>
      <pc:sldChg chg="del">
        <pc:chgData name="Kang Hua CAO" userId="80a060e7-d5a6-4feb-883e-c28f76a39cea" providerId="ADAL" clId="{FF9E5662-0F5C-41FD-80C7-26AC7406B216}" dt="2022-10-25T09:40:33.128" v="5" actId="47"/>
        <pc:sldMkLst>
          <pc:docMk/>
          <pc:sldMk cId="0" sldId="316"/>
        </pc:sldMkLst>
      </pc:sldChg>
      <pc:sldChg chg="del">
        <pc:chgData name="Kang Hua CAO" userId="80a060e7-d5a6-4feb-883e-c28f76a39cea" providerId="ADAL" clId="{FF9E5662-0F5C-41FD-80C7-26AC7406B216}" dt="2022-10-25T09:40:33.128" v="5" actId="47"/>
        <pc:sldMkLst>
          <pc:docMk/>
          <pc:sldMk cId="0" sldId="317"/>
        </pc:sldMkLst>
      </pc:sldChg>
      <pc:sldChg chg="del">
        <pc:chgData name="Kang Hua CAO" userId="80a060e7-d5a6-4feb-883e-c28f76a39cea" providerId="ADAL" clId="{FF9E5662-0F5C-41FD-80C7-26AC7406B216}" dt="2022-10-25T09:40:33.128" v="5" actId="47"/>
        <pc:sldMkLst>
          <pc:docMk/>
          <pc:sldMk cId="0" sldId="318"/>
        </pc:sldMkLst>
      </pc:sldChg>
      <pc:sldChg chg="del">
        <pc:chgData name="Kang Hua CAO" userId="80a060e7-d5a6-4feb-883e-c28f76a39cea" providerId="ADAL" clId="{FF9E5662-0F5C-41FD-80C7-26AC7406B216}" dt="2022-10-25T09:40:33.128" v="5" actId="47"/>
        <pc:sldMkLst>
          <pc:docMk/>
          <pc:sldMk cId="0" sldId="319"/>
        </pc:sldMkLst>
      </pc:sldChg>
      <pc:sldChg chg="del">
        <pc:chgData name="Kang Hua CAO" userId="80a060e7-d5a6-4feb-883e-c28f76a39cea" providerId="ADAL" clId="{FF9E5662-0F5C-41FD-80C7-26AC7406B216}" dt="2022-10-25T09:40:33.128" v="5" actId="47"/>
        <pc:sldMkLst>
          <pc:docMk/>
          <pc:sldMk cId="0" sldId="320"/>
        </pc:sldMkLst>
      </pc:sldChg>
      <pc:sldChg chg="del">
        <pc:chgData name="Kang Hua CAO" userId="80a060e7-d5a6-4feb-883e-c28f76a39cea" providerId="ADAL" clId="{FF9E5662-0F5C-41FD-80C7-26AC7406B216}" dt="2022-10-25T09:40:33.128" v="5" actId="47"/>
        <pc:sldMkLst>
          <pc:docMk/>
          <pc:sldMk cId="0" sldId="321"/>
        </pc:sldMkLst>
      </pc:sldChg>
      <pc:sldChg chg="del">
        <pc:chgData name="Kang Hua CAO" userId="80a060e7-d5a6-4feb-883e-c28f76a39cea" providerId="ADAL" clId="{FF9E5662-0F5C-41FD-80C7-26AC7406B216}" dt="2022-10-25T09:40:33.128" v="5" actId="47"/>
        <pc:sldMkLst>
          <pc:docMk/>
          <pc:sldMk cId="0" sldId="322"/>
        </pc:sldMkLst>
      </pc:sldChg>
      <pc:sldChg chg="del">
        <pc:chgData name="Kang Hua CAO" userId="80a060e7-d5a6-4feb-883e-c28f76a39cea" providerId="ADAL" clId="{FF9E5662-0F5C-41FD-80C7-26AC7406B216}" dt="2022-10-25T09:40:33.128" v="5" actId="47"/>
        <pc:sldMkLst>
          <pc:docMk/>
          <pc:sldMk cId="0" sldId="323"/>
        </pc:sldMkLst>
      </pc:sldChg>
      <pc:sldChg chg="del">
        <pc:chgData name="Kang Hua CAO" userId="80a060e7-d5a6-4feb-883e-c28f76a39cea" providerId="ADAL" clId="{FF9E5662-0F5C-41FD-80C7-26AC7406B216}" dt="2022-10-25T09:40:33.128" v="5" actId="47"/>
        <pc:sldMkLst>
          <pc:docMk/>
          <pc:sldMk cId="0" sldId="324"/>
        </pc:sldMkLst>
      </pc:sldChg>
      <pc:sldChg chg="del">
        <pc:chgData name="Kang Hua CAO" userId="80a060e7-d5a6-4feb-883e-c28f76a39cea" providerId="ADAL" clId="{FF9E5662-0F5C-41FD-80C7-26AC7406B216}" dt="2022-10-25T09:40:33.128" v="5" actId="47"/>
        <pc:sldMkLst>
          <pc:docMk/>
          <pc:sldMk cId="0" sldId="325"/>
        </pc:sldMkLst>
      </pc:sldChg>
      <pc:sldChg chg="del">
        <pc:chgData name="Kang Hua CAO" userId="80a060e7-d5a6-4feb-883e-c28f76a39cea" providerId="ADAL" clId="{FF9E5662-0F5C-41FD-80C7-26AC7406B216}" dt="2022-10-25T09:40:33.128" v="5" actId="47"/>
        <pc:sldMkLst>
          <pc:docMk/>
          <pc:sldMk cId="0" sldId="326"/>
        </pc:sldMkLst>
      </pc:sldChg>
      <pc:sldChg chg="del">
        <pc:chgData name="Kang Hua CAO" userId="80a060e7-d5a6-4feb-883e-c28f76a39cea" providerId="ADAL" clId="{FF9E5662-0F5C-41FD-80C7-26AC7406B216}" dt="2022-10-25T09:40:33.128" v="5" actId="47"/>
        <pc:sldMkLst>
          <pc:docMk/>
          <pc:sldMk cId="0" sldId="327"/>
        </pc:sldMkLst>
      </pc:sldChg>
      <pc:sldChg chg="add del">
        <pc:chgData name="Kang Hua CAO" userId="80a060e7-d5a6-4feb-883e-c28f76a39cea" providerId="ADAL" clId="{FF9E5662-0F5C-41FD-80C7-26AC7406B216}" dt="2022-10-25T09:49:07.656" v="58" actId="47"/>
        <pc:sldMkLst>
          <pc:docMk/>
          <pc:sldMk cId="0" sldId="331"/>
        </pc:sldMkLst>
      </pc:sldChg>
      <pc:sldChg chg="modSp mod">
        <pc:chgData name="Kang Hua CAO" userId="80a060e7-d5a6-4feb-883e-c28f76a39cea" providerId="ADAL" clId="{FF9E5662-0F5C-41FD-80C7-26AC7406B216}" dt="2022-10-25T09:39:40.142" v="3" actId="5793"/>
        <pc:sldMkLst>
          <pc:docMk/>
          <pc:sldMk cId="4054365749" sldId="340"/>
        </pc:sldMkLst>
        <pc:spChg chg="mod">
          <ac:chgData name="Kang Hua CAO" userId="80a060e7-d5a6-4feb-883e-c28f76a39cea" providerId="ADAL" clId="{FF9E5662-0F5C-41FD-80C7-26AC7406B216}" dt="2022-10-25T09:39:40.142" v="3" actId="5793"/>
          <ac:spMkLst>
            <pc:docMk/>
            <pc:sldMk cId="4054365749" sldId="340"/>
            <ac:spMk id="3075" creationId="{00000000-0000-0000-0000-000000000000}"/>
          </ac:spMkLst>
        </pc:spChg>
      </pc:sldChg>
      <pc:sldChg chg="del">
        <pc:chgData name="Kang Hua CAO" userId="80a060e7-d5a6-4feb-883e-c28f76a39cea" providerId="ADAL" clId="{FF9E5662-0F5C-41FD-80C7-26AC7406B216}" dt="2022-10-25T09:40:16.185" v="4" actId="47"/>
        <pc:sldMkLst>
          <pc:docMk/>
          <pc:sldMk cId="219485751" sldId="342"/>
        </pc:sldMkLst>
      </pc:sldChg>
      <pc:sldChg chg="del">
        <pc:chgData name="Kang Hua CAO" userId="80a060e7-d5a6-4feb-883e-c28f76a39cea" providerId="ADAL" clId="{FF9E5662-0F5C-41FD-80C7-26AC7406B216}" dt="2022-10-25T09:40:16.185" v="4" actId="47"/>
        <pc:sldMkLst>
          <pc:docMk/>
          <pc:sldMk cId="580704803" sldId="343"/>
        </pc:sldMkLst>
      </pc:sldChg>
      <pc:sldChg chg="del">
        <pc:chgData name="Kang Hua CAO" userId="80a060e7-d5a6-4feb-883e-c28f76a39cea" providerId="ADAL" clId="{FF9E5662-0F5C-41FD-80C7-26AC7406B216}" dt="2022-10-25T09:40:16.185" v="4" actId="47"/>
        <pc:sldMkLst>
          <pc:docMk/>
          <pc:sldMk cId="977370551" sldId="344"/>
        </pc:sldMkLst>
      </pc:sldChg>
      <pc:sldChg chg="del">
        <pc:chgData name="Kang Hua CAO" userId="80a060e7-d5a6-4feb-883e-c28f76a39cea" providerId="ADAL" clId="{FF9E5662-0F5C-41FD-80C7-26AC7406B216}" dt="2022-10-25T09:40:16.185" v="4" actId="47"/>
        <pc:sldMkLst>
          <pc:docMk/>
          <pc:sldMk cId="354049545" sldId="345"/>
        </pc:sldMkLst>
      </pc:sldChg>
      <pc:sldChg chg="del">
        <pc:chgData name="Kang Hua CAO" userId="80a060e7-d5a6-4feb-883e-c28f76a39cea" providerId="ADAL" clId="{FF9E5662-0F5C-41FD-80C7-26AC7406B216}" dt="2022-10-25T09:40:16.185" v="4" actId="47"/>
        <pc:sldMkLst>
          <pc:docMk/>
          <pc:sldMk cId="3814897054" sldId="346"/>
        </pc:sldMkLst>
      </pc:sldChg>
      <pc:sldChg chg="del">
        <pc:chgData name="Kang Hua CAO" userId="80a060e7-d5a6-4feb-883e-c28f76a39cea" providerId="ADAL" clId="{FF9E5662-0F5C-41FD-80C7-26AC7406B216}" dt="2022-10-25T09:40:16.185" v="4" actId="47"/>
        <pc:sldMkLst>
          <pc:docMk/>
          <pc:sldMk cId="2722106085" sldId="347"/>
        </pc:sldMkLst>
      </pc:sldChg>
      <pc:sldChg chg="del">
        <pc:chgData name="Kang Hua CAO" userId="80a060e7-d5a6-4feb-883e-c28f76a39cea" providerId="ADAL" clId="{FF9E5662-0F5C-41FD-80C7-26AC7406B216}" dt="2022-10-25T09:40:16.185" v="4" actId="47"/>
        <pc:sldMkLst>
          <pc:docMk/>
          <pc:sldMk cId="2550400143" sldId="348"/>
        </pc:sldMkLst>
      </pc:sldChg>
      <pc:sldChg chg="del">
        <pc:chgData name="Kang Hua CAO" userId="80a060e7-d5a6-4feb-883e-c28f76a39cea" providerId="ADAL" clId="{FF9E5662-0F5C-41FD-80C7-26AC7406B216}" dt="2022-10-25T09:40:16.185" v="4" actId="47"/>
        <pc:sldMkLst>
          <pc:docMk/>
          <pc:sldMk cId="1847686078" sldId="349"/>
        </pc:sldMkLst>
      </pc:sldChg>
      <pc:sldChg chg="del">
        <pc:chgData name="Kang Hua CAO" userId="80a060e7-d5a6-4feb-883e-c28f76a39cea" providerId="ADAL" clId="{FF9E5662-0F5C-41FD-80C7-26AC7406B216}" dt="2022-10-25T09:40:16.185" v="4" actId="47"/>
        <pc:sldMkLst>
          <pc:docMk/>
          <pc:sldMk cId="2242559420" sldId="350"/>
        </pc:sldMkLst>
      </pc:sldChg>
      <pc:sldChg chg="del">
        <pc:chgData name="Kang Hua CAO" userId="80a060e7-d5a6-4feb-883e-c28f76a39cea" providerId="ADAL" clId="{FF9E5662-0F5C-41FD-80C7-26AC7406B216}" dt="2022-10-25T09:40:16.185" v="4" actId="47"/>
        <pc:sldMkLst>
          <pc:docMk/>
          <pc:sldMk cId="2175307162" sldId="351"/>
        </pc:sldMkLst>
      </pc:sldChg>
      <pc:sldChg chg="del">
        <pc:chgData name="Kang Hua CAO" userId="80a060e7-d5a6-4feb-883e-c28f76a39cea" providerId="ADAL" clId="{FF9E5662-0F5C-41FD-80C7-26AC7406B216}" dt="2022-10-25T09:40:16.185" v="4" actId="47"/>
        <pc:sldMkLst>
          <pc:docMk/>
          <pc:sldMk cId="112615383" sldId="352"/>
        </pc:sldMkLst>
      </pc:sldChg>
      <pc:sldChg chg="del">
        <pc:chgData name="Kang Hua CAO" userId="80a060e7-d5a6-4feb-883e-c28f76a39cea" providerId="ADAL" clId="{FF9E5662-0F5C-41FD-80C7-26AC7406B216}" dt="2022-10-25T09:40:16.185" v="4" actId="47"/>
        <pc:sldMkLst>
          <pc:docMk/>
          <pc:sldMk cId="1489041568" sldId="353"/>
        </pc:sldMkLst>
      </pc:sldChg>
      <pc:sldChg chg="del">
        <pc:chgData name="Kang Hua CAO" userId="80a060e7-d5a6-4feb-883e-c28f76a39cea" providerId="ADAL" clId="{FF9E5662-0F5C-41FD-80C7-26AC7406B216}" dt="2022-10-25T09:40:16.185" v="4" actId="47"/>
        <pc:sldMkLst>
          <pc:docMk/>
          <pc:sldMk cId="168045669" sldId="354"/>
        </pc:sldMkLst>
      </pc:sldChg>
      <pc:sldChg chg="del">
        <pc:chgData name="Kang Hua CAO" userId="80a060e7-d5a6-4feb-883e-c28f76a39cea" providerId="ADAL" clId="{FF9E5662-0F5C-41FD-80C7-26AC7406B216}" dt="2022-10-25T09:40:16.185" v="4" actId="47"/>
        <pc:sldMkLst>
          <pc:docMk/>
          <pc:sldMk cId="1483655852" sldId="355"/>
        </pc:sldMkLst>
      </pc:sldChg>
      <pc:sldChg chg="del">
        <pc:chgData name="Kang Hua CAO" userId="80a060e7-d5a6-4feb-883e-c28f76a39cea" providerId="ADAL" clId="{FF9E5662-0F5C-41FD-80C7-26AC7406B216}" dt="2022-10-25T09:40:16.185" v="4" actId="47"/>
        <pc:sldMkLst>
          <pc:docMk/>
          <pc:sldMk cId="2064677134" sldId="356"/>
        </pc:sldMkLst>
      </pc:sldChg>
      <pc:sldChg chg="del">
        <pc:chgData name="Kang Hua CAO" userId="80a060e7-d5a6-4feb-883e-c28f76a39cea" providerId="ADAL" clId="{FF9E5662-0F5C-41FD-80C7-26AC7406B216}" dt="2022-10-25T09:40:16.185" v="4" actId="47"/>
        <pc:sldMkLst>
          <pc:docMk/>
          <pc:sldMk cId="921675441" sldId="357"/>
        </pc:sldMkLst>
      </pc:sldChg>
      <pc:sldChg chg="del">
        <pc:chgData name="Kang Hua CAO" userId="80a060e7-d5a6-4feb-883e-c28f76a39cea" providerId="ADAL" clId="{FF9E5662-0F5C-41FD-80C7-26AC7406B216}" dt="2022-10-25T09:40:16.185" v="4" actId="47"/>
        <pc:sldMkLst>
          <pc:docMk/>
          <pc:sldMk cId="3223959333" sldId="358"/>
        </pc:sldMkLst>
      </pc:sldChg>
      <pc:sldChg chg="del">
        <pc:chgData name="Kang Hua CAO" userId="80a060e7-d5a6-4feb-883e-c28f76a39cea" providerId="ADAL" clId="{FF9E5662-0F5C-41FD-80C7-26AC7406B216}" dt="2022-10-25T09:40:16.185" v="4" actId="47"/>
        <pc:sldMkLst>
          <pc:docMk/>
          <pc:sldMk cId="3833446728" sldId="359"/>
        </pc:sldMkLst>
      </pc:sldChg>
      <pc:sldChg chg="del">
        <pc:chgData name="Kang Hua CAO" userId="80a060e7-d5a6-4feb-883e-c28f76a39cea" providerId="ADAL" clId="{FF9E5662-0F5C-41FD-80C7-26AC7406B216}" dt="2022-10-25T09:40:16.185" v="4" actId="47"/>
        <pc:sldMkLst>
          <pc:docMk/>
          <pc:sldMk cId="2877123345" sldId="360"/>
        </pc:sldMkLst>
      </pc:sldChg>
      <pc:sldChg chg="del">
        <pc:chgData name="Kang Hua CAO" userId="80a060e7-d5a6-4feb-883e-c28f76a39cea" providerId="ADAL" clId="{FF9E5662-0F5C-41FD-80C7-26AC7406B216}" dt="2022-10-25T09:40:16.185" v="4" actId="47"/>
        <pc:sldMkLst>
          <pc:docMk/>
          <pc:sldMk cId="4263232240" sldId="361"/>
        </pc:sldMkLst>
      </pc:sldChg>
      <pc:sldChg chg="del">
        <pc:chgData name="Kang Hua CAO" userId="80a060e7-d5a6-4feb-883e-c28f76a39cea" providerId="ADAL" clId="{FF9E5662-0F5C-41FD-80C7-26AC7406B216}" dt="2022-10-25T09:40:33.128" v="5" actId="47"/>
        <pc:sldMkLst>
          <pc:docMk/>
          <pc:sldMk cId="0" sldId="366"/>
        </pc:sldMkLst>
      </pc:sldChg>
      <pc:sldChg chg="del">
        <pc:chgData name="Kang Hua CAO" userId="80a060e7-d5a6-4feb-883e-c28f76a39cea" providerId="ADAL" clId="{FF9E5662-0F5C-41FD-80C7-26AC7406B216}" dt="2022-10-25T09:40:33.128" v="5" actId="47"/>
        <pc:sldMkLst>
          <pc:docMk/>
          <pc:sldMk cId="0" sldId="367"/>
        </pc:sldMkLst>
      </pc:sldChg>
      <pc:sldChg chg="del">
        <pc:chgData name="Kang Hua CAO" userId="80a060e7-d5a6-4feb-883e-c28f76a39cea" providerId="ADAL" clId="{FF9E5662-0F5C-41FD-80C7-26AC7406B216}" dt="2022-10-25T09:40:33.128" v="5" actId="47"/>
        <pc:sldMkLst>
          <pc:docMk/>
          <pc:sldMk cId="0" sldId="368"/>
        </pc:sldMkLst>
      </pc:sldChg>
      <pc:sldChg chg="del">
        <pc:chgData name="Kang Hua CAO" userId="80a060e7-d5a6-4feb-883e-c28f76a39cea" providerId="ADAL" clId="{FF9E5662-0F5C-41FD-80C7-26AC7406B216}" dt="2022-10-25T09:40:33.128" v="5" actId="47"/>
        <pc:sldMkLst>
          <pc:docMk/>
          <pc:sldMk cId="0" sldId="369"/>
        </pc:sldMkLst>
      </pc:sldChg>
      <pc:sldChg chg="del">
        <pc:chgData name="Kang Hua CAO" userId="80a060e7-d5a6-4feb-883e-c28f76a39cea" providerId="ADAL" clId="{FF9E5662-0F5C-41FD-80C7-26AC7406B216}" dt="2022-10-25T09:40:33.128" v="5" actId="47"/>
        <pc:sldMkLst>
          <pc:docMk/>
          <pc:sldMk cId="0" sldId="370"/>
        </pc:sldMkLst>
      </pc:sldChg>
      <pc:sldChg chg="del">
        <pc:chgData name="Kang Hua CAO" userId="80a060e7-d5a6-4feb-883e-c28f76a39cea" providerId="ADAL" clId="{FF9E5662-0F5C-41FD-80C7-26AC7406B216}" dt="2022-10-25T09:40:33.128" v="5" actId="47"/>
        <pc:sldMkLst>
          <pc:docMk/>
          <pc:sldMk cId="0" sldId="371"/>
        </pc:sldMkLst>
      </pc:sldChg>
      <pc:sldChg chg="del">
        <pc:chgData name="Kang Hua CAO" userId="80a060e7-d5a6-4feb-883e-c28f76a39cea" providerId="ADAL" clId="{FF9E5662-0F5C-41FD-80C7-26AC7406B216}" dt="2022-10-25T09:40:33.128" v="5" actId="47"/>
        <pc:sldMkLst>
          <pc:docMk/>
          <pc:sldMk cId="0" sldId="372"/>
        </pc:sldMkLst>
      </pc:sldChg>
      <pc:sldChg chg="del">
        <pc:chgData name="Kang Hua CAO" userId="80a060e7-d5a6-4feb-883e-c28f76a39cea" providerId="ADAL" clId="{FF9E5662-0F5C-41FD-80C7-26AC7406B216}" dt="2022-10-25T09:40:33.128" v="5" actId="47"/>
        <pc:sldMkLst>
          <pc:docMk/>
          <pc:sldMk cId="0" sldId="373"/>
        </pc:sldMkLst>
      </pc:sldChg>
      <pc:sldChg chg="del">
        <pc:chgData name="Kang Hua CAO" userId="80a060e7-d5a6-4feb-883e-c28f76a39cea" providerId="ADAL" clId="{FF9E5662-0F5C-41FD-80C7-26AC7406B216}" dt="2022-10-25T09:50:15.914" v="76" actId="47"/>
        <pc:sldMkLst>
          <pc:docMk/>
          <pc:sldMk cId="0" sldId="374"/>
        </pc:sldMkLst>
      </pc:sldChg>
      <pc:sldChg chg="del">
        <pc:chgData name="Kang Hua CAO" userId="80a060e7-d5a6-4feb-883e-c28f76a39cea" providerId="ADAL" clId="{FF9E5662-0F5C-41FD-80C7-26AC7406B216}" dt="2022-10-25T09:40:33.128" v="5" actId="47"/>
        <pc:sldMkLst>
          <pc:docMk/>
          <pc:sldMk cId="0" sldId="375"/>
        </pc:sldMkLst>
      </pc:sldChg>
      <pc:sldChg chg="del">
        <pc:chgData name="Kang Hua CAO" userId="80a060e7-d5a6-4feb-883e-c28f76a39cea" providerId="ADAL" clId="{FF9E5662-0F5C-41FD-80C7-26AC7406B216}" dt="2022-10-25T09:40:33.128" v="5" actId="47"/>
        <pc:sldMkLst>
          <pc:docMk/>
          <pc:sldMk cId="0" sldId="376"/>
        </pc:sldMkLst>
      </pc:sldChg>
      <pc:sldChg chg="del">
        <pc:chgData name="Kang Hua CAO" userId="80a060e7-d5a6-4feb-883e-c28f76a39cea" providerId="ADAL" clId="{FF9E5662-0F5C-41FD-80C7-26AC7406B216}" dt="2022-10-25T09:40:33.128" v="5" actId="47"/>
        <pc:sldMkLst>
          <pc:docMk/>
          <pc:sldMk cId="0" sldId="377"/>
        </pc:sldMkLst>
      </pc:sldChg>
      <pc:sldChg chg="del">
        <pc:chgData name="Kang Hua CAO" userId="80a060e7-d5a6-4feb-883e-c28f76a39cea" providerId="ADAL" clId="{FF9E5662-0F5C-41FD-80C7-26AC7406B216}" dt="2022-10-25T09:40:33.128" v="5" actId="47"/>
        <pc:sldMkLst>
          <pc:docMk/>
          <pc:sldMk cId="329588849" sldId="380"/>
        </pc:sldMkLst>
      </pc:sldChg>
      <pc:sldChg chg="del">
        <pc:chgData name="Kang Hua CAO" userId="80a060e7-d5a6-4feb-883e-c28f76a39cea" providerId="ADAL" clId="{FF9E5662-0F5C-41FD-80C7-26AC7406B216}" dt="2022-10-25T09:40:33.128" v="5" actId="47"/>
        <pc:sldMkLst>
          <pc:docMk/>
          <pc:sldMk cId="2104113668" sldId="381"/>
        </pc:sldMkLst>
      </pc:sldChg>
      <pc:sldChg chg="del">
        <pc:chgData name="Kang Hua CAO" userId="80a060e7-d5a6-4feb-883e-c28f76a39cea" providerId="ADAL" clId="{FF9E5662-0F5C-41FD-80C7-26AC7406B216}" dt="2022-10-25T09:40:33.128" v="5" actId="47"/>
        <pc:sldMkLst>
          <pc:docMk/>
          <pc:sldMk cId="2044182318" sldId="382"/>
        </pc:sldMkLst>
      </pc:sldChg>
      <pc:sldChg chg="del">
        <pc:chgData name="Kang Hua CAO" userId="80a060e7-d5a6-4feb-883e-c28f76a39cea" providerId="ADAL" clId="{FF9E5662-0F5C-41FD-80C7-26AC7406B216}" dt="2022-10-25T09:40:33.128" v="5" actId="47"/>
        <pc:sldMkLst>
          <pc:docMk/>
          <pc:sldMk cId="3711244335" sldId="383"/>
        </pc:sldMkLst>
      </pc:sldChg>
      <pc:sldChg chg="del">
        <pc:chgData name="Kang Hua CAO" userId="80a060e7-d5a6-4feb-883e-c28f76a39cea" providerId="ADAL" clId="{FF9E5662-0F5C-41FD-80C7-26AC7406B216}" dt="2022-10-25T09:40:33.128" v="5" actId="47"/>
        <pc:sldMkLst>
          <pc:docMk/>
          <pc:sldMk cId="1982925480" sldId="384"/>
        </pc:sldMkLst>
      </pc:sldChg>
      <pc:sldChg chg="del">
        <pc:chgData name="Kang Hua CAO" userId="80a060e7-d5a6-4feb-883e-c28f76a39cea" providerId="ADAL" clId="{FF9E5662-0F5C-41FD-80C7-26AC7406B216}" dt="2022-10-25T09:40:33.128" v="5" actId="47"/>
        <pc:sldMkLst>
          <pc:docMk/>
          <pc:sldMk cId="3042416848" sldId="385"/>
        </pc:sldMkLst>
      </pc:sldChg>
      <pc:sldChg chg="del">
        <pc:chgData name="Kang Hua CAO" userId="80a060e7-d5a6-4feb-883e-c28f76a39cea" providerId="ADAL" clId="{FF9E5662-0F5C-41FD-80C7-26AC7406B216}" dt="2022-10-25T09:40:33.128" v="5" actId="47"/>
        <pc:sldMkLst>
          <pc:docMk/>
          <pc:sldMk cId="2358869479" sldId="386"/>
        </pc:sldMkLst>
      </pc:sldChg>
      <pc:sldChg chg="del">
        <pc:chgData name="Kang Hua CAO" userId="80a060e7-d5a6-4feb-883e-c28f76a39cea" providerId="ADAL" clId="{FF9E5662-0F5C-41FD-80C7-26AC7406B216}" dt="2022-10-25T09:40:33.128" v="5" actId="47"/>
        <pc:sldMkLst>
          <pc:docMk/>
          <pc:sldMk cId="1749654075" sldId="387"/>
        </pc:sldMkLst>
      </pc:sldChg>
      <pc:sldChg chg="del">
        <pc:chgData name="Kang Hua CAO" userId="80a060e7-d5a6-4feb-883e-c28f76a39cea" providerId="ADAL" clId="{FF9E5662-0F5C-41FD-80C7-26AC7406B216}" dt="2022-10-25T09:40:33.128" v="5" actId="47"/>
        <pc:sldMkLst>
          <pc:docMk/>
          <pc:sldMk cId="670846354" sldId="388"/>
        </pc:sldMkLst>
      </pc:sldChg>
      <pc:sldChg chg="del">
        <pc:chgData name="Kang Hua CAO" userId="80a060e7-d5a6-4feb-883e-c28f76a39cea" providerId="ADAL" clId="{FF9E5662-0F5C-41FD-80C7-26AC7406B216}" dt="2022-10-25T09:40:33.128" v="5" actId="47"/>
        <pc:sldMkLst>
          <pc:docMk/>
          <pc:sldMk cId="1526219811" sldId="389"/>
        </pc:sldMkLst>
      </pc:sldChg>
      <pc:sldChg chg="del">
        <pc:chgData name="Kang Hua CAO" userId="80a060e7-d5a6-4feb-883e-c28f76a39cea" providerId="ADAL" clId="{FF9E5662-0F5C-41FD-80C7-26AC7406B216}" dt="2022-10-25T09:40:33.128" v="5" actId="47"/>
        <pc:sldMkLst>
          <pc:docMk/>
          <pc:sldMk cId="1830000043" sldId="390"/>
        </pc:sldMkLst>
      </pc:sldChg>
      <pc:sldChg chg="del">
        <pc:chgData name="Kang Hua CAO" userId="80a060e7-d5a6-4feb-883e-c28f76a39cea" providerId="ADAL" clId="{FF9E5662-0F5C-41FD-80C7-26AC7406B216}" dt="2022-10-25T09:40:33.128" v="5" actId="47"/>
        <pc:sldMkLst>
          <pc:docMk/>
          <pc:sldMk cId="3882221395" sldId="391"/>
        </pc:sldMkLst>
      </pc:sldChg>
      <pc:sldChg chg="del">
        <pc:chgData name="Kang Hua CAO" userId="80a060e7-d5a6-4feb-883e-c28f76a39cea" providerId="ADAL" clId="{FF9E5662-0F5C-41FD-80C7-26AC7406B216}" dt="2022-10-25T09:40:33.128" v="5" actId="47"/>
        <pc:sldMkLst>
          <pc:docMk/>
          <pc:sldMk cId="427893526" sldId="392"/>
        </pc:sldMkLst>
      </pc:sldChg>
      <pc:sldChg chg="del">
        <pc:chgData name="Kang Hua CAO" userId="80a060e7-d5a6-4feb-883e-c28f76a39cea" providerId="ADAL" clId="{FF9E5662-0F5C-41FD-80C7-26AC7406B216}" dt="2022-10-25T09:40:33.128" v="5" actId="47"/>
        <pc:sldMkLst>
          <pc:docMk/>
          <pc:sldMk cId="1799716676" sldId="393"/>
        </pc:sldMkLst>
      </pc:sldChg>
      <pc:sldChg chg="del">
        <pc:chgData name="Kang Hua CAO" userId="80a060e7-d5a6-4feb-883e-c28f76a39cea" providerId="ADAL" clId="{FF9E5662-0F5C-41FD-80C7-26AC7406B216}" dt="2022-10-25T09:51:45.456" v="90" actId="47"/>
        <pc:sldMkLst>
          <pc:docMk/>
          <pc:sldMk cId="0" sldId="394"/>
        </pc:sldMkLst>
      </pc:sldChg>
      <pc:sldChg chg="del">
        <pc:chgData name="Kang Hua CAO" userId="80a060e7-d5a6-4feb-883e-c28f76a39cea" providerId="ADAL" clId="{FF9E5662-0F5C-41FD-80C7-26AC7406B216}" dt="2022-10-25T09:51:45.456" v="90" actId="47"/>
        <pc:sldMkLst>
          <pc:docMk/>
          <pc:sldMk cId="0" sldId="395"/>
        </pc:sldMkLst>
      </pc:sldChg>
      <pc:sldChg chg="del">
        <pc:chgData name="Kang Hua CAO" userId="80a060e7-d5a6-4feb-883e-c28f76a39cea" providerId="ADAL" clId="{FF9E5662-0F5C-41FD-80C7-26AC7406B216}" dt="2022-10-25T09:51:45.456" v="90" actId="47"/>
        <pc:sldMkLst>
          <pc:docMk/>
          <pc:sldMk cId="0" sldId="396"/>
        </pc:sldMkLst>
      </pc:sldChg>
      <pc:sldChg chg="del">
        <pc:chgData name="Kang Hua CAO" userId="80a060e7-d5a6-4feb-883e-c28f76a39cea" providerId="ADAL" clId="{FF9E5662-0F5C-41FD-80C7-26AC7406B216}" dt="2022-10-25T09:51:45.456" v="90" actId="47"/>
        <pc:sldMkLst>
          <pc:docMk/>
          <pc:sldMk cId="0" sldId="397"/>
        </pc:sldMkLst>
      </pc:sldChg>
      <pc:sldChg chg="del">
        <pc:chgData name="Kang Hua CAO" userId="80a060e7-d5a6-4feb-883e-c28f76a39cea" providerId="ADAL" clId="{FF9E5662-0F5C-41FD-80C7-26AC7406B216}" dt="2022-10-25T09:51:45.456" v="90" actId="47"/>
        <pc:sldMkLst>
          <pc:docMk/>
          <pc:sldMk cId="0" sldId="398"/>
        </pc:sldMkLst>
      </pc:sldChg>
      <pc:sldChg chg="del">
        <pc:chgData name="Kang Hua CAO" userId="80a060e7-d5a6-4feb-883e-c28f76a39cea" providerId="ADAL" clId="{FF9E5662-0F5C-41FD-80C7-26AC7406B216}" dt="2022-10-25T09:51:45.456" v="90" actId="47"/>
        <pc:sldMkLst>
          <pc:docMk/>
          <pc:sldMk cId="0" sldId="399"/>
        </pc:sldMkLst>
      </pc:sldChg>
      <pc:sldChg chg="del">
        <pc:chgData name="Kang Hua CAO" userId="80a060e7-d5a6-4feb-883e-c28f76a39cea" providerId="ADAL" clId="{FF9E5662-0F5C-41FD-80C7-26AC7406B216}" dt="2022-10-25T09:51:45.456" v="90" actId="47"/>
        <pc:sldMkLst>
          <pc:docMk/>
          <pc:sldMk cId="0" sldId="400"/>
        </pc:sldMkLst>
      </pc:sldChg>
      <pc:sldChg chg="del">
        <pc:chgData name="Kang Hua CAO" userId="80a060e7-d5a6-4feb-883e-c28f76a39cea" providerId="ADAL" clId="{FF9E5662-0F5C-41FD-80C7-26AC7406B216}" dt="2022-10-25T09:51:45.456" v="90" actId="47"/>
        <pc:sldMkLst>
          <pc:docMk/>
          <pc:sldMk cId="0" sldId="401"/>
        </pc:sldMkLst>
      </pc:sldChg>
      <pc:sldChg chg="del">
        <pc:chgData name="Kang Hua CAO" userId="80a060e7-d5a6-4feb-883e-c28f76a39cea" providerId="ADAL" clId="{FF9E5662-0F5C-41FD-80C7-26AC7406B216}" dt="2022-10-25T09:40:33.128" v="5" actId="47"/>
        <pc:sldMkLst>
          <pc:docMk/>
          <pc:sldMk cId="4103633361" sldId="402"/>
        </pc:sldMkLst>
      </pc:sldChg>
      <pc:sldChg chg="del">
        <pc:chgData name="Kang Hua CAO" userId="80a060e7-d5a6-4feb-883e-c28f76a39cea" providerId="ADAL" clId="{FF9E5662-0F5C-41FD-80C7-26AC7406B216}" dt="2022-10-25T09:40:33.128" v="5" actId="47"/>
        <pc:sldMkLst>
          <pc:docMk/>
          <pc:sldMk cId="1135749027" sldId="403"/>
        </pc:sldMkLst>
      </pc:sldChg>
      <pc:sldChg chg="del">
        <pc:chgData name="Kang Hua CAO" userId="80a060e7-d5a6-4feb-883e-c28f76a39cea" providerId="ADAL" clId="{FF9E5662-0F5C-41FD-80C7-26AC7406B216}" dt="2022-10-25T09:40:33.128" v="5" actId="47"/>
        <pc:sldMkLst>
          <pc:docMk/>
          <pc:sldMk cId="2684011762" sldId="404"/>
        </pc:sldMkLst>
      </pc:sldChg>
      <pc:sldChg chg="del">
        <pc:chgData name="Kang Hua CAO" userId="80a060e7-d5a6-4feb-883e-c28f76a39cea" providerId="ADAL" clId="{FF9E5662-0F5C-41FD-80C7-26AC7406B216}" dt="2022-10-25T09:40:33.128" v="5" actId="47"/>
        <pc:sldMkLst>
          <pc:docMk/>
          <pc:sldMk cId="733260905" sldId="405"/>
        </pc:sldMkLst>
      </pc:sldChg>
      <pc:sldChg chg="del">
        <pc:chgData name="Kang Hua CAO" userId="80a060e7-d5a6-4feb-883e-c28f76a39cea" providerId="ADAL" clId="{FF9E5662-0F5C-41FD-80C7-26AC7406B216}" dt="2022-10-25T09:51:45.456" v="90" actId="47"/>
        <pc:sldMkLst>
          <pc:docMk/>
          <pc:sldMk cId="0" sldId="406"/>
        </pc:sldMkLst>
      </pc:sldChg>
      <pc:sldChg chg="del">
        <pc:chgData name="Kang Hua CAO" userId="80a060e7-d5a6-4feb-883e-c28f76a39cea" providerId="ADAL" clId="{FF9E5662-0F5C-41FD-80C7-26AC7406B216}" dt="2022-10-25T09:40:33.128" v="5" actId="47"/>
        <pc:sldMkLst>
          <pc:docMk/>
          <pc:sldMk cId="849135309" sldId="407"/>
        </pc:sldMkLst>
      </pc:sldChg>
      <pc:sldChg chg="del">
        <pc:chgData name="Kang Hua CAO" userId="80a060e7-d5a6-4feb-883e-c28f76a39cea" providerId="ADAL" clId="{FF9E5662-0F5C-41FD-80C7-26AC7406B216}" dt="2022-10-25T09:40:33.128" v="5" actId="47"/>
        <pc:sldMkLst>
          <pc:docMk/>
          <pc:sldMk cId="1078803874" sldId="408"/>
        </pc:sldMkLst>
      </pc:sldChg>
      <pc:sldChg chg="del">
        <pc:chgData name="Kang Hua CAO" userId="80a060e7-d5a6-4feb-883e-c28f76a39cea" providerId="ADAL" clId="{FF9E5662-0F5C-41FD-80C7-26AC7406B216}" dt="2022-10-25T09:40:33.128" v="5" actId="47"/>
        <pc:sldMkLst>
          <pc:docMk/>
          <pc:sldMk cId="3261132654" sldId="409"/>
        </pc:sldMkLst>
      </pc:sldChg>
      <pc:sldChg chg="del">
        <pc:chgData name="Kang Hua CAO" userId="80a060e7-d5a6-4feb-883e-c28f76a39cea" providerId="ADAL" clId="{FF9E5662-0F5C-41FD-80C7-26AC7406B216}" dt="2022-10-25T09:40:33.128" v="5" actId="47"/>
        <pc:sldMkLst>
          <pc:docMk/>
          <pc:sldMk cId="3085727514" sldId="410"/>
        </pc:sldMkLst>
      </pc:sldChg>
      <pc:sldChg chg="del">
        <pc:chgData name="Kang Hua CAO" userId="80a060e7-d5a6-4feb-883e-c28f76a39cea" providerId="ADAL" clId="{FF9E5662-0F5C-41FD-80C7-26AC7406B216}" dt="2022-10-25T09:40:33.128" v="5" actId="47"/>
        <pc:sldMkLst>
          <pc:docMk/>
          <pc:sldMk cId="1306066960" sldId="411"/>
        </pc:sldMkLst>
      </pc:sldChg>
      <pc:sldChg chg="del">
        <pc:chgData name="Kang Hua CAO" userId="80a060e7-d5a6-4feb-883e-c28f76a39cea" providerId="ADAL" clId="{FF9E5662-0F5C-41FD-80C7-26AC7406B216}" dt="2022-10-25T09:51:45.456" v="90" actId="47"/>
        <pc:sldMkLst>
          <pc:docMk/>
          <pc:sldMk cId="0" sldId="412"/>
        </pc:sldMkLst>
      </pc:sldChg>
      <pc:sldChg chg="del">
        <pc:chgData name="Kang Hua CAO" userId="80a060e7-d5a6-4feb-883e-c28f76a39cea" providerId="ADAL" clId="{FF9E5662-0F5C-41FD-80C7-26AC7406B216}" dt="2022-10-25T09:51:45.456" v="90" actId="47"/>
        <pc:sldMkLst>
          <pc:docMk/>
          <pc:sldMk cId="0" sldId="413"/>
        </pc:sldMkLst>
      </pc:sldChg>
      <pc:sldChg chg="del">
        <pc:chgData name="Kang Hua CAO" userId="80a060e7-d5a6-4feb-883e-c28f76a39cea" providerId="ADAL" clId="{FF9E5662-0F5C-41FD-80C7-26AC7406B216}" dt="2022-10-25T09:51:45.456" v="90" actId="47"/>
        <pc:sldMkLst>
          <pc:docMk/>
          <pc:sldMk cId="0" sldId="414"/>
        </pc:sldMkLst>
      </pc:sldChg>
      <pc:sldChg chg="del">
        <pc:chgData name="Kang Hua CAO" userId="80a060e7-d5a6-4feb-883e-c28f76a39cea" providerId="ADAL" clId="{FF9E5662-0F5C-41FD-80C7-26AC7406B216}" dt="2022-10-25T09:40:33.128" v="5" actId="47"/>
        <pc:sldMkLst>
          <pc:docMk/>
          <pc:sldMk cId="1970115650" sldId="415"/>
        </pc:sldMkLst>
      </pc:sldChg>
      <pc:sldChg chg="del">
        <pc:chgData name="Kang Hua CAO" userId="80a060e7-d5a6-4feb-883e-c28f76a39cea" providerId="ADAL" clId="{FF9E5662-0F5C-41FD-80C7-26AC7406B216}" dt="2022-10-25T09:40:33.128" v="5" actId="47"/>
        <pc:sldMkLst>
          <pc:docMk/>
          <pc:sldMk cId="1117709612" sldId="416"/>
        </pc:sldMkLst>
      </pc:sldChg>
      <pc:sldChg chg="del">
        <pc:chgData name="Kang Hua CAO" userId="80a060e7-d5a6-4feb-883e-c28f76a39cea" providerId="ADAL" clId="{FF9E5662-0F5C-41FD-80C7-26AC7406B216}" dt="2022-10-25T09:40:33.128" v="5" actId="47"/>
        <pc:sldMkLst>
          <pc:docMk/>
          <pc:sldMk cId="3827062788" sldId="417"/>
        </pc:sldMkLst>
      </pc:sldChg>
      <pc:sldChg chg="del">
        <pc:chgData name="Kang Hua CAO" userId="80a060e7-d5a6-4feb-883e-c28f76a39cea" providerId="ADAL" clId="{FF9E5662-0F5C-41FD-80C7-26AC7406B216}" dt="2022-10-25T09:40:33.128" v="5" actId="47"/>
        <pc:sldMkLst>
          <pc:docMk/>
          <pc:sldMk cId="3255080858" sldId="418"/>
        </pc:sldMkLst>
      </pc:sldChg>
      <pc:sldChg chg="del">
        <pc:chgData name="Kang Hua CAO" userId="80a060e7-d5a6-4feb-883e-c28f76a39cea" providerId="ADAL" clId="{FF9E5662-0F5C-41FD-80C7-26AC7406B216}" dt="2022-10-25T09:40:16.185" v="4" actId="47"/>
        <pc:sldMkLst>
          <pc:docMk/>
          <pc:sldMk cId="329534363" sldId="419"/>
        </pc:sldMkLst>
      </pc:sldChg>
      <pc:sldChg chg="del">
        <pc:chgData name="Kang Hua CAO" userId="80a060e7-d5a6-4feb-883e-c28f76a39cea" providerId="ADAL" clId="{FF9E5662-0F5C-41FD-80C7-26AC7406B216}" dt="2022-10-25T09:40:16.185" v="4" actId="47"/>
        <pc:sldMkLst>
          <pc:docMk/>
          <pc:sldMk cId="4003123338" sldId="420"/>
        </pc:sldMkLst>
      </pc:sldChg>
      <pc:sldChg chg="del">
        <pc:chgData name="Kang Hua CAO" userId="80a060e7-d5a6-4feb-883e-c28f76a39cea" providerId="ADAL" clId="{FF9E5662-0F5C-41FD-80C7-26AC7406B216}" dt="2022-10-25T09:40:16.185" v="4" actId="47"/>
        <pc:sldMkLst>
          <pc:docMk/>
          <pc:sldMk cId="1490433849" sldId="422"/>
        </pc:sldMkLst>
      </pc:sldChg>
      <pc:sldChg chg="del">
        <pc:chgData name="Kang Hua CAO" userId="80a060e7-d5a6-4feb-883e-c28f76a39cea" providerId="ADAL" clId="{FF9E5662-0F5C-41FD-80C7-26AC7406B216}" dt="2022-10-25T09:40:16.185" v="4" actId="47"/>
        <pc:sldMkLst>
          <pc:docMk/>
          <pc:sldMk cId="3401018681" sldId="423"/>
        </pc:sldMkLst>
      </pc:sldChg>
      <pc:sldChg chg="del">
        <pc:chgData name="Kang Hua CAO" userId="80a060e7-d5a6-4feb-883e-c28f76a39cea" providerId="ADAL" clId="{FF9E5662-0F5C-41FD-80C7-26AC7406B216}" dt="2022-10-25T09:40:16.185" v="4" actId="47"/>
        <pc:sldMkLst>
          <pc:docMk/>
          <pc:sldMk cId="536341559" sldId="424"/>
        </pc:sldMkLst>
      </pc:sldChg>
      <pc:sldChg chg="del">
        <pc:chgData name="Kang Hua CAO" userId="80a060e7-d5a6-4feb-883e-c28f76a39cea" providerId="ADAL" clId="{FF9E5662-0F5C-41FD-80C7-26AC7406B216}" dt="2022-10-25T09:40:33.128" v="5" actId="47"/>
        <pc:sldMkLst>
          <pc:docMk/>
          <pc:sldMk cId="248389101" sldId="426"/>
        </pc:sldMkLst>
      </pc:sldChg>
      <pc:sldChg chg="del">
        <pc:chgData name="Kang Hua CAO" userId="80a060e7-d5a6-4feb-883e-c28f76a39cea" providerId="ADAL" clId="{FF9E5662-0F5C-41FD-80C7-26AC7406B216}" dt="2022-10-25T09:40:33.128" v="5" actId="47"/>
        <pc:sldMkLst>
          <pc:docMk/>
          <pc:sldMk cId="2505379644" sldId="427"/>
        </pc:sldMkLst>
      </pc:sldChg>
      <pc:sldChg chg="del">
        <pc:chgData name="Kang Hua CAO" userId="80a060e7-d5a6-4feb-883e-c28f76a39cea" providerId="ADAL" clId="{FF9E5662-0F5C-41FD-80C7-26AC7406B216}" dt="2022-10-25T09:40:33.128" v="5" actId="47"/>
        <pc:sldMkLst>
          <pc:docMk/>
          <pc:sldMk cId="3076820078" sldId="429"/>
        </pc:sldMkLst>
      </pc:sldChg>
      <pc:sldChg chg="modSp mod">
        <pc:chgData name="Kang Hua CAO" userId="80a060e7-d5a6-4feb-883e-c28f76a39cea" providerId="ADAL" clId="{FF9E5662-0F5C-41FD-80C7-26AC7406B216}" dt="2022-10-25T09:43:25.735" v="30" actId="1076"/>
        <pc:sldMkLst>
          <pc:docMk/>
          <pc:sldMk cId="0" sldId="432"/>
        </pc:sldMkLst>
        <pc:spChg chg="mod">
          <ac:chgData name="Kang Hua CAO" userId="80a060e7-d5a6-4feb-883e-c28f76a39cea" providerId="ADAL" clId="{FF9E5662-0F5C-41FD-80C7-26AC7406B216}" dt="2022-10-25T09:43:21.967" v="28" actId="403"/>
          <ac:spMkLst>
            <pc:docMk/>
            <pc:sldMk cId="0" sldId="432"/>
            <ac:spMk id="2" creationId="{00000000-0000-0000-0000-000000000000}"/>
          </ac:spMkLst>
        </pc:spChg>
        <pc:graphicFrameChg chg="mod">
          <ac:chgData name="Kang Hua CAO" userId="80a060e7-d5a6-4feb-883e-c28f76a39cea" providerId="ADAL" clId="{FF9E5662-0F5C-41FD-80C7-26AC7406B216}" dt="2022-10-25T09:43:24.232" v="29" actId="1076"/>
          <ac:graphicFrameMkLst>
            <pc:docMk/>
            <pc:sldMk cId="0" sldId="432"/>
            <ac:graphicFrameMk id="3" creationId="{00000000-0000-0000-0000-000000000000}"/>
          </ac:graphicFrameMkLst>
        </pc:graphicFrameChg>
        <pc:graphicFrameChg chg="mod">
          <ac:chgData name="Kang Hua CAO" userId="80a060e7-d5a6-4feb-883e-c28f76a39cea" providerId="ADAL" clId="{FF9E5662-0F5C-41FD-80C7-26AC7406B216}" dt="2022-10-25T09:43:25.735" v="30" actId="1076"/>
          <ac:graphicFrameMkLst>
            <pc:docMk/>
            <pc:sldMk cId="0" sldId="432"/>
            <ac:graphicFrameMk id="6" creationId="{00000000-0000-0000-0000-000000000000}"/>
          </ac:graphicFrameMkLst>
        </pc:graphicFrameChg>
      </pc:sldChg>
      <pc:sldChg chg="modSp mod">
        <pc:chgData name="Kang Hua CAO" userId="80a060e7-d5a6-4feb-883e-c28f76a39cea" providerId="ADAL" clId="{FF9E5662-0F5C-41FD-80C7-26AC7406B216}" dt="2022-10-25T09:43:46.099" v="31" actId="1076"/>
        <pc:sldMkLst>
          <pc:docMk/>
          <pc:sldMk cId="0" sldId="436"/>
        </pc:sldMkLst>
        <pc:graphicFrameChg chg="mod">
          <ac:chgData name="Kang Hua CAO" userId="80a060e7-d5a6-4feb-883e-c28f76a39cea" providerId="ADAL" clId="{FF9E5662-0F5C-41FD-80C7-26AC7406B216}" dt="2022-10-25T09:43:46.099" v="31" actId="1076"/>
          <ac:graphicFrameMkLst>
            <pc:docMk/>
            <pc:sldMk cId="0" sldId="436"/>
            <ac:graphicFrameMk id="2" creationId="{00000000-0000-0000-0000-000000000000}"/>
          </ac:graphicFrameMkLst>
        </pc:graphicFrameChg>
      </pc:sldChg>
      <pc:sldChg chg="del">
        <pc:chgData name="Kang Hua CAO" userId="80a060e7-d5a6-4feb-883e-c28f76a39cea" providerId="ADAL" clId="{FF9E5662-0F5C-41FD-80C7-26AC7406B216}" dt="2022-10-25T09:45:23.711" v="41" actId="2696"/>
        <pc:sldMkLst>
          <pc:docMk/>
          <pc:sldMk cId="0" sldId="445"/>
        </pc:sldMkLst>
      </pc:sldChg>
      <pc:sldChg chg="modSp mod">
        <pc:chgData name="Kang Hua CAO" userId="80a060e7-d5a6-4feb-883e-c28f76a39cea" providerId="ADAL" clId="{FF9E5662-0F5C-41FD-80C7-26AC7406B216}" dt="2022-10-25T09:49:28.038" v="66" actId="20577"/>
        <pc:sldMkLst>
          <pc:docMk/>
          <pc:sldMk cId="0" sldId="469"/>
        </pc:sldMkLst>
        <pc:spChg chg="mod">
          <ac:chgData name="Kang Hua CAO" userId="80a060e7-d5a6-4feb-883e-c28f76a39cea" providerId="ADAL" clId="{FF9E5662-0F5C-41FD-80C7-26AC7406B216}" dt="2022-10-25T09:49:28.038" v="66" actId="20577"/>
          <ac:spMkLst>
            <pc:docMk/>
            <pc:sldMk cId="0" sldId="469"/>
            <ac:spMk id="4" creationId="{00000000-0000-0000-0000-000000000000}"/>
          </ac:spMkLst>
        </pc:spChg>
      </pc:sldChg>
      <pc:sldChg chg="modSp mod">
        <pc:chgData name="Kang Hua CAO" userId="80a060e7-d5a6-4feb-883e-c28f76a39cea" providerId="ADAL" clId="{FF9E5662-0F5C-41FD-80C7-26AC7406B216}" dt="2022-10-25T09:49:34.104" v="68" actId="403"/>
        <pc:sldMkLst>
          <pc:docMk/>
          <pc:sldMk cId="0" sldId="470"/>
        </pc:sldMkLst>
        <pc:spChg chg="mod">
          <ac:chgData name="Kang Hua CAO" userId="80a060e7-d5a6-4feb-883e-c28f76a39cea" providerId="ADAL" clId="{FF9E5662-0F5C-41FD-80C7-26AC7406B216}" dt="2022-10-25T09:49:34.104" v="68" actId="403"/>
          <ac:spMkLst>
            <pc:docMk/>
            <pc:sldMk cId="0" sldId="470"/>
            <ac:spMk id="2" creationId="{00000000-0000-0000-0000-000000000000}"/>
          </ac:spMkLst>
        </pc:spChg>
      </pc:sldChg>
      <pc:sldChg chg="modSp mod">
        <pc:chgData name="Kang Hua CAO" userId="80a060e7-d5a6-4feb-883e-c28f76a39cea" providerId="ADAL" clId="{FF9E5662-0F5C-41FD-80C7-26AC7406B216}" dt="2022-10-25T09:49:48.322" v="70" actId="20577"/>
        <pc:sldMkLst>
          <pc:docMk/>
          <pc:sldMk cId="0" sldId="475"/>
        </pc:sldMkLst>
        <pc:spChg chg="mod">
          <ac:chgData name="Kang Hua CAO" userId="80a060e7-d5a6-4feb-883e-c28f76a39cea" providerId="ADAL" clId="{FF9E5662-0F5C-41FD-80C7-26AC7406B216}" dt="2022-10-25T09:49:48.322" v="70" actId="20577"/>
          <ac:spMkLst>
            <pc:docMk/>
            <pc:sldMk cId="0" sldId="475"/>
            <ac:spMk id="113667" creationId="{00000000-0000-0000-0000-000000000000}"/>
          </ac:spMkLst>
        </pc:spChg>
      </pc:sldChg>
      <pc:sldChg chg="del">
        <pc:chgData name="Kang Hua CAO" userId="80a060e7-d5a6-4feb-883e-c28f76a39cea" providerId="ADAL" clId="{FF9E5662-0F5C-41FD-80C7-26AC7406B216}" dt="2022-10-25T09:50:12.530" v="71" actId="47"/>
        <pc:sldMkLst>
          <pc:docMk/>
          <pc:sldMk cId="0" sldId="480"/>
        </pc:sldMkLst>
      </pc:sldChg>
      <pc:sldChg chg="del">
        <pc:chgData name="Kang Hua CAO" userId="80a060e7-d5a6-4feb-883e-c28f76a39cea" providerId="ADAL" clId="{FF9E5662-0F5C-41FD-80C7-26AC7406B216}" dt="2022-10-25T09:50:13.562" v="72" actId="47"/>
        <pc:sldMkLst>
          <pc:docMk/>
          <pc:sldMk cId="0" sldId="481"/>
        </pc:sldMkLst>
      </pc:sldChg>
      <pc:sldChg chg="del">
        <pc:chgData name="Kang Hua CAO" userId="80a060e7-d5a6-4feb-883e-c28f76a39cea" providerId="ADAL" clId="{FF9E5662-0F5C-41FD-80C7-26AC7406B216}" dt="2022-10-25T09:50:14.098" v="73" actId="47"/>
        <pc:sldMkLst>
          <pc:docMk/>
          <pc:sldMk cId="0" sldId="482"/>
        </pc:sldMkLst>
      </pc:sldChg>
      <pc:sldChg chg="del">
        <pc:chgData name="Kang Hua CAO" userId="80a060e7-d5a6-4feb-883e-c28f76a39cea" providerId="ADAL" clId="{FF9E5662-0F5C-41FD-80C7-26AC7406B216}" dt="2022-10-25T09:50:14.783" v="74" actId="47"/>
        <pc:sldMkLst>
          <pc:docMk/>
          <pc:sldMk cId="0" sldId="483"/>
        </pc:sldMkLst>
      </pc:sldChg>
      <pc:sldChg chg="del">
        <pc:chgData name="Kang Hua CAO" userId="80a060e7-d5a6-4feb-883e-c28f76a39cea" providerId="ADAL" clId="{FF9E5662-0F5C-41FD-80C7-26AC7406B216}" dt="2022-10-25T09:50:15.379" v="75" actId="47"/>
        <pc:sldMkLst>
          <pc:docMk/>
          <pc:sldMk cId="0" sldId="484"/>
        </pc:sldMkLst>
      </pc:sldChg>
      <pc:sldChg chg="del">
        <pc:chgData name="Kang Hua CAO" userId="80a060e7-d5a6-4feb-883e-c28f76a39cea" providerId="ADAL" clId="{FF9E5662-0F5C-41FD-80C7-26AC7406B216}" dt="2022-10-25T09:50:16.478" v="77" actId="47"/>
        <pc:sldMkLst>
          <pc:docMk/>
          <pc:sldMk cId="0" sldId="485"/>
        </pc:sldMkLst>
      </pc:sldChg>
      <pc:sldChg chg="del">
        <pc:chgData name="Kang Hua CAO" userId="80a060e7-d5a6-4feb-883e-c28f76a39cea" providerId="ADAL" clId="{FF9E5662-0F5C-41FD-80C7-26AC7406B216}" dt="2022-10-25T09:50:17.666" v="78" actId="47"/>
        <pc:sldMkLst>
          <pc:docMk/>
          <pc:sldMk cId="0" sldId="486"/>
        </pc:sldMkLst>
      </pc:sldChg>
      <pc:sldChg chg="del">
        <pc:chgData name="Kang Hua CAO" userId="80a060e7-d5a6-4feb-883e-c28f76a39cea" providerId="ADAL" clId="{FF9E5662-0F5C-41FD-80C7-26AC7406B216}" dt="2022-10-25T09:50:18.458" v="79" actId="47"/>
        <pc:sldMkLst>
          <pc:docMk/>
          <pc:sldMk cId="0" sldId="487"/>
        </pc:sldMkLst>
      </pc:sldChg>
      <pc:sldChg chg="del">
        <pc:chgData name="Kang Hua CAO" userId="80a060e7-d5a6-4feb-883e-c28f76a39cea" providerId="ADAL" clId="{FF9E5662-0F5C-41FD-80C7-26AC7406B216}" dt="2022-10-25T09:51:06.260" v="88" actId="47"/>
        <pc:sldMkLst>
          <pc:docMk/>
          <pc:sldMk cId="0" sldId="489"/>
        </pc:sldMkLst>
      </pc:sldChg>
      <pc:sldChg chg="del">
        <pc:chgData name="Kang Hua CAO" userId="80a060e7-d5a6-4feb-883e-c28f76a39cea" providerId="ADAL" clId="{FF9E5662-0F5C-41FD-80C7-26AC7406B216}" dt="2022-10-25T09:51:45.456" v="90" actId="47"/>
        <pc:sldMkLst>
          <pc:docMk/>
          <pc:sldMk cId="0" sldId="502"/>
        </pc:sldMkLst>
      </pc:sldChg>
      <pc:sldChg chg="del">
        <pc:chgData name="Kang Hua CAO" userId="80a060e7-d5a6-4feb-883e-c28f76a39cea" providerId="ADAL" clId="{FF9E5662-0F5C-41FD-80C7-26AC7406B216}" dt="2022-10-25T09:51:45.456" v="90" actId="47"/>
        <pc:sldMkLst>
          <pc:docMk/>
          <pc:sldMk cId="0" sldId="503"/>
        </pc:sldMkLst>
      </pc:sldChg>
      <pc:sldChg chg="del">
        <pc:chgData name="Kang Hua CAO" userId="80a060e7-d5a6-4feb-883e-c28f76a39cea" providerId="ADAL" clId="{FF9E5662-0F5C-41FD-80C7-26AC7406B216}" dt="2022-10-25T09:51:45.456" v="90" actId="47"/>
        <pc:sldMkLst>
          <pc:docMk/>
          <pc:sldMk cId="0" sldId="504"/>
        </pc:sldMkLst>
      </pc:sldChg>
      <pc:sldChg chg="del">
        <pc:chgData name="Kang Hua CAO" userId="80a060e7-d5a6-4feb-883e-c28f76a39cea" providerId="ADAL" clId="{FF9E5662-0F5C-41FD-80C7-26AC7406B216}" dt="2022-10-25T09:51:45.456" v="90" actId="47"/>
        <pc:sldMkLst>
          <pc:docMk/>
          <pc:sldMk cId="0" sldId="505"/>
        </pc:sldMkLst>
      </pc:sldChg>
      <pc:sldChg chg="del">
        <pc:chgData name="Kang Hua CAO" userId="80a060e7-d5a6-4feb-883e-c28f76a39cea" providerId="ADAL" clId="{FF9E5662-0F5C-41FD-80C7-26AC7406B216}" dt="2022-10-25T09:51:45.456" v="90" actId="47"/>
        <pc:sldMkLst>
          <pc:docMk/>
          <pc:sldMk cId="0" sldId="506"/>
        </pc:sldMkLst>
      </pc:sldChg>
      <pc:sldChg chg="del">
        <pc:chgData name="Kang Hua CAO" userId="80a060e7-d5a6-4feb-883e-c28f76a39cea" providerId="ADAL" clId="{FF9E5662-0F5C-41FD-80C7-26AC7406B216}" dt="2022-10-25T09:51:45.456" v="90" actId="47"/>
        <pc:sldMkLst>
          <pc:docMk/>
          <pc:sldMk cId="0" sldId="507"/>
        </pc:sldMkLst>
      </pc:sldChg>
      <pc:sldChg chg="del">
        <pc:chgData name="Kang Hua CAO" userId="80a060e7-d5a6-4feb-883e-c28f76a39cea" providerId="ADAL" clId="{FF9E5662-0F5C-41FD-80C7-26AC7406B216}" dt="2022-10-25T09:51:45.456" v="90" actId="47"/>
        <pc:sldMkLst>
          <pc:docMk/>
          <pc:sldMk cId="0" sldId="508"/>
        </pc:sldMkLst>
      </pc:sldChg>
      <pc:sldChg chg="del">
        <pc:chgData name="Kang Hua CAO" userId="80a060e7-d5a6-4feb-883e-c28f76a39cea" providerId="ADAL" clId="{FF9E5662-0F5C-41FD-80C7-26AC7406B216}" dt="2022-10-25T09:51:45.456" v="90" actId="47"/>
        <pc:sldMkLst>
          <pc:docMk/>
          <pc:sldMk cId="0" sldId="509"/>
        </pc:sldMkLst>
      </pc:sldChg>
      <pc:sldChg chg="del">
        <pc:chgData name="Kang Hua CAO" userId="80a060e7-d5a6-4feb-883e-c28f76a39cea" providerId="ADAL" clId="{FF9E5662-0F5C-41FD-80C7-26AC7406B216}" dt="2022-10-25T09:51:45.456" v="90" actId="47"/>
        <pc:sldMkLst>
          <pc:docMk/>
          <pc:sldMk cId="0" sldId="510"/>
        </pc:sldMkLst>
      </pc:sldChg>
      <pc:sldChg chg="del">
        <pc:chgData name="Kang Hua CAO" userId="80a060e7-d5a6-4feb-883e-c28f76a39cea" providerId="ADAL" clId="{FF9E5662-0F5C-41FD-80C7-26AC7406B216}" dt="2022-10-25T09:51:45.456" v="90" actId="47"/>
        <pc:sldMkLst>
          <pc:docMk/>
          <pc:sldMk cId="2723158303" sldId="511"/>
        </pc:sldMkLst>
      </pc:sldChg>
      <pc:sldChg chg="del">
        <pc:chgData name="Kang Hua CAO" userId="80a060e7-d5a6-4feb-883e-c28f76a39cea" providerId="ADAL" clId="{FF9E5662-0F5C-41FD-80C7-26AC7406B216}" dt="2022-10-25T09:51:45.456" v="90" actId="47"/>
        <pc:sldMkLst>
          <pc:docMk/>
          <pc:sldMk cId="0" sldId="512"/>
        </pc:sldMkLst>
      </pc:sldChg>
      <pc:sldChg chg="del">
        <pc:chgData name="Kang Hua CAO" userId="80a060e7-d5a6-4feb-883e-c28f76a39cea" providerId="ADAL" clId="{FF9E5662-0F5C-41FD-80C7-26AC7406B216}" dt="2022-10-25T09:51:45.456" v="90" actId="47"/>
        <pc:sldMkLst>
          <pc:docMk/>
          <pc:sldMk cId="0" sldId="513"/>
        </pc:sldMkLst>
      </pc:sldChg>
      <pc:sldChg chg="del">
        <pc:chgData name="Kang Hua CAO" userId="80a060e7-d5a6-4feb-883e-c28f76a39cea" providerId="ADAL" clId="{FF9E5662-0F5C-41FD-80C7-26AC7406B216}" dt="2022-10-25T09:51:45.456" v="90" actId="47"/>
        <pc:sldMkLst>
          <pc:docMk/>
          <pc:sldMk cId="0" sldId="514"/>
        </pc:sldMkLst>
      </pc:sldChg>
      <pc:sldChg chg="del">
        <pc:chgData name="Kang Hua CAO" userId="80a060e7-d5a6-4feb-883e-c28f76a39cea" providerId="ADAL" clId="{FF9E5662-0F5C-41FD-80C7-26AC7406B216}" dt="2022-10-25T09:51:45.456" v="90" actId="47"/>
        <pc:sldMkLst>
          <pc:docMk/>
          <pc:sldMk cId="0" sldId="515"/>
        </pc:sldMkLst>
      </pc:sldChg>
      <pc:sldChg chg="del">
        <pc:chgData name="Kang Hua CAO" userId="80a060e7-d5a6-4feb-883e-c28f76a39cea" providerId="ADAL" clId="{FF9E5662-0F5C-41FD-80C7-26AC7406B216}" dt="2022-10-25T09:51:45.456" v="90" actId="47"/>
        <pc:sldMkLst>
          <pc:docMk/>
          <pc:sldMk cId="0" sldId="516"/>
        </pc:sldMkLst>
      </pc:sldChg>
      <pc:sldChg chg="delSp modSp new mod ord">
        <pc:chgData name="Kang Hua CAO" userId="80a060e7-d5a6-4feb-883e-c28f76a39cea" providerId="ADAL" clId="{FF9E5662-0F5C-41FD-80C7-26AC7406B216}" dt="2022-10-25T09:42:52.156" v="21" actId="21"/>
        <pc:sldMkLst>
          <pc:docMk/>
          <pc:sldMk cId="4022769364" sldId="517"/>
        </pc:sldMkLst>
        <pc:spChg chg="mod">
          <ac:chgData name="Kang Hua CAO" userId="80a060e7-d5a6-4feb-883e-c28f76a39cea" providerId="ADAL" clId="{FF9E5662-0F5C-41FD-80C7-26AC7406B216}" dt="2022-10-25T09:42:47.628" v="20" actId="122"/>
          <ac:spMkLst>
            <pc:docMk/>
            <pc:sldMk cId="4022769364" sldId="517"/>
            <ac:spMk id="2" creationId="{8B8F7D36-9D4A-6135-704F-F17EDC3A3E33}"/>
          </ac:spMkLst>
        </pc:spChg>
        <pc:spChg chg="del">
          <ac:chgData name="Kang Hua CAO" userId="80a060e7-d5a6-4feb-883e-c28f76a39cea" providerId="ADAL" clId="{FF9E5662-0F5C-41FD-80C7-26AC7406B216}" dt="2022-10-25T09:42:52.156" v="21" actId="21"/>
          <ac:spMkLst>
            <pc:docMk/>
            <pc:sldMk cId="4022769364" sldId="517"/>
            <ac:spMk id="3" creationId="{34637AE4-E452-97EB-982D-962DA0DB5A80}"/>
          </ac:spMkLst>
        </pc:spChg>
      </pc:sldChg>
      <pc:sldChg chg="delSp modSp new mod ord">
        <pc:chgData name="Kang Hua CAO" userId="80a060e7-d5a6-4feb-883e-c28f76a39cea" providerId="ADAL" clId="{FF9E5662-0F5C-41FD-80C7-26AC7406B216}" dt="2022-10-25T09:45:26.742" v="42" actId="21"/>
        <pc:sldMkLst>
          <pc:docMk/>
          <pc:sldMk cId="2239851545" sldId="518"/>
        </pc:sldMkLst>
        <pc:spChg chg="mod">
          <ac:chgData name="Kang Hua CAO" userId="80a060e7-d5a6-4feb-883e-c28f76a39cea" providerId="ADAL" clId="{FF9E5662-0F5C-41FD-80C7-26AC7406B216}" dt="2022-10-25T09:45:19.566" v="40" actId="113"/>
          <ac:spMkLst>
            <pc:docMk/>
            <pc:sldMk cId="2239851545" sldId="518"/>
            <ac:spMk id="2" creationId="{19782F26-EE88-05E7-7989-B1A98C634B41}"/>
          </ac:spMkLst>
        </pc:spChg>
        <pc:spChg chg="del">
          <ac:chgData name="Kang Hua CAO" userId="80a060e7-d5a6-4feb-883e-c28f76a39cea" providerId="ADAL" clId="{FF9E5662-0F5C-41FD-80C7-26AC7406B216}" dt="2022-10-25T09:45:26.742" v="42" actId="21"/>
          <ac:spMkLst>
            <pc:docMk/>
            <pc:sldMk cId="2239851545" sldId="518"/>
            <ac:spMk id="3" creationId="{A55544B6-7CC2-B3A3-CF03-143B7D9EA601}"/>
          </ac:spMkLst>
        </pc:spChg>
      </pc:sldChg>
      <pc:sldChg chg="delSp modSp new mod ord">
        <pc:chgData name="Kang Hua CAO" userId="80a060e7-d5a6-4feb-883e-c28f76a39cea" providerId="ADAL" clId="{FF9E5662-0F5C-41FD-80C7-26AC7406B216}" dt="2022-10-25T09:47:19.812" v="52" actId="21"/>
        <pc:sldMkLst>
          <pc:docMk/>
          <pc:sldMk cId="3420726500" sldId="519"/>
        </pc:sldMkLst>
        <pc:spChg chg="mod">
          <ac:chgData name="Kang Hua CAO" userId="80a060e7-d5a6-4feb-883e-c28f76a39cea" providerId="ADAL" clId="{FF9E5662-0F5C-41FD-80C7-26AC7406B216}" dt="2022-10-25T09:47:15.924" v="51" actId="403"/>
          <ac:spMkLst>
            <pc:docMk/>
            <pc:sldMk cId="3420726500" sldId="519"/>
            <ac:spMk id="2" creationId="{C909DD29-440F-BD02-6ECC-001F79198253}"/>
          </ac:spMkLst>
        </pc:spChg>
        <pc:spChg chg="del">
          <ac:chgData name="Kang Hua CAO" userId="80a060e7-d5a6-4feb-883e-c28f76a39cea" providerId="ADAL" clId="{FF9E5662-0F5C-41FD-80C7-26AC7406B216}" dt="2022-10-25T09:47:19.812" v="52" actId="21"/>
          <ac:spMkLst>
            <pc:docMk/>
            <pc:sldMk cId="3420726500" sldId="519"/>
            <ac:spMk id="3" creationId="{30DDA670-56F7-20CC-5DF4-6A4F7D0EA182}"/>
          </ac:spMkLst>
        </pc:spChg>
      </pc:sldChg>
      <pc:sldChg chg="delSp modSp new mod ord">
        <pc:chgData name="Kang Hua CAO" userId="80a060e7-d5a6-4feb-883e-c28f76a39cea" providerId="ADAL" clId="{FF9E5662-0F5C-41FD-80C7-26AC7406B216}" dt="2022-10-25T09:51:10.466" v="89" actId="21"/>
        <pc:sldMkLst>
          <pc:docMk/>
          <pc:sldMk cId="2637857804" sldId="520"/>
        </pc:sldMkLst>
        <pc:spChg chg="mod">
          <ac:chgData name="Kang Hua CAO" userId="80a060e7-d5a6-4feb-883e-c28f76a39cea" providerId="ADAL" clId="{FF9E5662-0F5C-41FD-80C7-26AC7406B216}" dt="2022-10-25T09:51:02.137" v="85" actId="403"/>
          <ac:spMkLst>
            <pc:docMk/>
            <pc:sldMk cId="2637857804" sldId="520"/>
            <ac:spMk id="2" creationId="{C9A40CE4-E59D-4AB4-09E2-397CCE10A5DC}"/>
          </ac:spMkLst>
        </pc:spChg>
        <pc:spChg chg="del">
          <ac:chgData name="Kang Hua CAO" userId="80a060e7-d5a6-4feb-883e-c28f76a39cea" providerId="ADAL" clId="{FF9E5662-0F5C-41FD-80C7-26AC7406B216}" dt="2022-10-25T09:51:10.466" v="89" actId="21"/>
          <ac:spMkLst>
            <pc:docMk/>
            <pc:sldMk cId="2637857804" sldId="520"/>
            <ac:spMk id="3" creationId="{E275F7D0-2CEE-14E7-26F9-3BBD864689C4}"/>
          </ac:spMkLst>
        </pc:spChg>
      </pc:sldChg>
      <pc:sldMasterChg chg="delSldLayout modSldLayout">
        <pc:chgData name="Kang Hua CAO" userId="80a060e7-d5a6-4feb-883e-c28f76a39cea" providerId="ADAL" clId="{FF9E5662-0F5C-41FD-80C7-26AC7406B216}" dt="2022-10-25T09:51:45.456" v="90" actId="47"/>
        <pc:sldMasterMkLst>
          <pc:docMk/>
          <pc:sldMasterMk cId="235096063" sldId="2147483945"/>
        </pc:sldMasterMkLst>
        <pc:sldLayoutChg chg="del">
          <pc:chgData name="Kang Hua CAO" userId="80a060e7-d5a6-4feb-883e-c28f76a39cea" providerId="ADAL" clId="{FF9E5662-0F5C-41FD-80C7-26AC7406B216}" dt="2022-10-25T09:51:45.456" v="90" actId="47"/>
          <pc:sldLayoutMkLst>
            <pc:docMk/>
            <pc:sldMasterMk cId="235096063" sldId="2147483945"/>
            <pc:sldLayoutMk cId="246485026" sldId="2147483962"/>
          </pc:sldLayoutMkLst>
        </pc:sldLayoutChg>
        <pc:sldLayoutChg chg="delSp">
          <pc:chgData name="Kang Hua CAO" userId="80a060e7-d5a6-4feb-883e-c28f76a39cea" providerId="ADAL" clId="{FF9E5662-0F5C-41FD-80C7-26AC7406B216}" dt="2022-10-25T09:42:08.935" v="7" actId="21"/>
          <pc:sldLayoutMkLst>
            <pc:docMk/>
            <pc:sldMasterMk cId="235096063" sldId="2147483945"/>
            <pc:sldLayoutMk cId="858648048" sldId="2147483963"/>
          </pc:sldLayoutMkLst>
          <pc:spChg chg="del">
            <ac:chgData name="Kang Hua CAO" userId="80a060e7-d5a6-4feb-883e-c28f76a39cea" providerId="ADAL" clId="{FF9E5662-0F5C-41FD-80C7-26AC7406B216}" dt="2022-10-25T09:40:55.332" v="6" actId="21"/>
            <ac:spMkLst>
              <pc:docMk/>
              <pc:sldMasterMk cId="235096063" sldId="2147483945"/>
              <pc:sldLayoutMk cId="858648048" sldId="2147483963"/>
              <ac:spMk id="4" creationId="{00000000-0000-0000-0000-000000000000}"/>
            </ac:spMkLst>
          </pc:spChg>
          <pc:spChg chg="del">
            <ac:chgData name="Kang Hua CAO" userId="80a060e7-d5a6-4feb-883e-c28f76a39cea" providerId="ADAL" clId="{FF9E5662-0F5C-41FD-80C7-26AC7406B216}" dt="2022-10-25T09:42:08.935" v="7" actId="21"/>
            <ac:spMkLst>
              <pc:docMk/>
              <pc:sldMasterMk cId="235096063" sldId="2147483945"/>
              <pc:sldLayoutMk cId="858648048" sldId="2147483963"/>
              <ac:spMk id="7" creationId="{00000000-0000-0000-0000-000000000000}"/>
            </ac:spMkLst>
          </pc:spChg>
        </pc:sldLayoutChg>
      </pc:sldMasterChg>
      <pc:sldMasterChg chg="del delSldLayout">
        <pc:chgData name="Kang Hua CAO" userId="80a060e7-d5a6-4feb-883e-c28f76a39cea" providerId="ADAL" clId="{FF9E5662-0F5C-41FD-80C7-26AC7406B216}" dt="2022-10-25T09:40:33.128" v="5" actId="47"/>
        <pc:sldMasterMkLst>
          <pc:docMk/>
          <pc:sldMasterMk cId="4010973712" sldId="2147483948"/>
        </pc:sldMasterMkLst>
        <pc:sldLayoutChg chg="del">
          <pc:chgData name="Kang Hua CAO" userId="80a060e7-d5a6-4feb-883e-c28f76a39cea" providerId="ADAL" clId="{FF9E5662-0F5C-41FD-80C7-26AC7406B216}" dt="2022-10-25T09:40:33.128" v="5" actId="47"/>
          <pc:sldLayoutMkLst>
            <pc:docMk/>
            <pc:sldMasterMk cId="4010973712" sldId="2147483948"/>
            <pc:sldLayoutMk cId="70948227" sldId="2147483949"/>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930971531" sldId="2147483950"/>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4062965847" sldId="2147483951"/>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2776146369" sldId="2147483952"/>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1456480364" sldId="2147483953"/>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4069245339" sldId="2147483954"/>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3166483785" sldId="2147483955"/>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4250422462" sldId="2147483956"/>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4250237262" sldId="2147483957"/>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3042234392" sldId="2147483958"/>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2866967338" sldId="2147483959"/>
          </pc:sldLayoutMkLst>
        </pc:sldLayoutChg>
        <pc:sldLayoutChg chg="del">
          <pc:chgData name="Kang Hua CAO" userId="80a060e7-d5a6-4feb-883e-c28f76a39cea" providerId="ADAL" clId="{FF9E5662-0F5C-41FD-80C7-26AC7406B216}" dt="2022-10-25T09:40:33.128" v="5" actId="47"/>
          <pc:sldLayoutMkLst>
            <pc:docMk/>
            <pc:sldMasterMk cId="4010973712" sldId="2147483948"/>
            <pc:sldLayoutMk cId="2738432746" sldId="214748396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1895E754-C7D9-4368-A874-65599D608016}"/>
              </a:ext>
            </a:extLst>
          </p:cNvPr>
          <p:cNvSpPr>
            <a:spLocks noGrp="1"/>
          </p:cNvSpPr>
          <p:nvPr>
            <p:ph type="hdr" sz="quarter"/>
          </p:nvPr>
        </p:nvSpPr>
        <p:spPr>
          <a:xfrm>
            <a:off x="0" y="0"/>
            <a:ext cx="3076575" cy="511175"/>
          </a:xfrm>
          <a:prstGeom prst="rect">
            <a:avLst/>
          </a:prstGeom>
        </p:spPr>
        <p:txBody>
          <a:bodyPr vert="horz" wrap="square" lIns="95070" tIns="47535" rIns="95070" bIns="47535" numCol="1" anchor="t" anchorCtr="0" compatLnSpc="1">
            <a:prstTxWarp prst="textNoShape">
              <a:avLst/>
            </a:prstTxWarp>
          </a:bodyPr>
          <a:lstStyle>
            <a:lvl1pPr eaLnBrk="1" hangingPunct="1">
              <a:defRPr sz="1200">
                <a:cs typeface="Arial" charset="0"/>
              </a:defRPr>
            </a:lvl1pPr>
          </a:lstStyle>
          <a:p>
            <a:pPr>
              <a:defRPr/>
            </a:pPr>
            <a:endParaRPr lang="en-US" altLang="en-US" dirty="0"/>
          </a:p>
        </p:txBody>
      </p:sp>
      <p:sp>
        <p:nvSpPr>
          <p:cNvPr id="3" name="Datumsplatzhalter 2">
            <a:extLst>
              <a:ext uri="{FF2B5EF4-FFF2-40B4-BE49-F238E27FC236}">
                <a16:creationId xmlns:a16="http://schemas.microsoft.com/office/drawing/2014/main" id="{88991F13-627C-48DC-A784-C2C03EF82A74}"/>
              </a:ext>
            </a:extLst>
          </p:cNvPr>
          <p:cNvSpPr>
            <a:spLocks noGrp="1"/>
          </p:cNvSpPr>
          <p:nvPr>
            <p:ph type="dt" sz="quarter" idx="1"/>
          </p:nvPr>
        </p:nvSpPr>
        <p:spPr>
          <a:xfrm>
            <a:off x="4021138" y="0"/>
            <a:ext cx="3076575" cy="511175"/>
          </a:xfrm>
          <a:prstGeom prst="rect">
            <a:avLst/>
          </a:prstGeom>
        </p:spPr>
        <p:txBody>
          <a:bodyPr vert="horz" wrap="square" lIns="95070" tIns="47535" rIns="95070" bIns="47535" numCol="1" anchor="t" anchorCtr="0" compatLnSpc="1">
            <a:prstTxWarp prst="textNoShape">
              <a:avLst/>
            </a:prstTxWarp>
          </a:bodyPr>
          <a:lstStyle>
            <a:lvl1pPr algn="r" eaLnBrk="1" hangingPunct="1">
              <a:defRPr sz="1200">
                <a:cs typeface="Arial" charset="0"/>
              </a:defRPr>
            </a:lvl1pPr>
          </a:lstStyle>
          <a:p>
            <a:pPr>
              <a:defRPr/>
            </a:pPr>
            <a:fld id="{5995D871-F732-4E13-B3C5-950F2BE07ACD}" type="datetimeFigureOut">
              <a:rPr lang="de-DE" altLang="en-US"/>
              <a:pPr>
                <a:defRPr/>
              </a:pPr>
              <a:t>25.10.2022</a:t>
            </a:fld>
            <a:endParaRPr lang="de-DE" altLang="en-US"/>
          </a:p>
        </p:txBody>
      </p:sp>
      <p:sp>
        <p:nvSpPr>
          <p:cNvPr id="4" name="Fußzeilenplatzhalter 3">
            <a:extLst>
              <a:ext uri="{FF2B5EF4-FFF2-40B4-BE49-F238E27FC236}">
                <a16:creationId xmlns:a16="http://schemas.microsoft.com/office/drawing/2014/main" id="{67B10FE2-CAC7-42C5-B4FC-2036E34FD239}"/>
              </a:ext>
            </a:extLst>
          </p:cNvPr>
          <p:cNvSpPr>
            <a:spLocks noGrp="1"/>
          </p:cNvSpPr>
          <p:nvPr>
            <p:ph type="ftr" sz="quarter" idx="2"/>
          </p:nvPr>
        </p:nvSpPr>
        <p:spPr>
          <a:xfrm>
            <a:off x="0" y="9721850"/>
            <a:ext cx="3076575" cy="511175"/>
          </a:xfrm>
          <a:prstGeom prst="rect">
            <a:avLst/>
          </a:prstGeom>
        </p:spPr>
        <p:txBody>
          <a:bodyPr vert="horz" wrap="square" lIns="95070" tIns="47535" rIns="95070" bIns="47535" numCol="1" anchor="b" anchorCtr="0" compatLnSpc="1">
            <a:prstTxWarp prst="textNoShape">
              <a:avLst/>
            </a:prstTxWarp>
          </a:bodyPr>
          <a:lstStyle>
            <a:lvl1pPr eaLnBrk="1" hangingPunct="1">
              <a:defRPr sz="1200">
                <a:cs typeface="Arial" charset="0"/>
              </a:defRPr>
            </a:lvl1pPr>
          </a:lstStyle>
          <a:p>
            <a:pPr>
              <a:defRPr/>
            </a:pPr>
            <a:endParaRPr lang="en-US" altLang="en-US" dirty="0"/>
          </a:p>
        </p:txBody>
      </p:sp>
      <p:sp>
        <p:nvSpPr>
          <p:cNvPr id="5" name="Foliennummernplatzhalter 4">
            <a:extLst>
              <a:ext uri="{FF2B5EF4-FFF2-40B4-BE49-F238E27FC236}">
                <a16:creationId xmlns:a16="http://schemas.microsoft.com/office/drawing/2014/main" id="{D110E63B-7C97-4986-AF0E-9FF16D209E86}"/>
              </a:ext>
            </a:extLst>
          </p:cNvPr>
          <p:cNvSpPr>
            <a:spLocks noGrp="1"/>
          </p:cNvSpPr>
          <p:nvPr>
            <p:ph type="sldNum" sz="quarter" idx="3"/>
          </p:nvPr>
        </p:nvSpPr>
        <p:spPr>
          <a:xfrm>
            <a:off x="4021138" y="9721850"/>
            <a:ext cx="3076575" cy="511175"/>
          </a:xfrm>
          <a:prstGeom prst="rect">
            <a:avLst/>
          </a:prstGeom>
        </p:spPr>
        <p:txBody>
          <a:bodyPr vert="horz" wrap="square" lIns="95070" tIns="47535" rIns="95070" bIns="47535" numCol="1" anchor="b" anchorCtr="0" compatLnSpc="1">
            <a:prstTxWarp prst="textNoShape">
              <a:avLst/>
            </a:prstTxWarp>
          </a:bodyPr>
          <a:lstStyle>
            <a:lvl1pPr algn="r" eaLnBrk="1" hangingPunct="1">
              <a:defRPr sz="1200" smtClean="0"/>
            </a:lvl1pPr>
          </a:lstStyle>
          <a:p>
            <a:pPr>
              <a:defRPr/>
            </a:pPr>
            <a:fld id="{11870FC8-4768-479C-A52B-13040E2ED620}" type="slidenum">
              <a:rPr lang="de-DE" altLang="en-US"/>
              <a:pPr>
                <a:defRPr/>
              </a:pPr>
              <a:t>‹#›</a:t>
            </a:fld>
            <a:endParaRPr lang="de-DE" altLang="en-US"/>
          </a:p>
        </p:txBody>
      </p:sp>
    </p:spTree>
    <p:extLst>
      <p:ext uri="{BB962C8B-B14F-4D97-AF65-F5344CB8AC3E}">
        <p14:creationId xmlns:p14="http://schemas.microsoft.com/office/powerpoint/2010/main" val="697034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DE03E7C-D5A3-4CB5-A4E7-14EDDAEE16A6}"/>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5070" tIns="47535" rIns="95070" bIns="47535" numCol="1" anchor="t" anchorCtr="0" compatLnSpc="1">
            <a:prstTxWarp prst="textNoShape">
              <a:avLst/>
            </a:prstTxWarp>
          </a:bodyPr>
          <a:lstStyle>
            <a:lvl1pPr eaLnBrk="1" hangingPunct="1">
              <a:defRPr sz="1200">
                <a:latin typeface="Arial" charset="0"/>
                <a:cs typeface="Arial" charset="0"/>
              </a:defRPr>
            </a:lvl1pPr>
          </a:lstStyle>
          <a:p>
            <a:pPr>
              <a:defRPr/>
            </a:pPr>
            <a:endParaRPr lang="en-US" altLang="en-US" dirty="0"/>
          </a:p>
        </p:txBody>
      </p:sp>
      <p:sp>
        <p:nvSpPr>
          <p:cNvPr id="4099" name="Rectangle 3">
            <a:extLst>
              <a:ext uri="{FF2B5EF4-FFF2-40B4-BE49-F238E27FC236}">
                <a16:creationId xmlns:a16="http://schemas.microsoft.com/office/drawing/2014/main" id="{CE9BAF1B-FCCA-4710-AE98-A1E91E87BC0B}"/>
              </a:ext>
            </a:extLst>
          </p:cNvPr>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5070" tIns="47535" rIns="95070" bIns="47535"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US" altLang="en-US" dirty="0"/>
          </a:p>
        </p:txBody>
      </p:sp>
      <p:sp>
        <p:nvSpPr>
          <p:cNvPr id="3076"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83DCD023-87E3-4513-B34A-CE8587BE112F}"/>
              </a:ext>
            </a:extLst>
          </p:cNvPr>
          <p:cNvSpPr>
            <a:spLocks noGrp="1" noChangeArrowheads="1"/>
          </p:cNvSpPr>
          <p:nvPr>
            <p:ph type="body" sz="quarter" idx="3"/>
          </p:nvPr>
        </p:nvSpPr>
        <p:spPr bwMode="auto">
          <a:xfrm>
            <a:off x="709613" y="4862513"/>
            <a:ext cx="5680075" cy="4605337"/>
          </a:xfrm>
          <a:prstGeom prst="rect">
            <a:avLst/>
          </a:prstGeom>
          <a:noFill/>
          <a:ln w="9525">
            <a:noFill/>
            <a:miter lim="800000"/>
            <a:headEnd/>
            <a:tailEnd/>
          </a:ln>
          <a:effectLst/>
        </p:spPr>
        <p:txBody>
          <a:bodyPr vert="horz" wrap="square" lIns="95070" tIns="47535" rIns="95070" bIns="47535"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4102" name="Rectangle 6">
            <a:extLst>
              <a:ext uri="{FF2B5EF4-FFF2-40B4-BE49-F238E27FC236}">
                <a16:creationId xmlns:a16="http://schemas.microsoft.com/office/drawing/2014/main" id="{2C0915A6-61F4-444A-B087-C38EA6E4F78B}"/>
              </a:ext>
            </a:extLst>
          </p:cNvPr>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5070" tIns="47535" rIns="95070" bIns="47535" numCol="1" anchor="b" anchorCtr="0" compatLnSpc="1">
            <a:prstTxWarp prst="textNoShape">
              <a:avLst/>
            </a:prstTxWarp>
          </a:bodyPr>
          <a:lstStyle>
            <a:lvl1pPr eaLnBrk="1" hangingPunct="1">
              <a:defRPr sz="1200">
                <a:latin typeface="Arial" charset="0"/>
                <a:cs typeface="Arial" charset="0"/>
              </a:defRPr>
            </a:lvl1pPr>
          </a:lstStyle>
          <a:p>
            <a:pPr>
              <a:defRPr/>
            </a:pPr>
            <a:endParaRPr lang="en-US" altLang="en-US" dirty="0"/>
          </a:p>
        </p:txBody>
      </p:sp>
      <p:sp>
        <p:nvSpPr>
          <p:cNvPr id="4103" name="Rectangle 7">
            <a:extLst>
              <a:ext uri="{FF2B5EF4-FFF2-40B4-BE49-F238E27FC236}">
                <a16:creationId xmlns:a16="http://schemas.microsoft.com/office/drawing/2014/main" id="{4CD94086-A707-43B3-9E7D-6DDE3AD9859D}"/>
              </a:ext>
            </a:extLst>
          </p:cNvPr>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5070" tIns="47535" rIns="95070" bIns="47535"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41C680E3-C43A-493C-BD0C-70DB7EB35EE2}" type="slidenum">
              <a:rPr lang="de-DE" altLang="en-US"/>
              <a:pPr>
                <a:defRPr/>
              </a:pPr>
              <a:t>‹#›</a:t>
            </a:fld>
            <a:endParaRPr lang="de-DE" altLang="en-US"/>
          </a:p>
        </p:txBody>
      </p:sp>
    </p:spTree>
    <p:extLst>
      <p:ext uri="{BB962C8B-B14F-4D97-AF65-F5344CB8AC3E}">
        <p14:creationId xmlns:p14="http://schemas.microsoft.com/office/powerpoint/2010/main" val="3477302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CC1F0BF-4541-497E-80FE-C569B73B7936}" type="slidenum">
              <a:rPr lang="en-US" altLang="en-US">
                <a:cs typeface="Arial" panose="020B0604020202020204" pitchFamily="34" charset="0"/>
              </a:rPr>
              <a:pPr algn="r" eaLnBrk="1" hangingPunct="1">
                <a:spcBef>
                  <a:spcPct val="0"/>
                </a:spcBef>
                <a:buClrTx/>
                <a:buSzPct val="45000"/>
                <a:buFontTx/>
                <a:buNone/>
              </a:pPr>
              <a:t>3</a:t>
            </a:fld>
            <a:endParaRPr lang="en-US" altLang="en-US">
              <a:cs typeface="Arial" panose="020B0604020202020204" pitchFamily="34" charset="0"/>
            </a:endParaRPr>
          </a:p>
        </p:txBody>
      </p:sp>
      <p:sp>
        <p:nvSpPr>
          <p:cNvPr id="7171" name="Rectangle 2"/>
          <p:cNvSpPr>
            <a:spLocks noGrp="1" noRot="1" noChangeAspect="1" noChangeArrowheads="1" noTextEdit="1"/>
          </p:cNvSpPr>
          <p:nvPr>
            <p:ph type="sldImg"/>
          </p:nvPr>
        </p:nvSpPr>
        <p:spPr>
          <a:xfrm>
            <a:off x="1182688" y="696913"/>
            <a:ext cx="4637087" cy="3478212"/>
          </a:xfrm>
          <a:ln/>
        </p:spPr>
      </p:sp>
      <p:sp>
        <p:nvSpPr>
          <p:cNvPr id="717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21361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D12D98F-2B0A-42D3-8062-6DDC0BA8279A}" type="slidenum">
              <a:rPr lang="en-US" altLang="en-US">
                <a:cs typeface="Arial" panose="020B0604020202020204" pitchFamily="34" charset="0"/>
              </a:rPr>
              <a:pPr algn="r" eaLnBrk="1" hangingPunct="1">
                <a:spcBef>
                  <a:spcPct val="0"/>
                </a:spcBef>
                <a:buClrTx/>
                <a:buSzPct val="45000"/>
                <a:buFontTx/>
                <a:buNone/>
              </a:pPr>
              <a:t>4</a:t>
            </a:fld>
            <a:endParaRPr lang="en-US" altLang="en-US">
              <a:cs typeface="Arial" panose="020B0604020202020204" pitchFamily="34" charset="0"/>
            </a:endParaRPr>
          </a:p>
        </p:txBody>
      </p:sp>
      <p:sp>
        <p:nvSpPr>
          <p:cNvPr id="9219" name="Rectangle 2"/>
          <p:cNvSpPr>
            <a:spLocks noGrp="1" noRot="1" noChangeAspect="1" noChangeArrowheads="1" noTextEdit="1"/>
          </p:cNvSpPr>
          <p:nvPr>
            <p:ph type="sldImg"/>
          </p:nvPr>
        </p:nvSpPr>
        <p:spPr>
          <a:xfrm>
            <a:off x="1182688" y="696913"/>
            <a:ext cx="4637087" cy="3478212"/>
          </a:xfrm>
          <a:ln/>
        </p:spPr>
      </p:sp>
      <p:sp>
        <p:nvSpPr>
          <p:cNvPr id="922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8791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D707C90A-8052-4036-9951-AA391D224B8F}" type="slidenum">
              <a:rPr lang="en-US" altLang="en-US">
                <a:cs typeface="Arial" panose="020B0604020202020204" pitchFamily="34" charset="0"/>
              </a:rPr>
              <a:pPr algn="r" eaLnBrk="1" hangingPunct="1">
                <a:spcBef>
                  <a:spcPct val="0"/>
                </a:spcBef>
                <a:buClrTx/>
                <a:buSzPct val="45000"/>
                <a:buFontTx/>
                <a:buNone/>
              </a:pPr>
              <a:t>5</a:t>
            </a:fld>
            <a:endParaRPr lang="en-US" altLang="en-US">
              <a:cs typeface="Arial" panose="020B0604020202020204" pitchFamily="34" charset="0"/>
            </a:endParaRPr>
          </a:p>
        </p:txBody>
      </p:sp>
      <p:sp>
        <p:nvSpPr>
          <p:cNvPr id="11267" name="Rectangle 2"/>
          <p:cNvSpPr>
            <a:spLocks noGrp="1" noRot="1" noChangeAspect="1" noChangeArrowheads="1" noTextEdit="1"/>
          </p:cNvSpPr>
          <p:nvPr>
            <p:ph type="sldImg"/>
          </p:nvPr>
        </p:nvSpPr>
        <p:spPr>
          <a:xfrm>
            <a:off x="1182688" y="696913"/>
            <a:ext cx="4637087" cy="3478212"/>
          </a:xfrm>
          <a:ln/>
        </p:spPr>
      </p:sp>
      <p:sp>
        <p:nvSpPr>
          <p:cNvPr id="1126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26857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20A39B1-C7A0-46B7-940A-911D978FDA30}" type="slidenum">
              <a:rPr lang="en-US" altLang="en-US">
                <a:cs typeface="Arial" panose="020B0604020202020204" pitchFamily="34" charset="0"/>
              </a:rPr>
              <a:pPr algn="r" eaLnBrk="1" hangingPunct="1">
                <a:spcBef>
                  <a:spcPct val="0"/>
                </a:spcBef>
                <a:buClrTx/>
                <a:buSzPct val="45000"/>
                <a:buFontTx/>
                <a:buNone/>
              </a:pPr>
              <a:t>6</a:t>
            </a:fld>
            <a:endParaRPr lang="en-US" altLang="en-US">
              <a:cs typeface="Arial" panose="020B0604020202020204" pitchFamily="34" charset="0"/>
            </a:endParaRPr>
          </a:p>
        </p:txBody>
      </p:sp>
      <p:sp>
        <p:nvSpPr>
          <p:cNvPr id="13315" name="Rectangle 2"/>
          <p:cNvSpPr>
            <a:spLocks noGrp="1" noRot="1" noChangeAspect="1" noChangeArrowheads="1" noTextEdit="1"/>
          </p:cNvSpPr>
          <p:nvPr>
            <p:ph type="sldImg"/>
          </p:nvPr>
        </p:nvSpPr>
        <p:spPr>
          <a:xfrm>
            <a:off x="1182688" y="696913"/>
            <a:ext cx="4637087" cy="3478212"/>
          </a:xfrm>
          <a:ln/>
        </p:spPr>
      </p:sp>
      <p:sp>
        <p:nvSpPr>
          <p:cNvPr id="1331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238047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DB3F215-4A41-41D7-ABB6-EEECE2610C50}" type="slidenum">
              <a:rPr lang="en-US" altLang="en-US">
                <a:cs typeface="Arial" panose="020B0604020202020204" pitchFamily="34" charset="0"/>
              </a:rPr>
              <a:pPr algn="r" eaLnBrk="1" hangingPunct="1">
                <a:spcBef>
                  <a:spcPct val="0"/>
                </a:spcBef>
                <a:buClrTx/>
                <a:buSzPct val="45000"/>
                <a:buFontTx/>
                <a:buNone/>
              </a:pPr>
              <a:t>7</a:t>
            </a:fld>
            <a:endParaRPr lang="en-US" altLang="en-US">
              <a:cs typeface="Arial" panose="020B0604020202020204" pitchFamily="34" charset="0"/>
            </a:endParaRPr>
          </a:p>
        </p:txBody>
      </p:sp>
      <p:sp>
        <p:nvSpPr>
          <p:cNvPr id="15363" name="Rectangle 1026"/>
          <p:cNvSpPr>
            <a:spLocks noGrp="1" noRot="1" noChangeAspect="1" noChangeArrowheads="1" noTextEdit="1"/>
          </p:cNvSpPr>
          <p:nvPr>
            <p:ph type="sldImg"/>
          </p:nvPr>
        </p:nvSpPr>
        <p:spPr>
          <a:xfrm>
            <a:off x="1182688" y="696913"/>
            <a:ext cx="4637087" cy="3478212"/>
          </a:xfrm>
          <a:ln/>
        </p:spPr>
      </p:sp>
      <p:sp>
        <p:nvSpPr>
          <p:cNvPr id="15364" name="Rectangle 1027"/>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25840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CFC732E-7BBD-4872-9269-E49CB36AFCB4}" type="slidenum">
              <a:rPr lang="en-US" altLang="en-US">
                <a:cs typeface="Arial" panose="020B0604020202020204" pitchFamily="34" charset="0"/>
              </a:rPr>
              <a:pPr algn="r" eaLnBrk="1" hangingPunct="1">
                <a:spcBef>
                  <a:spcPct val="0"/>
                </a:spcBef>
                <a:buClrTx/>
                <a:buSzPct val="45000"/>
                <a:buFontTx/>
                <a:buNone/>
              </a:pPr>
              <a:t>8</a:t>
            </a:fld>
            <a:endParaRPr lang="en-US" altLang="en-US">
              <a:cs typeface="Arial" panose="020B0604020202020204" pitchFamily="34" charset="0"/>
            </a:endParaRPr>
          </a:p>
        </p:txBody>
      </p:sp>
      <p:sp>
        <p:nvSpPr>
          <p:cNvPr id="17411" name="Rectangle 2"/>
          <p:cNvSpPr>
            <a:spLocks noGrp="1" noRot="1" noChangeAspect="1" noChangeArrowheads="1" noTextEdit="1"/>
          </p:cNvSpPr>
          <p:nvPr>
            <p:ph type="sldImg"/>
          </p:nvPr>
        </p:nvSpPr>
        <p:spPr>
          <a:xfrm>
            <a:off x="1182688" y="696913"/>
            <a:ext cx="4637087" cy="3478212"/>
          </a:xfrm>
          <a:ln/>
        </p:spPr>
      </p:sp>
      <p:sp>
        <p:nvSpPr>
          <p:cNvPr id="1741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8294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45977D9-E818-4958-9090-A2DFF52B005F}" type="slidenum">
              <a:rPr lang="en-US" altLang="en-US">
                <a:cs typeface="Arial" panose="020B0604020202020204" pitchFamily="34" charset="0"/>
              </a:rPr>
              <a:pPr algn="r" eaLnBrk="1" hangingPunct="1">
                <a:spcBef>
                  <a:spcPct val="0"/>
                </a:spcBef>
                <a:buClrTx/>
                <a:buSzPct val="45000"/>
                <a:buFontTx/>
                <a:buNone/>
              </a:pPr>
              <a:t>9</a:t>
            </a:fld>
            <a:endParaRPr lang="en-US" altLang="en-US">
              <a:cs typeface="Arial" panose="020B0604020202020204" pitchFamily="34" charset="0"/>
            </a:endParaRPr>
          </a:p>
        </p:txBody>
      </p:sp>
      <p:sp>
        <p:nvSpPr>
          <p:cNvPr id="19459" name="Rectangle 2"/>
          <p:cNvSpPr>
            <a:spLocks noGrp="1" noRot="1" noChangeAspect="1" noChangeArrowheads="1" noTextEdit="1"/>
          </p:cNvSpPr>
          <p:nvPr>
            <p:ph type="sldImg"/>
          </p:nvPr>
        </p:nvSpPr>
        <p:spPr>
          <a:xfrm>
            <a:off x="1182688" y="696913"/>
            <a:ext cx="4637087" cy="3478212"/>
          </a:xfrm>
          <a:ln/>
        </p:spPr>
      </p:sp>
      <p:sp>
        <p:nvSpPr>
          <p:cNvPr id="1946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50538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A542AA32-8AE8-4A45-9424-5F6E2DA03252}" type="slidenum">
              <a:rPr lang="en-US" altLang="en-US">
                <a:cs typeface="Arial" panose="020B0604020202020204" pitchFamily="34" charset="0"/>
              </a:rPr>
              <a:pPr algn="r" eaLnBrk="1" hangingPunct="1">
                <a:spcBef>
                  <a:spcPct val="0"/>
                </a:spcBef>
                <a:buClrTx/>
                <a:buSzPct val="45000"/>
                <a:buFontTx/>
                <a:buNone/>
              </a:pPr>
              <a:t>10</a:t>
            </a:fld>
            <a:endParaRPr lang="en-US" altLang="en-US">
              <a:cs typeface="Arial" panose="020B0604020202020204" pitchFamily="34" charset="0"/>
            </a:endParaRPr>
          </a:p>
        </p:txBody>
      </p:sp>
      <p:sp>
        <p:nvSpPr>
          <p:cNvPr id="21507" name="Rectangle 2"/>
          <p:cNvSpPr>
            <a:spLocks noGrp="1" noRot="1" noChangeAspect="1" noChangeArrowheads="1" noTextEdit="1"/>
          </p:cNvSpPr>
          <p:nvPr>
            <p:ph type="sldImg"/>
          </p:nvPr>
        </p:nvSpPr>
        <p:spPr>
          <a:xfrm>
            <a:off x="1182688" y="696913"/>
            <a:ext cx="4637087" cy="3478212"/>
          </a:xfrm>
          <a:ln/>
        </p:spPr>
      </p:sp>
      <p:sp>
        <p:nvSpPr>
          <p:cNvPr id="2150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38852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AE356C3-D2CE-4472-B110-F61D7D9015AE}" type="slidenum">
              <a:rPr lang="en-US" altLang="en-US">
                <a:cs typeface="Arial" panose="020B0604020202020204" pitchFamily="34" charset="0"/>
              </a:rPr>
              <a:pPr algn="r" eaLnBrk="1" hangingPunct="1">
                <a:spcBef>
                  <a:spcPct val="0"/>
                </a:spcBef>
                <a:buClrTx/>
                <a:buSzPct val="45000"/>
                <a:buFontTx/>
                <a:buNone/>
              </a:pPr>
              <a:t>11</a:t>
            </a:fld>
            <a:endParaRPr lang="en-US" altLang="en-US">
              <a:cs typeface="Arial" panose="020B0604020202020204" pitchFamily="34" charset="0"/>
            </a:endParaRPr>
          </a:p>
        </p:txBody>
      </p:sp>
      <p:sp>
        <p:nvSpPr>
          <p:cNvPr id="23555" name="Rectangle 2"/>
          <p:cNvSpPr>
            <a:spLocks noGrp="1" noRot="1" noChangeAspect="1" noChangeArrowheads="1" noTextEdit="1"/>
          </p:cNvSpPr>
          <p:nvPr>
            <p:ph type="sldImg"/>
          </p:nvPr>
        </p:nvSpPr>
        <p:spPr>
          <a:xfrm>
            <a:off x="1182688" y="696913"/>
            <a:ext cx="4637087" cy="3478212"/>
          </a:xfrm>
          <a:ln/>
        </p:spPr>
      </p:sp>
      <p:sp>
        <p:nvSpPr>
          <p:cNvPr id="2355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38280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CC3280D-1585-4A47-A86D-78DD9412A7E4}" type="slidenum">
              <a:rPr lang="en-US" altLang="en-US">
                <a:cs typeface="Arial" panose="020B0604020202020204" pitchFamily="34" charset="0"/>
              </a:rPr>
              <a:pPr algn="r" eaLnBrk="1" hangingPunct="1">
                <a:spcBef>
                  <a:spcPct val="0"/>
                </a:spcBef>
                <a:buClrTx/>
                <a:buSzPct val="45000"/>
                <a:buFontTx/>
                <a:buNone/>
              </a:pPr>
              <a:t>12</a:t>
            </a:fld>
            <a:endParaRPr lang="en-US" altLang="en-US">
              <a:cs typeface="Arial" panose="020B0604020202020204" pitchFamily="34" charset="0"/>
            </a:endParaRPr>
          </a:p>
        </p:txBody>
      </p:sp>
      <p:sp>
        <p:nvSpPr>
          <p:cNvPr id="25603" name="Rectangle 2"/>
          <p:cNvSpPr>
            <a:spLocks noGrp="1" noRot="1" noChangeAspect="1" noChangeArrowheads="1" noTextEdit="1"/>
          </p:cNvSpPr>
          <p:nvPr>
            <p:ph type="sldImg"/>
          </p:nvPr>
        </p:nvSpPr>
        <p:spPr>
          <a:xfrm>
            <a:off x="1182688" y="696913"/>
            <a:ext cx="4637087" cy="3478212"/>
          </a:xfrm>
          <a:ln/>
        </p:spPr>
      </p:sp>
      <p:sp>
        <p:nvSpPr>
          <p:cNvPr id="2560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079452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93180C1-657B-4F75-BC05-55E83D66C3DB}" type="slidenum">
              <a:rPr lang="en-US" altLang="en-US">
                <a:cs typeface="Arial" panose="020B0604020202020204" pitchFamily="34" charset="0"/>
              </a:rPr>
              <a:pPr algn="r" eaLnBrk="1" hangingPunct="1">
                <a:spcBef>
                  <a:spcPct val="0"/>
                </a:spcBef>
                <a:buClrTx/>
                <a:buSzPct val="45000"/>
                <a:buFontTx/>
                <a:buNone/>
              </a:pPr>
              <a:t>13</a:t>
            </a:fld>
            <a:endParaRPr lang="en-US" altLang="en-US">
              <a:cs typeface="Arial" panose="020B0604020202020204" pitchFamily="34" charset="0"/>
            </a:endParaRPr>
          </a:p>
        </p:txBody>
      </p:sp>
      <p:sp>
        <p:nvSpPr>
          <p:cNvPr id="27651" name="Rectangle 2"/>
          <p:cNvSpPr>
            <a:spLocks noGrp="1" noRot="1" noChangeAspect="1" noChangeArrowheads="1" noTextEdit="1"/>
          </p:cNvSpPr>
          <p:nvPr>
            <p:ph type="sldImg"/>
          </p:nvPr>
        </p:nvSpPr>
        <p:spPr>
          <a:xfrm>
            <a:off x="1182688" y="696913"/>
            <a:ext cx="4637087" cy="3478212"/>
          </a:xfrm>
          <a:ln/>
        </p:spPr>
      </p:sp>
      <p:sp>
        <p:nvSpPr>
          <p:cNvPr id="2765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5421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F9F68CF-F341-460D-A713-C4CE3D7C462A}" type="slidenum">
              <a:rPr lang="en-US" altLang="en-US">
                <a:cs typeface="Arial" panose="020B0604020202020204" pitchFamily="34" charset="0"/>
              </a:rPr>
              <a:pPr algn="r" eaLnBrk="1" hangingPunct="1">
                <a:spcBef>
                  <a:spcPct val="0"/>
                </a:spcBef>
                <a:buClrTx/>
                <a:buSzPct val="45000"/>
                <a:buFontTx/>
                <a:buNone/>
              </a:pPr>
              <a:t>14</a:t>
            </a:fld>
            <a:endParaRPr lang="en-US" altLang="en-US">
              <a:cs typeface="Arial" panose="020B0604020202020204" pitchFamily="34" charset="0"/>
            </a:endParaRPr>
          </a:p>
        </p:txBody>
      </p:sp>
      <p:sp>
        <p:nvSpPr>
          <p:cNvPr id="29699" name="Rectangle 2"/>
          <p:cNvSpPr>
            <a:spLocks noGrp="1" noRot="1" noChangeAspect="1" noChangeArrowheads="1" noTextEdit="1"/>
          </p:cNvSpPr>
          <p:nvPr>
            <p:ph type="sldImg"/>
          </p:nvPr>
        </p:nvSpPr>
        <p:spPr>
          <a:xfrm>
            <a:off x="1182688" y="696913"/>
            <a:ext cx="4637087" cy="3478212"/>
          </a:xfrm>
          <a:ln/>
        </p:spPr>
      </p:sp>
      <p:sp>
        <p:nvSpPr>
          <p:cNvPr id="2970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268982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95EE1F41-88D4-45E6-8494-19FC54021102}" type="slidenum">
              <a:rPr lang="en-US" altLang="en-US">
                <a:cs typeface="Arial" panose="020B0604020202020204" pitchFamily="34" charset="0"/>
              </a:rPr>
              <a:pPr algn="r" eaLnBrk="1" hangingPunct="1">
                <a:spcBef>
                  <a:spcPct val="0"/>
                </a:spcBef>
                <a:buClrTx/>
                <a:buSzPct val="45000"/>
                <a:buFontTx/>
                <a:buNone/>
              </a:pPr>
              <a:t>15</a:t>
            </a:fld>
            <a:endParaRPr lang="en-US" altLang="en-US">
              <a:cs typeface="Arial" panose="020B0604020202020204" pitchFamily="34" charset="0"/>
            </a:endParaRPr>
          </a:p>
        </p:txBody>
      </p:sp>
      <p:sp>
        <p:nvSpPr>
          <p:cNvPr id="31747" name="Rectangle 2"/>
          <p:cNvSpPr>
            <a:spLocks noGrp="1" noRot="1" noChangeAspect="1" noChangeArrowheads="1" noTextEdit="1"/>
          </p:cNvSpPr>
          <p:nvPr>
            <p:ph type="sldImg"/>
          </p:nvPr>
        </p:nvSpPr>
        <p:spPr>
          <a:xfrm>
            <a:off x="1182688" y="696913"/>
            <a:ext cx="4637087" cy="3478212"/>
          </a:xfrm>
          <a:ln/>
        </p:spPr>
      </p:sp>
      <p:sp>
        <p:nvSpPr>
          <p:cNvPr id="3174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054625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91E259B-DEFF-4C45-B31E-97CEB08F0A1C}" type="slidenum">
              <a:rPr lang="en-US" altLang="en-US">
                <a:cs typeface="Arial" panose="020B0604020202020204" pitchFamily="34" charset="0"/>
              </a:rPr>
              <a:pPr algn="r" eaLnBrk="1" hangingPunct="1">
                <a:spcBef>
                  <a:spcPct val="0"/>
                </a:spcBef>
                <a:buClrTx/>
                <a:buSzPct val="45000"/>
                <a:buFontTx/>
                <a:buNone/>
              </a:pPr>
              <a:t>16</a:t>
            </a:fld>
            <a:endParaRPr lang="en-US" altLang="en-US">
              <a:cs typeface="Arial" panose="020B0604020202020204" pitchFamily="34" charset="0"/>
            </a:endParaRPr>
          </a:p>
        </p:txBody>
      </p:sp>
      <p:sp>
        <p:nvSpPr>
          <p:cNvPr id="33795" name="Rectangle 1026"/>
          <p:cNvSpPr>
            <a:spLocks noGrp="1" noRot="1" noChangeAspect="1" noChangeArrowheads="1" noTextEdit="1"/>
          </p:cNvSpPr>
          <p:nvPr>
            <p:ph type="sldImg"/>
          </p:nvPr>
        </p:nvSpPr>
        <p:spPr>
          <a:xfrm>
            <a:off x="1182688" y="696913"/>
            <a:ext cx="4637087" cy="3478212"/>
          </a:xfrm>
          <a:ln/>
        </p:spPr>
      </p:sp>
      <p:sp>
        <p:nvSpPr>
          <p:cNvPr id="33796" name="Rectangle 1027"/>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31548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2E341AB-C98E-438B-9FB5-4BF9D498930F}" type="slidenum">
              <a:rPr lang="en-US" altLang="en-US">
                <a:cs typeface="Arial" panose="020B0604020202020204" pitchFamily="34" charset="0"/>
              </a:rPr>
              <a:pPr algn="r" eaLnBrk="1" hangingPunct="1">
                <a:spcBef>
                  <a:spcPct val="0"/>
                </a:spcBef>
                <a:buClrTx/>
                <a:buSzPct val="45000"/>
                <a:buFontTx/>
                <a:buNone/>
              </a:pPr>
              <a:t>17</a:t>
            </a:fld>
            <a:endParaRPr lang="en-US" altLang="en-US">
              <a:cs typeface="Arial" panose="020B0604020202020204" pitchFamily="34" charset="0"/>
            </a:endParaRPr>
          </a:p>
        </p:txBody>
      </p:sp>
      <p:sp>
        <p:nvSpPr>
          <p:cNvPr id="35843" name="Rectangle 2"/>
          <p:cNvSpPr>
            <a:spLocks noGrp="1" noRot="1" noChangeAspect="1" noChangeArrowheads="1" noTextEdit="1"/>
          </p:cNvSpPr>
          <p:nvPr>
            <p:ph type="sldImg"/>
          </p:nvPr>
        </p:nvSpPr>
        <p:spPr>
          <a:xfrm>
            <a:off x="1182688" y="696913"/>
            <a:ext cx="4637087" cy="3478212"/>
          </a:xfrm>
          <a:ln/>
        </p:spPr>
      </p:sp>
      <p:sp>
        <p:nvSpPr>
          <p:cNvPr id="3584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73347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EBB8208-73FA-441F-9FFA-FDEC4AF4D9F3}" type="slidenum">
              <a:rPr lang="en-US" altLang="en-US">
                <a:cs typeface="Arial" panose="020B0604020202020204" pitchFamily="34" charset="0"/>
              </a:rPr>
              <a:pPr algn="r" eaLnBrk="1" hangingPunct="1">
                <a:spcBef>
                  <a:spcPct val="0"/>
                </a:spcBef>
                <a:buClrTx/>
                <a:buSzPct val="45000"/>
                <a:buFontTx/>
                <a:buNone/>
              </a:pPr>
              <a:t>18</a:t>
            </a:fld>
            <a:endParaRPr lang="en-US" altLang="en-US">
              <a:cs typeface="Arial" panose="020B0604020202020204" pitchFamily="34" charset="0"/>
            </a:endParaRPr>
          </a:p>
        </p:txBody>
      </p:sp>
      <p:sp>
        <p:nvSpPr>
          <p:cNvPr id="37891" name="Rectangle 2"/>
          <p:cNvSpPr>
            <a:spLocks noGrp="1" noRot="1" noChangeAspect="1" noChangeArrowheads="1" noTextEdit="1"/>
          </p:cNvSpPr>
          <p:nvPr>
            <p:ph type="sldImg"/>
          </p:nvPr>
        </p:nvSpPr>
        <p:spPr>
          <a:xfrm>
            <a:off x="1182688" y="696913"/>
            <a:ext cx="4637087" cy="3478212"/>
          </a:xfrm>
          <a:ln/>
        </p:spPr>
      </p:sp>
      <p:sp>
        <p:nvSpPr>
          <p:cNvPr id="3789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2429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0B94D84-58B1-4D40-AE00-F7EBAAB77796}" type="slidenum">
              <a:rPr lang="en-US" altLang="en-US">
                <a:cs typeface="Arial" panose="020B0604020202020204" pitchFamily="34" charset="0"/>
              </a:rPr>
              <a:pPr algn="r" eaLnBrk="1" hangingPunct="1">
                <a:spcBef>
                  <a:spcPct val="0"/>
                </a:spcBef>
                <a:buClrTx/>
                <a:buSzPct val="45000"/>
                <a:buFontTx/>
                <a:buNone/>
              </a:pPr>
              <a:t>20</a:t>
            </a:fld>
            <a:endParaRPr lang="en-US" altLang="en-US">
              <a:cs typeface="Arial" panose="020B0604020202020204" pitchFamily="34" charset="0"/>
            </a:endParaRPr>
          </a:p>
        </p:txBody>
      </p:sp>
      <p:sp>
        <p:nvSpPr>
          <p:cNvPr id="40963" name="Rectangle 2"/>
          <p:cNvSpPr>
            <a:spLocks noGrp="1" noRot="1" noChangeAspect="1" noChangeArrowheads="1" noTextEdit="1"/>
          </p:cNvSpPr>
          <p:nvPr>
            <p:ph type="sldImg"/>
          </p:nvPr>
        </p:nvSpPr>
        <p:spPr>
          <a:xfrm>
            <a:off x="1182688" y="696913"/>
            <a:ext cx="4637087" cy="3478212"/>
          </a:xfrm>
          <a:ln/>
        </p:spPr>
      </p:sp>
      <p:sp>
        <p:nvSpPr>
          <p:cNvPr id="4096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33284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4864DBC-AB78-4556-98E5-03A38914C17F}" type="slidenum">
              <a:rPr lang="en-US" altLang="en-US">
                <a:cs typeface="Arial" panose="020B0604020202020204" pitchFamily="34" charset="0"/>
              </a:rPr>
              <a:pPr algn="r" eaLnBrk="1" hangingPunct="1">
                <a:spcBef>
                  <a:spcPct val="0"/>
                </a:spcBef>
                <a:buClrTx/>
                <a:buSzPct val="45000"/>
                <a:buFontTx/>
                <a:buNone/>
              </a:pPr>
              <a:t>21</a:t>
            </a:fld>
            <a:endParaRPr lang="en-US" altLang="en-US">
              <a:cs typeface="Arial" panose="020B0604020202020204" pitchFamily="34" charset="0"/>
            </a:endParaRPr>
          </a:p>
        </p:txBody>
      </p:sp>
      <p:sp>
        <p:nvSpPr>
          <p:cNvPr id="43011" name="Rectangle 2"/>
          <p:cNvSpPr>
            <a:spLocks noGrp="1" noRot="1" noChangeAspect="1" noChangeArrowheads="1" noTextEdit="1"/>
          </p:cNvSpPr>
          <p:nvPr>
            <p:ph type="sldImg"/>
          </p:nvPr>
        </p:nvSpPr>
        <p:spPr>
          <a:xfrm>
            <a:off x="1182688" y="696913"/>
            <a:ext cx="4637087" cy="3478212"/>
          </a:xfrm>
          <a:ln/>
        </p:spPr>
      </p:sp>
      <p:sp>
        <p:nvSpPr>
          <p:cNvPr id="4301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332502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9A1F6164-D718-4D46-8A5E-343ADFCAFB66}" type="slidenum">
              <a:rPr lang="en-US" altLang="en-US">
                <a:cs typeface="Arial" panose="020B0604020202020204" pitchFamily="34" charset="0"/>
              </a:rPr>
              <a:pPr algn="r" eaLnBrk="1" hangingPunct="1">
                <a:spcBef>
                  <a:spcPct val="0"/>
                </a:spcBef>
                <a:buClrTx/>
                <a:buSzPct val="45000"/>
                <a:buFontTx/>
                <a:buNone/>
              </a:pPr>
              <a:t>22</a:t>
            </a:fld>
            <a:endParaRPr lang="en-US" altLang="en-US">
              <a:cs typeface="Arial" panose="020B0604020202020204" pitchFamily="34" charset="0"/>
            </a:endParaRPr>
          </a:p>
        </p:txBody>
      </p:sp>
      <p:sp>
        <p:nvSpPr>
          <p:cNvPr id="45059" name="Rectangle 2"/>
          <p:cNvSpPr>
            <a:spLocks noGrp="1" noRot="1" noChangeAspect="1" noChangeArrowheads="1" noTextEdit="1"/>
          </p:cNvSpPr>
          <p:nvPr>
            <p:ph type="sldImg"/>
          </p:nvPr>
        </p:nvSpPr>
        <p:spPr>
          <a:xfrm>
            <a:off x="1182688" y="696913"/>
            <a:ext cx="4637087" cy="3478212"/>
          </a:xfrm>
          <a:ln/>
        </p:spPr>
      </p:sp>
      <p:sp>
        <p:nvSpPr>
          <p:cNvPr id="4506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941452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CBFF2B4-C350-4A59-8D63-E10D3E7C9C64}" type="slidenum">
              <a:rPr lang="en-US" altLang="en-US">
                <a:cs typeface="Arial" panose="020B0604020202020204" pitchFamily="34" charset="0"/>
              </a:rPr>
              <a:pPr algn="r" eaLnBrk="1" hangingPunct="1">
                <a:spcBef>
                  <a:spcPct val="0"/>
                </a:spcBef>
                <a:buClrTx/>
                <a:buSzPct val="45000"/>
                <a:buFontTx/>
                <a:buNone/>
              </a:pPr>
              <a:t>23</a:t>
            </a:fld>
            <a:endParaRPr lang="en-US" altLang="en-US">
              <a:cs typeface="Arial" panose="020B0604020202020204" pitchFamily="34" charset="0"/>
            </a:endParaRPr>
          </a:p>
        </p:txBody>
      </p:sp>
      <p:sp>
        <p:nvSpPr>
          <p:cNvPr id="47107" name="Rectangle 2"/>
          <p:cNvSpPr>
            <a:spLocks noGrp="1" noRot="1" noChangeAspect="1" noChangeArrowheads="1" noTextEdit="1"/>
          </p:cNvSpPr>
          <p:nvPr>
            <p:ph type="sldImg"/>
          </p:nvPr>
        </p:nvSpPr>
        <p:spPr>
          <a:xfrm>
            <a:off x="1182688" y="696913"/>
            <a:ext cx="4637087" cy="3478212"/>
          </a:xfrm>
          <a:ln/>
        </p:spPr>
      </p:sp>
      <p:sp>
        <p:nvSpPr>
          <p:cNvPr id="4710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9963727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9AFC3A3-F033-4EFA-8182-E7951A5E7B39}" type="slidenum">
              <a:rPr lang="en-US" altLang="en-US">
                <a:cs typeface="Arial" panose="020B0604020202020204" pitchFamily="34" charset="0"/>
              </a:rPr>
              <a:pPr algn="r" eaLnBrk="1" hangingPunct="1">
                <a:spcBef>
                  <a:spcPct val="0"/>
                </a:spcBef>
                <a:buClrTx/>
                <a:buSzPct val="45000"/>
                <a:buFontTx/>
                <a:buNone/>
              </a:pPr>
              <a:t>24</a:t>
            </a:fld>
            <a:endParaRPr lang="en-US" altLang="en-US">
              <a:cs typeface="Arial" panose="020B0604020202020204" pitchFamily="34" charset="0"/>
            </a:endParaRPr>
          </a:p>
        </p:txBody>
      </p:sp>
      <p:sp>
        <p:nvSpPr>
          <p:cNvPr id="49155" name="Rectangle 2"/>
          <p:cNvSpPr>
            <a:spLocks noGrp="1" noRot="1" noChangeAspect="1" noChangeArrowheads="1" noTextEdit="1"/>
          </p:cNvSpPr>
          <p:nvPr>
            <p:ph type="sldImg"/>
          </p:nvPr>
        </p:nvSpPr>
        <p:spPr>
          <a:xfrm>
            <a:off x="1182688" y="696913"/>
            <a:ext cx="4637087" cy="3478212"/>
          </a:xfrm>
          <a:ln/>
        </p:spPr>
      </p:sp>
      <p:sp>
        <p:nvSpPr>
          <p:cNvPr id="4915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9455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91BFEAF-54BF-4EA6-B14B-D1E6A5014B91}" type="slidenum">
              <a:rPr lang="en-US" altLang="en-US">
                <a:cs typeface="Arial" panose="020B0604020202020204" pitchFamily="34" charset="0"/>
              </a:rPr>
              <a:pPr algn="r" eaLnBrk="1" hangingPunct="1">
                <a:spcBef>
                  <a:spcPct val="0"/>
                </a:spcBef>
                <a:buClrTx/>
                <a:buSzPct val="45000"/>
                <a:buFontTx/>
                <a:buNone/>
              </a:pPr>
              <a:t>25</a:t>
            </a:fld>
            <a:endParaRPr lang="en-US" altLang="en-US">
              <a:cs typeface="Arial" panose="020B0604020202020204" pitchFamily="34" charset="0"/>
            </a:endParaRPr>
          </a:p>
        </p:txBody>
      </p:sp>
      <p:sp>
        <p:nvSpPr>
          <p:cNvPr id="51203" name="Rectangle 2"/>
          <p:cNvSpPr>
            <a:spLocks noGrp="1" noRot="1" noChangeAspect="1" noChangeArrowheads="1" noTextEdit="1"/>
          </p:cNvSpPr>
          <p:nvPr>
            <p:ph type="sldImg"/>
          </p:nvPr>
        </p:nvSpPr>
        <p:spPr>
          <a:xfrm>
            <a:off x="1182688" y="696913"/>
            <a:ext cx="4637087" cy="3478212"/>
          </a:xfrm>
          <a:ln/>
        </p:spPr>
      </p:sp>
      <p:sp>
        <p:nvSpPr>
          <p:cNvPr id="5120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3277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DB0A5B93-849F-4DB7-AB30-C87C2E3A9126}" type="slidenum">
              <a:rPr lang="en-US" altLang="en-US">
                <a:cs typeface="Arial" panose="020B0604020202020204" pitchFamily="34" charset="0"/>
              </a:rPr>
              <a:pPr algn="r" eaLnBrk="1" hangingPunct="1">
                <a:spcBef>
                  <a:spcPct val="0"/>
                </a:spcBef>
                <a:buClrTx/>
                <a:buSzPct val="45000"/>
                <a:buFontTx/>
                <a:buNone/>
              </a:pPr>
              <a:t>26</a:t>
            </a:fld>
            <a:endParaRPr lang="en-US" altLang="en-US">
              <a:cs typeface="Arial" panose="020B0604020202020204" pitchFamily="34" charset="0"/>
            </a:endParaRPr>
          </a:p>
        </p:txBody>
      </p:sp>
      <p:sp>
        <p:nvSpPr>
          <p:cNvPr id="55299" name="Rectangle 2"/>
          <p:cNvSpPr>
            <a:spLocks noGrp="1" noRot="1" noChangeAspect="1" noChangeArrowheads="1" noTextEdit="1"/>
          </p:cNvSpPr>
          <p:nvPr>
            <p:ph type="sldImg"/>
          </p:nvPr>
        </p:nvSpPr>
        <p:spPr>
          <a:xfrm>
            <a:off x="1182688" y="696913"/>
            <a:ext cx="4637087" cy="3478212"/>
          </a:xfrm>
          <a:ln/>
        </p:spPr>
      </p:sp>
      <p:sp>
        <p:nvSpPr>
          <p:cNvPr id="5530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464839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A259C3D5-9510-4DA7-8394-DAFFB86005A9}" type="slidenum">
              <a:rPr lang="en-US" altLang="en-US">
                <a:cs typeface="Arial" panose="020B0604020202020204" pitchFamily="34" charset="0"/>
              </a:rPr>
              <a:pPr algn="r" eaLnBrk="1" hangingPunct="1">
                <a:spcBef>
                  <a:spcPct val="0"/>
                </a:spcBef>
                <a:buClrTx/>
                <a:buSzPct val="45000"/>
                <a:buFontTx/>
                <a:buNone/>
              </a:pPr>
              <a:t>27</a:t>
            </a:fld>
            <a:endParaRPr lang="en-US" altLang="en-US">
              <a:cs typeface="Arial" panose="020B0604020202020204" pitchFamily="34" charset="0"/>
            </a:endParaRPr>
          </a:p>
        </p:txBody>
      </p:sp>
      <p:sp>
        <p:nvSpPr>
          <p:cNvPr id="57347" name="Rectangle 2"/>
          <p:cNvSpPr>
            <a:spLocks noGrp="1" noRot="1" noChangeAspect="1" noChangeArrowheads="1" noTextEdit="1"/>
          </p:cNvSpPr>
          <p:nvPr>
            <p:ph type="sldImg"/>
          </p:nvPr>
        </p:nvSpPr>
        <p:spPr>
          <a:xfrm>
            <a:off x="1182688" y="696913"/>
            <a:ext cx="4637087" cy="3478212"/>
          </a:xfrm>
          <a:ln/>
        </p:spPr>
      </p:sp>
      <p:sp>
        <p:nvSpPr>
          <p:cNvPr id="5734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5859244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E8A8E16-1F22-403C-BE0C-85C5664A14FA}" type="slidenum">
              <a:rPr lang="en-US" altLang="en-US">
                <a:cs typeface="Arial" panose="020B0604020202020204" pitchFamily="34" charset="0"/>
              </a:rPr>
              <a:pPr algn="r" eaLnBrk="1" hangingPunct="1">
                <a:spcBef>
                  <a:spcPct val="0"/>
                </a:spcBef>
                <a:buClrTx/>
                <a:buSzPct val="45000"/>
                <a:buFontTx/>
                <a:buNone/>
              </a:pPr>
              <a:t>28</a:t>
            </a:fld>
            <a:endParaRPr lang="en-US" altLang="en-US">
              <a:cs typeface="Arial" panose="020B0604020202020204" pitchFamily="34" charset="0"/>
            </a:endParaRPr>
          </a:p>
        </p:txBody>
      </p:sp>
      <p:sp>
        <p:nvSpPr>
          <p:cNvPr id="59395" name="Rectangle 2"/>
          <p:cNvSpPr>
            <a:spLocks noGrp="1" noRot="1" noChangeAspect="1" noChangeArrowheads="1" noTextEdit="1"/>
          </p:cNvSpPr>
          <p:nvPr>
            <p:ph type="sldImg"/>
          </p:nvPr>
        </p:nvSpPr>
        <p:spPr>
          <a:xfrm>
            <a:off x="1182688" y="696913"/>
            <a:ext cx="4637087" cy="3478212"/>
          </a:xfrm>
          <a:ln/>
        </p:spPr>
      </p:sp>
      <p:sp>
        <p:nvSpPr>
          <p:cNvPr id="5939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97625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DA1D4E8-BEE7-4822-A022-C1E670DB6893}" type="slidenum">
              <a:rPr lang="en-US" altLang="en-US">
                <a:cs typeface="Arial" panose="020B0604020202020204" pitchFamily="34" charset="0"/>
              </a:rPr>
              <a:pPr algn="r" eaLnBrk="1" hangingPunct="1">
                <a:spcBef>
                  <a:spcPct val="0"/>
                </a:spcBef>
                <a:buClrTx/>
                <a:buSzPct val="45000"/>
                <a:buFontTx/>
                <a:buNone/>
              </a:pPr>
              <a:t>29</a:t>
            </a:fld>
            <a:endParaRPr lang="en-US" altLang="en-US">
              <a:cs typeface="Arial" panose="020B0604020202020204" pitchFamily="34" charset="0"/>
            </a:endParaRPr>
          </a:p>
        </p:txBody>
      </p:sp>
      <p:sp>
        <p:nvSpPr>
          <p:cNvPr id="61443" name="Rectangle 2"/>
          <p:cNvSpPr>
            <a:spLocks noGrp="1" noRot="1" noChangeAspect="1" noChangeArrowheads="1" noTextEdit="1"/>
          </p:cNvSpPr>
          <p:nvPr>
            <p:ph type="sldImg"/>
          </p:nvPr>
        </p:nvSpPr>
        <p:spPr>
          <a:xfrm>
            <a:off x="1182688" y="696913"/>
            <a:ext cx="4637087" cy="3478212"/>
          </a:xfrm>
          <a:ln/>
        </p:spPr>
      </p:sp>
      <p:sp>
        <p:nvSpPr>
          <p:cNvPr id="6144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6781382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7922E52-FB34-4AF6-B333-A62B9CC11C71}" type="slidenum">
              <a:rPr lang="en-US" altLang="en-US">
                <a:cs typeface="Arial" panose="020B0604020202020204" pitchFamily="34" charset="0"/>
              </a:rPr>
              <a:pPr algn="r" eaLnBrk="1" hangingPunct="1">
                <a:spcBef>
                  <a:spcPct val="0"/>
                </a:spcBef>
                <a:buClrTx/>
                <a:buSzPct val="45000"/>
                <a:buFontTx/>
                <a:buNone/>
              </a:pPr>
              <a:t>30</a:t>
            </a:fld>
            <a:endParaRPr lang="en-US" altLang="en-US">
              <a:cs typeface="Arial" panose="020B0604020202020204" pitchFamily="34" charset="0"/>
            </a:endParaRPr>
          </a:p>
        </p:txBody>
      </p:sp>
      <p:sp>
        <p:nvSpPr>
          <p:cNvPr id="63491" name="Rectangle 2"/>
          <p:cNvSpPr>
            <a:spLocks noGrp="1" noRot="1" noChangeAspect="1" noChangeArrowheads="1" noTextEdit="1"/>
          </p:cNvSpPr>
          <p:nvPr>
            <p:ph type="sldImg"/>
          </p:nvPr>
        </p:nvSpPr>
        <p:spPr>
          <a:xfrm>
            <a:off x="1182688" y="696913"/>
            <a:ext cx="4637087" cy="3478212"/>
          </a:xfrm>
          <a:ln/>
        </p:spPr>
      </p:sp>
      <p:sp>
        <p:nvSpPr>
          <p:cNvPr id="6349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276519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465AA41-AE0E-4060-96FA-5455D3A66AF8}" type="slidenum">
              <a:rPr lang="en-US" altLang="en-US">
                <a:cs typeface="Arial" panose="020B0604020202020204" pitchFamily="34" charset="0"/>
              </a:rPr>
              <a:pPr algn="r" eaLnBrk="1" hangingPunct="1">
                <a:spcBef>
                  <a:spcPct val="0"/>
                </a:spcBef>
                <a:buClrTx/>
                <a:buSzPct val="45000"/>
                <a:buFontTx/>
                <a:buNone/>
              </a:pPr>
              <a:t>31</a:t>
            </a:fld>
            <a:endParaRPr lang="en-US" altLang="en-US">
              <a:cs typeface="Arial" panose="020B0604020202020204" pitchFamily="34" charset="0"/>
            </a:endParaRPr>
          </a:p>
        </p:txBody>
      </p:sp>
      <p:sp>
        <p:nvSpPr>
          <p:cNvPr id="65539" name="Rectangle 2"/>
          <p:cNvSpPr>
            <a:spLocks noGrp="1" noRot="1" noChangeAspect="1" noChangeArrowheads="1" noTextEdit="1"/>
          </p:cNvSpPr>
          <p:nvPr>
            <p:ph type="sldImg"/>
          </p:nvPr>
        </p:nvSpPr>
        <p:spPr>
          <a:xfrm>
            <a:off x="1182688" y="696913"/>
            <a:ext cx="4637087" cy="3478212"/>
          </a:xfrm>
          <a:ln/>
        </p:spPr>
      </p:sp>
      <p:sp>
        <p:nvSpPr>
          <p:cNvPr id="6554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738344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A46DA64-E86C-4D90-A6EA-B692F3A59651}" type="slidenum">
              <a:rPr lang="en-US" altLang="en-US">
                <a:cs typeface="Arial" panose="020B0604020202020204" pitchFamily="34" charset="0"/>
              </a:rPr>
              <a:pPr algn="r" eaLnBrk="1" hangingPunct="1">
                <a:spcBef>
                  <a:spcPct val="0"/>
                </a:spcBef>
                <a:buClrTx/>
                <a:buSzPct val="45000"/>
                <a:buFontTx/>
                <a:buNone/>
              </a:pPr>
              <a:t>32</a:t>
            </a:fld>
            <a:endParaRPr lang="en-US" altLang="en-US">
              <a:cs typeface="Arial" panose="020B0604020202020204" pitchFamily="34" charset="0"/>
            </a:endParaRPr>
          </a:p>
        </p:txBody>
      </p:sp>
      <p:sp>
        <p:nvSpPr>
          <p:cNvPr id="67587" name="Rectangle 2"/>
          <p:cNvSpPr>
            <a:spLocks noGrp="1" noRot="1" noChangeAspect="1" noChangeArrowheads="1" noTextEdit="1"/>
          </p:cNvSpPr>
          <p:nvPr>
            <p:ph type="sldImg"/>
          </p:nvPr>
        </p:nvSpPr>
        <p:spPr>
          <a:xfrm>
            <a:off x="1182688" y="696913"/>
            <a:ext cx="4637087" cy="3478212"/>
          </a:xfrm>
          <a:ln/>
        </p:spPr>
      </p:sp>
      <p:sp>
        <p:nvSpPr>
          <p:cNvPr id="6758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974400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AAFDCA0-355C-4888-A010-1B7AF7AA8E4E}" type="slidenum">
              <a:rPr lang="en-US" altLang="en-US">
                <a:cs typeface="Arial" panose="020B0604020202020204" pitchFamily="34" charset="0"/>
              </a:rPr>
              <a:pPr algn="r" eaLnBrk="1" hangingPunct="1">
                <a:spcBef>
                  <a:spcPct val="0"/>
                </a:spcBef>
                <a:buClrTx/>
                <a:buSzPct val="45000"/>
                <a:buFontTx/>
                <a:buNone/>
              </a:pPr>
              <a:t>33</a:t>
            </a:fld>
            <a:endParaRPr lang="en-US" altLang="en-US">
              <a:cs typeface="Arial" panose="020B0604020202020204" pitchFamily="34" charset="0"/>
            </a:endParaRPr>
          </a:p>
        </p:txBody>
      </p:sp>
      <p:sp>
        <p:nvSpPr>
          <p:cNvPr id="69635" name="Rectangle 2"/>
          <p:cNvSpPr>
            <a:spLocks noGrp="1" noRot="1" noChangeAspect="1" noChangeArrowheads="1" noTextEdit="1"/>
          </p:cNvSpPr>
          <p:nvPr>
            <p:ph type="sldImg"/>
          </p:nvPr>
        </p:nvSpPr>
        <p:spPr>
          <a:xfrm>
            <a:off x="1182688" y="696913"/>
            <a:ext cx="4637087" cy="3478212"/>
          </a:xfrm>
          <a:ln/>
        </p:spPr>
      </p:sp>
      <p:sp>
        <p:nvSpPr>
          <p:cNvPr id="6963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209783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D2FAEF0-720E-4DAF-A770-575AC600B719}" type="slidenum">
              <a:rPr lang="en-US" altLang="en-US">
                <a:cs typeface="Arial" panose="020B0604020202020204" pitchFamily="34" charset="0"/>
              </a:rPr>
              <a:pPr algn="r" eaLnBrk="1" hangingPunct="1">
                <a:spcBef>
                  <a:spcPct val="0"/>
                </a:spcBef>
                <a:buClrTx/>
                <a:buSzPct val="45000"/>
                <a:buFontTx/>
                <a:buNone/>
              </a:pPr>
              <a:t>34</a:t>
            </a:fld>
            <a:endParaRPr lang="en-US" altLang="en-US">
              <a:cs typeface="Arial" panose="020B0604020202020204" pitchFamily="34" charset="0"/>
            </a:endParaRPr>
          </a:p>
        </p:txBody>
      </p:sp>
      <p:sp>
        <p:nvSpPr>
          <p:cNvPr id="71683" name="Rectangle 2"/>
          <p:cNvSpPr>
            <a:spLocks noGrp="1" noRot="1" noChangeAspect="1" noChangeArrowheads="1" noTextEdit="1"/>
          </p:cNvSpPr>
          <p:nvPr>
            <p:ph type="sldImg"/>
          </p:nvPr>
        </p:nvSpPr>
        <p:spPr>
          <a:xfrm>
            <a:off x="1182688" y="696913"/>
            <a:ext cx="4637087" cy="3478212"/>
          </a:xfrm>
          <a:ln/>
        </p:spPr>
      </p:sp>
      <p:sp>
        <p:nvSpPr>
          <p:cNvPr id="7168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0672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B6ED355-2D6A-4077-AE05-E5DE924063C2}" type="slidenum">
              <a:rPr lang="en-US" altLang="en-US">
                <a:cs typeface="Arial" panose="020B0604020202020204" pitchFamily="34" charset="0"/>
              </a:rPr>
              <a:pPr algn="r" eaLnBrk="1" hangingPunct="1">
                <a:spcBef>
                  <a:spcPct val="0"/>
                </a:spcBef>
                <a:buClrTx/>
                <a:buSzPct val="45000"/>
                <a:buFontTx/>
                <a:buNone/>
              </a:pPr>
              <a:t>36</a:t>
            </a:fld>
            <a:endParaRPr lang="en-US" altLang="en-US">
              <a:cs typeface="Arial" panose="020B0604020202020204" pitchFamily="34" charset="0"/>
            </a:endParaRPr>
          </a:p>
        </p:txBody>
      </p:sp>
      <p:sp>
        <p:nvSpPr>
          <p:cNvPr id="74755" name="Rectangle 2"/>
          <p:cNvSpPr>
            <a:spLocks noGrp="1" noRot="1" noChangeAspect="1" noChangeArrowheads="1" noTextEdit="1"/>
          </p:cNvSpPr>
          <p:nvPr>
            <p:ph type="sldImg"/>
          </p:nvPr>
        </p:nvSpPr>
        <p:spPr>
          <a:xfrm>
            <a:off x="1182688" y="696913"/>
            <a:ext cx="4637087" cy="3478212"/>
          </a:xfrm>
          <a:ln/>
        </p:spPr>
      </p:sp>
      <p:sp>
        <p:nvSpPr>
          <p:cNvPr id="7475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559974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F128990-F69F-4E11-9125-F8BABA6AAA3E}" type="slidenum">
              <a:rPr lang="en-US" altLang="en-US">
                <a:cs typeface="Arial" panose="020B0604020202020204" pitchFamily="34" charset="0"/>
              </a:rPr>
              <a:pPr algn="r" eaLnBrk="1" hangingPunct="1">
                <a:spcBef>
                  <a:spcPct val="0"/>
                </a:spcBef>
                <a:buClrTx/>
                <a:buSzPct val="45000"/>
                <a:buFontTx/>
                <a:buNone/>
              </a:pPr>
              <a:t>38</a:t>
            </a:fld>
            <a:endParaRPr lang="en-US" altLang="en-US">
              <a:cs typeface="Arial" panose="020B0604020202020204" pitchFamily="34" charset="0"/>
            </a:endParaRPr>
          </a:p>
        </p:txBody>
      </p:sp>
      <p:sp>
        <p:nvSpPr>
          <p:cNvPr id="77827" name="Rectangle 2"/>
          <p:cNvSpPr>
            <a:spLocks noGrp="1" noRot="1" noChangeAspect="1" noChangeArrowheads="1" noTextEdit="1"/>
          </p:cNvSpPr>
          <p:nvPr>
            <p:ph type="sldImg"/>
          </p:nvPr>
        </p:nvSpPr>
        <p:spPr>
          <a:xfrm>
            <a:off x="1182688" y="696913"/>
            <a:ext cx="4637087" cy="3478212"/>
          </a:xfrm>
          <a:ln/>
        </p:spPr>
      </p:sp>
      <p:sp>
        <p:nvSpPr>
          <p:cNvPr id="7782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461550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D2E195F2-A9AC-45E8-9E57-04061A084EE8}" type="slidenum">
              <a:rPr lang="en-US" altLang="en-US">
                <a:cs typeface="Arial" panose="020B0604020202020204" pitchFamily="34" charset="0"/>
              </a:rPr>
              <a:pPr algn="r" eaLnBrk="1" hangingPunct="1">
                <a:spcBef>
                  <a:spcPct val="0"/>
                </a:spcBef>
                <a:buClrTx/>
                <a:buSzPct val="45000"/>
                <a:buFontTx/>
                <a:buNone/>
              </a:pPr>
              <a:t>39</a:t>
            </a:fld>
            <a:endParaRPr lang="en-US" altLang="en-US">
              <a:cs typeface="Arial" panose="020B0604020202020204" pitchFamily="34" charset="0"/>
            </a:endParaRPr>
          </a:p>
        </p:txBody>
      </p:sp>
      <p:sp>
        <p:nvSpPr>
          <p:cNvPr id="79875" name="Rectangle 2"/>
          <p:cNvSpPr>
            <a:spLocks noGrp="1" noRot="1" noChangeAspect="1" noChangeArrowheads="1" noTextEdit="1"/>
          </p:cNvSpPr>
          <p:nvPr>
            <p:ph type="sldImg"/>
          </p:nvPr>
        </p:nvSpPr>
        <p:spPr>
          <a:xfrm>
            <a:off x="1182688" y="696913"/>
            <a:ext cx="4637087" cy="3478212"/>
          </a:xfrm>
          <a:ln/>
        </p:spPr>
      </p:sp>
      <p:sp>
        <p:nvSpPr>
          <p:cNvPr id="7987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854403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DA03809-7AB2-480E-99CF-44682CFD1793}" type="slidenum">
              <a:rPr lang="en-US" altLang="en-US">
                <a:cs typeface="Arial" panose="020B0604020202020204" pitchFamily="34" charset="0"/>
              </a:rPr>
              <a:pPr algn="r" eaLnBrk="1" hangingPunct="1">
                <a:spcBef>
                  <a:spcPct val="0"/>
                </a:spcBef>
                <a:buClrTx/>
                <a:buSzPct val="45000"/>
                <a:buFontTx/>
                <a:buNone/>
              </a:pPr>
              <a:t>40</a:t>
            </a:fld>
            <a:endParaRPr lang="en-US" altLang="en-US">
              <a:cs typeface="Arial" panose="020B0604020202020204" pitchFamily="34" charset="0"/>
            </a:endParaRPr>
          </a:p>
        </p:txBody>
      </p:sp>
      <p:sp>
        <p:nvSpPr>
          <p:cNvPr id="81923" name="Rectangle 2"/>
          <p:cNvSpPr>
            <a:spLocks noGrp="1" noRot="1" noChangeAspect="1" noChangeArrowheads="1" noTextEdit="1"/>
          </p:cNvSpPr>
          <p:nvPr>
            <p:ph type="sldImg"/>
          </p:nvPr>
        </p:nvSpPr>
        <p:spPr>
          <a:xfrm>
            <a:off x="1182688" y="696913"/>
            <a:ext cx="4637087" cy="3478212"/>
          </a:xfrm>
          <a:ln/>
        </p:spPr>
      </p:sp>
      <p:sp>
        <p:nvSpPr>
          <p:cNvPr id="8192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393015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DEE02BB2-4CCB-43FD-A04E-F3A49B460F55}" type="slidenum">
              <a:rPr lang="en-US" altLang="en-US">
                <a:cs typeface="Arial" panose="020B0604020202020204" pitchFamily="34" charset="0"/>
              </a:rPr>
              <a:pPr algn="r" eaLnBrk="1" hangingPunct="1">
                <a:spcBef>
                  <a:spcPct val="0"/>
                </a:spcBef>
                <a:buClrTx/>
                <a:buSzPct val="45000"/>
                <a:buFontTx/>
                <a:buNone/>
              </a:pPr>
              <a:t>41</a:t>
            </a:fld>
            <a:endParaRPr lang="en-US" altLang="en-US">
              <a:cs typeface="Arial" panose="020B0604020202020204" pitchFamily="34" charset="0"/>
            </a:endParaRPr>
          </a:p>
        </p:txBody>
      </p:sp>
      <p:sp>
        <p:nvSpPr>
          <p:cNvPr id="83971" name="Rectangle 2"/>
          <p:cNvSpPr>
            <a:spLocks noGrp="1" noRot="1" noChangeAspect="1" noChangeArrowheads="1" noTextEdit="1"/>
          </p:cNvSpPr>
          <p:nvPr>
            <p:ph type="sldImg"/>
          </p:nvPr>
        </p:nvSpPr>
        <p:spPr>
          <a:xfrm>
            <a:off x="1182688" y="696913"/>
            <a:ext cx="4637087" cy="3478212"/>
          </a:xfrm>
          <a:ln/>
        </p:spPr>
      </p:sp>
      <p:sp>
        <p:nvSpPr>
          <p:cNvPr id="8397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039293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28B2092-7570-4D00-AE6B-B530295B924F}" type="slidenum">
              <a:rPr lang="en-US" altLang="en-US">
                <a:cs typeface="Arial" panose="020B0604020202020204" pitchFamily="34" charset="0"/>
              </a:rPr>
              <a:pPr algn="r" eaLnBrk="1" hangingPunct="1">
                <a:spcBef>
                  <a:spcPct val="0"/>
                </a:spcBef>
                <a:buClrTx/>
                <a:buSzPct val="45000"/>
                <a:buFontTx/>
                <a:buNone/>
              </a:pPr>
              <a:t>42</a:t>
            </a:fld>
            <a:endParaRPr lang="en-US" altLang="en-US">
              <a:cs typeface="Arial" panose="020B0604020202020204" pitchFamily="34" charset="0"/>
            </a:endParaRPr>
          </a:p>
        </p:txBody>
      </p:sp>
      <p:sp>
        <p:nvSpPr>
          <p:cNvPr id="86019" name="Rectangle 2"/>
          <p:cNvSpPr>
            <a:spLocks noGrp="1" noRot="1" noChangeAspect="1" noChangeArrowheads="1" noTextEdit="1"/>
          </p:cNvSpPr>
          <p:nvPr>
            <p:ph type="sldImg"/>
          </p:nvPr>
        </p:nvSpPr>
        <p:spPr>
          <a:xfrm>
            <a:off x="1182688" y="696913"/>
            <a:ext cx="4637087" cy="3478212"/>
          </a:xfrm>
          <a:ln/>
        </p:spPr>
      </p:sp>
      <p:sp>
        <p:nvSpPr>
          <p:cNvPr id="8602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2448591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6B873A5-C467-4D9F-B027-17AFF0ECE41E}" type="slidenum">
              <a:rPr lang="en-US" altLang="en-US">
                <a:cs typeface="Arial" panose="020B0604020202020204" pitchFamily="34" charset="0"/>
              </a:rPr>
              <a:pPr algn="r" eaLnBrk="1" hangingPunct="1">
                <a:spcBef>
                  <a:spcPct val="0"/>
                </a:spcBef>
                <a:buClrTx/>
                <a:buSzPct val="45000"/>
                <a:buFontTx/>
                <a:buNone/>
              </a:pPr>
              <a:t>43</a:t>
            </a:fld>
            <a:endParaRPr lang="en-US" altLang="en-US">
              <a:cs typeface="Arial" panose="020B0604020202020204" pitchFamily="34" charset="0"/>
            </a:endParaRPr>
          </a:p>
        </p:txBody>
      </p:sp>
      <p:sp>
        <p:nvSpPr>
          <p:cNvPr id="88067" name="Rectangle 2"/>
          <p:cNvSpPr>
            <a:spLocks noGrp="1" noRot="1" noChangeAspect="1" noChangeArrowheads="1" noTextEdit="1"/>
          </p:cNvSpPr>
          <p:nvPr>
            <p:ph type="sldImg"/>
          </p:nvPr>
        </p:nvSpPr>
        <p:spPr>
          <a:xfrm>
            <a:off x="1182688" y="696913"/>
            <a:ext cx="4637087" cy="3478212"/>
          </a:xfrm>
          <a:ln/>
        </p:spPr>
      </p:sp>
      <p:sp>
        <p:nvSpPr>
          <p:cNvPr id="8806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486235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CD67AFE-B8D8-4C1C-9CB8-C37EE55F2CA6}" type="slidenum">
              <a:rPr lang="en-US" altLang="en-US">
                <a:cs typeface="Arial" panose="020B0604020202020204" pitchFamily="34" charset="0"/>
              </a:rPr>
              <a:pPr algn="r" eaLnBrk="1" hangingPunct="1">
                <a:spcBef>
                  <a:spcPct val="0"/>
                </a:spcBef>
                <a:buClrTx/>
                <a:buSzPct val="45000"/>
                <a:buFontTx/>
                <a:buNone/>
              </a:pPr>
              <a:t>44</a:t>
            </a:fld>
            <a:endParaRPr lang="en-US" altLang="en-US">
              <a:cs typeface="Arial" panose="020B0604020202020204" pitchFamily="34" charset="0"/>
            </a:endParaRPr>
          </a:p>
        </p:txBody>
      </p:sp>
      <p:sp>
        <p:nvSpPr>
          <p:cNvPr id="90115" name="Rectangle 2"/>
          <p:cNvSpPr>
            <a:spLocks noGrp="1" noRot="1" noChangeAspect="1" noChangeArrowheads="1" noTextEdit="1"/>
          </p:cNvSpPr>
          <p:nvPr>
            <p:ph type="sldImg"/>
          </p:nvPr>
        </p:nvSpPr>
        <p:spPr>
          <a:xfrm>
            <a:off x="1182688" y="696913"/>
            <a:ext cx="4637087" cy="3478212"/>
          </a:xfrm>
          <a:ln/>
        </p:spPr>
      </p:sp>
      <p:sp>
        <p:nvSpPr>
          <p:cNvPr id="9011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888132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96B7155F-80B3-4C64-ADB0-F264EE3E11AF}" type="slidenum">
              <a:rPr lang="en-US" altLang="en-US">
                <a:cs typeface="Arial" panose="020B0604020202020204" pitchFamily="34" charset="0"/>
              </a:rPr>
              <a:pPr algn="r" eaLnBrk="1" hangingPunct="1">
                <a:spcBef>
                  <a:spcPct val="0"/>
                </a:spcBef>
                <a:buClrTx/>
                <a:buSzPct val="45000"/>
                <a:buFontTx/>
                <a:buNone/>
              </a:pPr>
              <a:t>45</a:t>
            </a:fld>
            <a:endParaRPr lang="en-US" altLang="en-US">
              <a:cs typeface="Arial" panose="020B0604020202020204" pitchFamily="34" charset="0"/>
            </a:endParaRPr>
          </a:p>
        </p:txBody>
      </p:sp>
      <p:sp>
        <p:nvSpPr>
          <p:cNvPr id="92163" name="Rectangle 2"/>
          <p:cNvSpPr>
            <a:spLocks noGrp="1" noRot="1" noChangeAspect="1" noChangeArrowheads="1" noTextEdit="1"/>
          </p:cNvSpPr>
          <p:nvPr>
            <p:ph type="sldImg"/>
          </p:nvPr>
        </p:nvSpPr>
        <p:spPr>
          <a:xfrm>
            <a:off x="1182688" y="696913"/>
            <a:ext cx="4637087" cy="3478212"/>
          </a:xfrm>
          <a:ln/>
        </p:spPr>
      </p:sp>
      <p:sp>
        <p:nvSpPr>
          <p:cNvPr id="9216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978752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FE6C944-EE22-4BD2-B260-684024A9B0D3}" type="slidenum">
              <a:rPr lang="en-US" altLang="en-US">
                <a:cs typeface="Arial" panose="020B0604020202020204" pitchFamily="34" charset="0"/>
              </a:rPr>
              <a:pPr algn="r" eaLnBrk="1" hangingPunct="1">
                <a:spcBef>
                  <a:spcPct val="0"/>
                </a:spcBef>
                <a:buClrTx/>
                <a:buSzPct val="45000"/>
                <a:buFontTx/>
                <a:buNone/>
              </a:pPr>
              <a:t>46</a:t>
            </a:fld>
            <a:endParaRPr lang="en-US" altLang="en-US">
              <a:cs typeface="Arial" panose="020B0604020202020204" pitchFamily="34" charset="0"/>
            </a:endParaRPr>
          </a:p>
        </p:txBody>
      </p:sp>
      <p:sp>
        <p:nvSpPr>
          <p:cNvPr id="94211" name="Rectangle 2"/>
          <p:cNvSpPr>
            <a:spLocks noGrp="1" noRot="1" noChangeAspect="1" noChangeArrowheads="1" noTextEdit="1"/>
          </p:cNvSpPr>
          <p:nvPr>
            <p:ph type="sldImg"/>
          </p:nvPr>
        </p:nvSpPr>
        <p:spPr>
          <a:xfrm>
            <a:off x="1182688" y="696913"/>
            <a:ext cx="4637087" cy="3478212"/>
          </a:xfrm>
          <a:ln/>
        </p:spPr>
      </p:sp>
      <p:sp>
        <p:nvSpPr>
          <p:cNvPr id="9421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642906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887E717-3094-44F9-960B-BC5D24D49488}" type="slidenum">
              <a:rPr lang="en-US" altLang="en-US">
                <a:cs typeface="Arial" panose="020B0604020202020204" pitchFamily="34" charset="0"/>
              </a:rPr>
              <a:pPr algn="r" eaLnBrk="1" hangingPunct="1">
                <a:spcBef>
                  <a:spcPct val="0"/>
                </a:spcBef>
                <a:buClrTx/>
                <a:buSzPct val="45000"/>
                <a:buFontTx/>
                <a:buNone/>
              </a:pPr>
              <a:t>47</a:t>
            </a:fld>
            <a:endParaRPr lang="en-US" altLang="en-US">
              <a:cs typeface="Arial" panose="020B0604020202020204" pitchFamily="34" charset="0"/>
            </a:endParaRPr>
          </a:p>
        </p:txBody>
      </p:sp>
      <p:sp>
        <p:nvSpPr>
          <p:cNvPr id="96259" name="Rectangle 2"/>
          <p:cNvSpPr>
            <a:spLocks noGrp="1" noRot="1" noChangeAspect="1" noChangeArrowheads="1" noTextEdit="1"/>
          </p:cNvSpPr>
          <p:nvPr>
            <p:ph type="sldImg"/>
          </p:nvPr>
        </p:nvSpPr>
        <p:spPr>
          <a:xfrm>
            <a:off x="1182688" y="696913"/>
            <a:ext cx="4637087" cy="3478212"/>
          </a:xfrm>
          <a:ln/>
        </p:spPr>
      </p:sp>
      <p:sp>
        <p:nvSpPr>
          <p:cNvPr id="9626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23707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887E717-3094-44F9-960B-BC5D24D49488}" type="slidenum">
              <a:rPr lang="en-US" altLang="en-US">
                <a:cs typeface="Arial" panose="020B0604020202020204" pitchFamily="34" charset="0"/>
              </a:rPr>
              <a:pPr algn="r" eaLnBrk="1" hangingPunct="1">
                <a:spcBef>
                  <a:spcPct val="0"/>
                </a:spcBef>
                <a:buClrTx/>
                <a:buSzPct val="45000"/>
                <a:buFontTx/>
                <a:buNone/>
              </a:pPr>
              <a:t>48</a:t>
            </a:fld>
            <a:endParaRPr lang="en-US" altLang="en-US">
              <a:cs typeface="Arial" panose="020B0604020202020204" pitchFamily="34" charset="0"/>
            </a:endParaRPr>
          </a:p>
        </p:txBody>
      </p:sp>
      <p:sp>
        <p:nvSpPr>
          <p:cNvPr id="96259" name="Rectangle 2"/>
          <p:cNvSpPr>
            <a:spLocks noGrp="1" noRot="1" noChangeAspect="1" noChangeArrowheads="1" noTextEdit="1"/>
          </p:cNvSpPr>
          <p:nvPr>
            <p:ph type="sldImg"/>
          </p:nvPr>
        </p:nvSpPr>
        <p:spPr>
          <a:xfrm>
            <a:off x="1182688" y="696913"/>
            <a:ext cx="4637087" cy="3478212"/>
          </a:xfrm>
          <a:ln/>
        </p:spPr>
      </p:sp>
      <p:sp>
        <p:nvSpPr>
          <p:cNvPr id="9626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797189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AD635E54-6ADC-4084-A5A0-CDBAADC7FAE2}" type="slidenum">
              <a:rPr lang="en-US" altLang="en-US">
                <a:cs typeface="Arial" panose="020B0604020202020204" pitchFamily="34" charset="0"/>
              </a:rPr>
              <a:pPr algn="r" eaLnBrk="1" hangingPunct="1">
                <a:spcBef>
                  <a:spcPct val="0"/>
                </a:spcBef>
                <a:buClrTx/>
                <a:buSzPct val="45000"/>
                <a:buFontTx/>
                <a:buNone/>
              </a:pPr>
              <a:t>49</a:t>
            </a:fld>
            <a:endParaRPr lang="en-US" altLang="en-US">
              <a:cs typeface="Arial" panose="020B0604020202020204" pitchFamily="34" charset="0"/>
            </a:endParaRPr>
          </a:p>
        </p:txBody>
      </p:sp>
      <p:sp>
        <p:nvSpPr>
          <p:cNvPr id="98307" name="Rectangle 2"/>
          <p:cNvSpPr>
            <a:spLocks noGrp="1" noRot="1" noChangeAspect="1" noChangeArrowheads="1" noTextEdit="1"/>
          </p:cNvSpPr>
          <p:nvPr>
            <p:ph type="sldImg"/>
          </p:nvPr>
        </p:nvSpPr>
        <p:spPr>
          <a:xfrm>
            <a:off x="1182688" y="696913"/>
            <a:ext cx="4637087" cy="3478212"/>
          </a:xfrm>
          <a:ln/>
        </p:spPr>
      </p:sp>
      <p:sp>
        <p:nvSpPr>
          <p:cNvPr id="9830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667086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1E012D6-22CE-44CF-9EA3-CAF8E1332B68}" type="slidenum">
              <a:rPr lang="en-US" altLang="en-US">
                <a:cs typeface="Arial" panose="020B0604020202020204" pitchFamily="34" charset="0"/>
              </a:rPr>
              <a:pPr algn="r" eaLnBrk="1" hangingPunct="1">
                <a:spcBef>
                  <a:spcPct val="0"/>
                </a:spcBef>
                <a:buClrTx/>
                <a:buSzPct val="45000"/>
                <a:buFontTx/>
                <a:buNone/>
              </a:pPr>
              <a:t>50</a:t>
            </a:fld>
            <a:endParaRPr lang="en-US" altLang="en-US">
              <a:cs typeface="Arial" panose="020B0604020202020204" pitchFamily="34" charset="0"/>
            </a:endParaRPr>
          </a:p>
        </p:txBody>
      </p:sp>
      <p:sp>
        <p:nvSpPr>
          <p:cNvPr id="100355" name="Rectangle 2"/>
          <p:cNvSpPr>
            <a:spLocks noGrp="1" noRot="1" noChangeAspect="1" noChangeArrowheads="1" noTextEdit="1"/>
          </p:cNvSpPr>
          <p:nvPr>
            <p:ph type="sldImg"/>
          </p:nvPr>
        </p:nvSpPr>
        <p:spPr>
          <a:xfrm>
            <a:off x="1182688" y="696913"/>
            <a:ext cx="4637087" cy="3478212"/>
          </a:xfrm>
          <a:ln/>
        </p:spPr>
      </p:sp>
      <p:sp>
        <p:nvSpPr>
          <p:cNvPr id="10035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789222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2AFC2C5-8B29-4A39-987D-A70A8CB2A4C7}" type="slidenum">
              <a:rPr lang="en-US" altLang="en-US">
                <a:cs typeface="Arial" panose="020B0604020202020204" pitchFamily="34" charset="0"/>
              </a:rPr>
              <a:pPr algn="r" eaLnBrk="1" hangingPunct="1">
                <a:spcBef>
                  <a:spcPct val="0"/>
                </a:spcBef>
                <a:buClrTx/>
                <a:buSzPct val="45000"/>
                <a:buFontTx/>
                <a:buNone/>
              </a:pPr>
              <a:t>51</a:t>
            </a:fld>
            <a:endParaRPr lang="en-US" altLang="en-US">
              <a:cs typeface="Arial" panose="020B0604020202020204" pitchFamily="34" charset="0"/>
            </a:endParaRPr>
          </a:p>
        </p:txBody>
      </p:sp>
      <p:sp>
        <p:nvSpPr>
          <p:cNvPr id="102403" name="Rectangle 2"/>
          <p:cNvSpPr>
            <a:spLocks noGrp="1" noRot="1" noChangeAspect="1" noChangeArrowheads="1" noTextEdit="1"/>
          </p:cNvSpPr>
          <p:nvPr>
            <p:ph type="sldImg"/>
          </p:nvPr>
        </p:nvSpPr>
        <p:spPr>
          <a:xfrm>
            <a:off x="1182688" y="696913"/>
            <a:ext cx="4637087" cy="3478212"/>
          </a:xfrm>
          <a:ln/>
        </p:spPr>
      </p:sp>
      <p:sp>
        <p:nvSpPr>
          <p:cNvPr id="10240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116710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73DAC74-CCB5-4710-A2FD-E0B3C9E37D5C}" type="slidenum">
              <a:rPr lang="en-US" altLang="en-US">
                <a:cs typeface="Arial" panose="020B0604020202020204" pitchFamily="34" charset="0"/>
              </a:rPr>
              <a:pPr algn="r" eaLnBrk="1" hangingPunct="1">
                <a:spcBef>
                  <a:spcPct val="0"/>
                </a:spcBef>
                <a:buClrTx/>
                <a:buSzPct val="45000"/>
                <a:buFontTx/>
                <a:buNone/>
              </a:pPr>
              <a:t>52</a:t>
            </a:fld>
            <a:endParaRPr lang="en-US" altLang="en-US">
              <a:cs typeface="Arial" panose="020B0604020202020204" pitchFamily="34" charset="0"/>
            </a:endParaRPr>
          </a:p>
        </p:txBody>
      </p:sp>
      <p:sp>
        <p:nvSpPr>
          <p:cNvPr id="104451" name="Rectangle 2"/>
          <p:cNvSpPr>
            <a:spLocks noGrp="1" noRot="1" noChangeAspect="1" noChangeArrowheads="1" noTextEdit="1"/>
          </p:cNvSpPr>
          <p:nvPr>
            <p:ph type="sldImg"/>
          </p:nvPr>
        </p:nvSpPr>
        <p:spPr>
          <a:xfrm>
            <a:off x="1182688" y="696913"/>
            <a:ext cx="4637087" cy="3478212"/>
          </a:xfrm>
          <a:ln/>
        </p:spPr>
      </p:sp>
      <p:sp>
        <p:nvSpPr>
          <p:cNvPr id="10445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4647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9DC5100E-39C2-423E-A333-F0D1E3231859}" type="slidenum">
              <a:rPr lang="en-US" altLang="en-US">
                <a:cs typeface="Arial" panose="020B0604020202020204" pitchFamily="34" charset="0"/>
              </a:rPr>
              <a:pPr algn="r" eaLnBrk="1" hangingPunct="1">
                <a:spcBef>
                  <a:spcPct val="0"/>
                </a:spcBef>
                <a:buClrTx/>
                <a:buSzPct val="45000"/>
                <a:buFontTx/>
                <a:buNone/>
              </a:pPr>
              <a:t>53</a:t>
            </a:fld>
            <a:endParaRPr lang="en-US" altLang="en-US">
              <a:cs typeface="Arial" panose="020B0604020202020204" pitchFamily="34" charset="0"/>
            </a:endParaRPr>
          </a:p>
        </p:txBody>
      </p:sp>
      <p:sp>
        <p:nvSpPr>
          <p:cNvPr id="106499" name="Rectangle 2"/>
          <p:cNvSpPr>
            <a:spLocks noGrp="1" noRot="1" noChangeAspect="1" noChangeArrowheads="1" noTextEdit="1"/>
          </p:cNvSpPr>
          <p:nvPr>
            <p:ph type="sldImg"/>
          </p:nvPr>
        </p:nvSpPr>
        <p:spPr>
          <a:xfrm>
            <a:off x="1182688" y="696913"/>
            <a:ext cx="4637087" cy="3478212"/>
          </a:xfrm>
          <a:ln/>
        </p:spPr>
      </p:sp>
      <p:sp>
        <p:nvSpPr>
          <p:cNvPr id="10650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584180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18B7496-4DE5-461A-8F93-7AB2EAB2A011}" type="slidenum">
              <a:rPr lang="en-US" altLang="en-US">
                <a:cs typeface="Arial" panose="020B0604020202020204" pitchFamily="34" charset="0"/>
              </a:rPr>
              <a:pPr algn="r" eaLnBrk="1" hangingPunct="1">
                <a:spcBef>
                  <a:spcPct val="0"/>
                </a:spcBef>
                <a:buClrTx/>
                <a:buSzPct val="45000"/>
                <a:buFontTx/>
                <a:buNone/>
              </a:pPr>
              <a:t>54</a:t>
            </a:fld>
            <a:endParaRPr lang="en-US" altLang="en-US">
              <a:cs typeface="Arial" panose="020B0604020202020204" pitchFamily="34" charset="0"/>
            </a:endParaRPr>
          </a:p>
        </p:txBody>
      </p:sp>
      <p:sp>
        <p:nvSpPr>
          <p:cNvPr id="108547" name="Rectangle 2"/>
          <p:cNvSpPr>
            <a:spLocks noGrp="1" noRot="1" noChangeAspect="1" noChangeArrowheads="1" noTextEdit="1"/>
          </p:cNvSpPr>
          <p:nvPr>
            <p:ph type="sldImg"/>
          </p:nvPr>
        </p:nvSpPr>
        <p:spPr>
          <a:xfrm>
            <a:off x="1182688" y="696913"/>
            <a:ext cx="4637087" cy="3478212"/>
          </a:xfrm>
          <a:ln/>
        </p:spPr>
      </p:sp>
      <p:sp>
        <p:nvSpPr>
          <p:cNvPr id="10854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2949856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DC67730A-C1B2-463B-8527-334D24E18100}" type="slidenum">
              <a:rPr lang="en-US" altLang="en-US">
                <a:cs typeface="Arial" panose="020B0604020202020204" pitchFamily="34" charset="0"/>
              </a:rPr>
              <a:pPr algn="r" eaLnBrk="1" hangingPunct="1">
                <a:spcBef>
                  <a:spcPct val="0"/>
                </a:spcBef>
                <a:buClrTx/>
                <a:buSzPct val="45000"/>
                <a:buFontTx/>
                <a:buNone/>
              </a:pPr>
              <a:t>55</a:t>
            </a:fld>
            <a:endParaRPr lang="en-US" altLang="en-US">
              <a:cs typeface="Arial" panose="020B0604020202020204" pitchFamily="34" charset="0"/>
            </a:endParaRPr>
          </a:p>
        </p:txBody>
      </p:sp>
      <p:sp>
        <p:nvSpPr>
          <p:cNvPr id="110595" name="Rectangle 2"/>
          <p:cNvSpPr>
            <a:spLocks noGrp="1" noRot="1" noChangeAspect="1" noChangeArrowheads="1" noTextEdit="1"/>
          </p:cNvSpPr>
          <p:nvPr>
            <p:ph type="sldImg"/>
          </p:nvPr>
        </p:nvSpPr>
        <p:spPr>
          <a:xfrm>
            <a:off x="1182688" y="696913"/>
            <a:ext cx="4637087" cy="3478212"/>
          </a:xfrm>
          <a:ln/>
        </p:spPr>
      </p:sp>
      <p:sp>
        <p:nvSpPr>
          <p:cNvPr id="11059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00869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B70B35D-C04D-4905-9418-D24DD3328FD2}" type="slidenum">
              <a:rPr lang="en-US" altLang="en-US">
                <a:cs typeface="Arial" panose="020B0604020202020204" pitchFamily="34" charset="0"/>
              </a:rPr>
              <a:pPr algn="r" eaLnBrk="1" hangingPunct="1">
                <a:spcBef>
                  <a:spcPct val="0"/>
                </a:spcBef>
                <a:buClrTx/>
                <a:buSzPct val="45000"/>
                <a:buFontTx/>
                <a:buNone/>
              </a:pPr>
              <a:t>56</a:t>
            </a:fld>
            <a:endParaRPr lang="en-US" altLang="en-US">
              <a:cs typeface="Arial" panose="020B0604020202020204" pitchFamily="34" charset="0"/>
            </a:endParaRPr>
          </a:p>
        </p:txBody>
      </p:sp>
      <p:sp>
        <p:nvSpPr>
          <p:cNvPr id="112643" name="Rectangle 2"/>
          <p:cNvSpPr>
            <a:spLocks noGrp="1" noRot="1" noChangeAspect="1" noChangeArrowheads="1" noTextEdit="1"/>
          </p:cNvSpPr>
          <p:nvPr>
            <p:ph type="sldImg"/>
          </p:nvPr>
        </p:nvSpPr>
        <p:spPr>
          <a:xfrm>
            <a:off x="1182688" y="696913"/>
            <a:ext cx="4637087" cy="3478212"/>
          </a:xfrm>
          <a:ln/>
        </p:spPr>
      </p:sp>
      <p:sp>
        <p:nvSpPr>
          <p:cNvPr id="11264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7153862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606A7D9-FA49-425C-9071-9D4A8BFA4244}" type="slidenum">
              <a:rPr lang="en-US" altLang="en-US">
                <a:cs typeface="Arial" panose="020B0604020202020204" pitchFamily="34" charset="0"/>
              </a:rPr>
              <a:pPr algn="r" eaLnBrk="1" hangingPunct="1">
                <a:spcBef>
                  <a:spcPct val="0"/>
                </a:spcBef>
                <a:buClrTx/>
                <a:buSzPct val="45000"/>
                <a:buFontTx/>
                <a:buNone/>
              </a:pPr>
              <a:t>57</a:t>
            </a:fld>
            <a:endParaRPr lang="en-US" altLang="en-US">
              <a:cs typeface="Arial" panose="020B0604020202020204" pitchFamily="34" charset="0"/>
            </a:endParaRPr>
          </a:p>
        </p:txBody>
      </p:sp>
      <p:sp>
        <p:nvSpPr>
          <p:cNvPr id="114691" name="Rectangle 2"/>
          <p:cNvSpPr>
            <a:spLocks noGrp="1" noRot="1" noChangeAspect="1" noChangeArrowheads="1" noTextEdit="1"/>
          </p:cNvSpPr>
          <p:nvPr>
            <p:ph type="sldImg"/>
          </p:nvPr>
        </p:nvSpPr>
        <p:spPr>
          <a:xfrm>
            <a:off x="1182688" y="696913"/>
            <a:ext cx="4637087" cy="3478212"/>
          </a:xfrm>
          <a:ln/>
        </p:spPr>
      </p:sp>
      <p:sp>
        <p:nvSpPr>
          <p:cNvPr id="11469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905903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5A6C601-7C4C-4383-AA14-0EC77591377B}" type="slidenum">
              <a:rPr lang="en-US" altLang="en-US">
                <a:cs typeface="Arial" panose="020B0604020202020204" pitchFamily="34" charset="0"/>
              </a:rPr>
              <a:pPr algn="r" eaLnBrk="1" hangingPunct="1">
                <a:spcBef>
                  <a:spcPct val="0"/>
                </a:spcBef>
                <a:buClrTx/>
                <a:buSzPct val="45000"/>
                <a:buFontTx/>
                <a:buNone/>
              </a:pPr>
              <a:t>58</a:t>
            </a:fld>
            <a:endParaRPr lang="en-US" altLang="en-US">
              <a:cs typeface="Arial" panose="020B0604020202020204" pitchFamily="34" charset="0"/>
            </a:endParaRPr>
          </a:p>
        </p:txBody>
      </p:sp>
      <p:sp>
        <p:nvSpPr>
          <p:cNvPr id="116739" name="Rectangle 2"/>
          <p:cNvSpPr>
            <a:spLocks noGrp="1" noRot="1" noChangeAspect="1" noChangeArrowheads="1" noTextEdit="1"/>
          </p:cNvSpPr>
          <p:nvPr>
            <p:ph type="sldImg"/>
          </p:nvPr>
        </p:nvSpPr>
        <p:spPr>
          <a:xfrm>
            <a:off x="1182688" y="696913"/>
            <a:ext cx="4637087" cy="3478212"/>
          </a:xfrm>
          <a:ln/>
        </p:spPr>
      </p:sp>
      <p:sp>
        <p:nvSpPr>
          <p:cNvPr id="11674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35822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0CAB23CC-F9B9-4D4C-88C7-2ED74F485B99}" type="slidenum">
              <a:rPr lang="en-US" altLang="en-US">
                <a:cs typeface="Arial" panose="020B0604020202020204" pitchFamily="34" charset="0"/>
              </a:rPr>
              <a:pPr algn="r" eaLnBrk="1" hangingPunct="1">
                <a:spcBef>
                  <a:spcPct val="0"/>
                </a:spcBef>
                <a:buClrTx/>
                <a:buSzPct val="45000"/>
                <a:buFontTx/>
                <a:buNone/>
              </a:pPr>
              <a:t>59</a:t>
            </a:fld>
            <a:endParaRPr lang="en-US" altLang="en-US">
              <a:cs typeface="Arial" panose="020B0604020202020204" pitchFamily="34" charset="0"/>
            </a:endParaRPr>
          </a:p>
        </p:txBody>
      </p:sp>
      <p:sp>
        <p:nvSpPr>
          <p:cNvPr id="118787" name="Rectangle 2"/>
          <p:cNvSpPr>
            <a:spLocks noGrp="1" noRot="1" noChangeAspect="1" noChangeArrowheads="1" noTextEdit="1"/>
          </p:cNvSpPr>
          <p:nvPr>
            <p:ph type="sldImg"/>
          </p:nvPr>
        </p:nvSpPr>
        <p:spPr>
          <a:xfrm>
            <a:off x="1182688" y="696913"/>
            <a:ext cx="4637087" cy="3478212"/>
          </a:xfrm>
          <a:ln/>
        </p:spPr>
      </p:sp>
      <p:sp>
        <p:nvSpPr>
          <p:cNvPr id="11878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4263751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a:defRPr/>
            </a:pPr>
            <a:fld id="{036DBA4A-98EC-4F9D-B586-402C6FE0150E}" type="slidenum">
              <a:rPr lang="en-US" altLang="en-US" smtClean="0"/>
              <a:pPr>
                <a:defRPr/>
              </a:pPr>
              <a:t>62</a:t>
            </a:fld>
            <a:endParaRPr lang="en-US" altLang="en-US"/>
          </a:p>
        </p:txBody>
      </p:sp>
    </p:spTree>
    <p:extLst>
      <p:ext uri="{BB962C8B-B14F-4D97-AF65-F5344CB8AC3E}">
        <p14:creationId xmlns:p14="http://schemas.microsoft.com/office/powerpoint/2010/main" val="17114425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7E1E907-58EF-44D1-9A2F-5D893FEEFCEE}" type="slidenum">
              <a:rPr lang="en-US" altLang="en-US">
                <a:cs typeface="Arial" panose="020B0604020202020204" pitchFamily="34" charset="0"/>
              </a:rPr>
              <a:pPr algn="r" eaLnBrk="1" hangingPunct="1">
                <a:spcBef>
                  <a:spcPct val="0"/>
                </a:spcBef>
                <a:buClrTx/>
                <a:buSzPct val="45000"/>
                <a:buFontTx/>
                <a:buNone/>
              </a:pPr>
              <a:t>64</a:t>
            </a:fld>
            <a:endParaRPr lang="en-US" altLang="en-US">
              <a:cs typeface="Arial" panose="020B0604020202020204" pitchFamily="34" charset="0"/>
            </a:endParaRPr>
          </a:p>
        </p:txBody>
      </p:sp>
      <p:sp>
        <p:nvSpPr>
          <p:cNvPr id="141315" name="Rectangle 2"/>
          <p:cNvSpPr>
            <a:spLocks noGrp="1" noRot="1" noChangeAspect="1" noChangeArrowheads="1" noTextEdit="1"/>
          </p:cNvSpPr>
          <p:nvPr>
            <p:ph type="sldImg"/>
          </p:nvPr>
        </p:nvSpPr>
        <p:spPr>
          <a:xfrm>
            <a:off x="1182688" y="696913"/>
            <a:ext cx="4637087" cy="3478212"/>
          </a:xfrm>
          <a:ln/>
        </p:spPr>
      </p:sp>
      <p:sp>
        <p:nvSpPr>
          <p:cNvPr id="14131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803490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74DD3C1-90F3-4D35-BAEF-BDF50EC8A1E5}" type="slidenum">
              <a:rPr lang="en-US" altLang="en-US">
                <a:cs typeface="Arial" panose="020B0604020202020204" pitchFamily="34" charset="0"/>
              </a:rPr>
              <a:pPr algn="r" eaLnBrk="1" hangingPunct="1">
                <a:spcBef>
                  <a:spcPct val="0"/>
                </a:spcBef>
                <a:buClrTx/>
                <a:buSzPct val="45000"/>
                <a:buFontTx/>
                <a:buNone/>
              </a:pPr>
              <a:t>65</a:t>
            </a:fld>
            <a:endParaRPr lang="en-US" altLang="en-US">
              <a:cs typeface="Arial" panose="020B0604020202020204" pitchFamily="34" charset="0"/>
            </a:endParaRPr>
          </a:p>
        </p:txBody>
      </p:sp>
      <p:sp>
        <p:nvSpPr>
          <p:cNvPr id="143363" name="Rectangle 2"/>
          <p:cNvSpPr>
            <a:spLocks noGrp="1" noRot="1" noChangeAspect="1" noChangeArrowheads="1" noTextEdit="1"/>
          </p:cNvSpPr>
          <p:nvPr>
            <p:ph type="sldImg"/>
          </p:nvPr>
        </p:nvSpPr>
        <p:spPr>
          <a:xfrm>
            <a:off x="1182688" y="696913"/>
            <a:ext cx="4637087" cy="3478212"/>
          </a:xfrm>
          <a:ln/>
        </p:spPr>
      </p:sp>
      <p:sp>
        <p:nvSpPr>
          <p:cNvPr id="14336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253076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0009E4B-75DC-4588-A376-18001B50B5A4}" type="slidenum">
              <a:rPr lang="en-US" altLang="en-US">
                <a:cs typeface="Arial" panose="020B0604020202020204" pitchFamily="34" charset="0"/>
              </a:rPr>
              <a:pPr algn="r" eaLnBrk="1" hangingPunct="1">
                <a:spcBef>
                  <a:spcPct val="0"/>
                </a:spcBef>
                <a:buClrTx/>
                <a:buSzPct val="45000"/>
                <a:buFontTx/>
                <a:buNone/>
              </a:pPr>
              <a:t>66</a:t>
            </a:fld>
            <a:endParaRPr lang="en-US" altLang="en-US">
              <a:cs typeface="Arial" panose="020B0604020202020204" pitchFamily="34" charset="0"/>
            </a:endParaRPr>
          </a:p>
        </p:txBody>
      </p:sp>
      <p:sp>
        <p:nvSpPr>
          <p:cNvPr id="145411" name="Rectangle 2"/>
          <p:cNvSpPr>
            <a:spLocks noGrp="1" noRot="1" noChangeAspect="1" noChangeArrowheads="1" noTextEdit="1"/>
          </p:cNvSpPr>
          <p:nvPr>
            <p:ph type="sldImg"/>
          </p:nvPr>
        </p:nvSpPr>
        <p:spPr>
          <a:xfrm>
            <a:off x="1182688" y="696913"/>
            <a:ext cx="4637087" cy="3478212"/>
          </a:xfrm>
          <a:ln/>
        </p:spPr>
      </p:sp>
      <p:sp>
        <p:nvSpPr>
          <p:cNvPr id="14541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6951198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601A0DF-FCDC-47DA-B421-4B94EE09CE88}" type="slidenum">
              <a:rPr lang="en-US" altLang="en-US">
                <a:cs typeface="Arial" panose="020B0604020202020204" pitchFamily="34" charset="0"/>
              </a:rPr>
              <a:pPr algn="r" eaLnBrk="1" hangingPunct="1">
                <a:spcBef>
                  <a:spcPct val="0"/>
                </a:spcBef>
                <a:buClrTx/>
                <a:buSzPct val="45000"/>
                <a:buFontTx/>
                <a:buNone/>
              </a:pPr>
              <a:t>67</a:t>
            </a:fld>
            <a:endParaRPr lang="en-US" altLang="en-US">
              <a:cs typeface="Arial" panose="020B0604020202020204" pitchFamily="34" charset="0"/>
            </a:endParaRPr>
          </a:p>
        </p:txBody>
      </p:sp>
      <p:sp>
        <p:nvSpPr>
          <p:cNvPr id="147459" name="Rectangle 2"/>
          <p:cNvSpPr>
            <a:spLocks noGrp="1" noRot="1" noChangeAspect="1" noChangeArrowheads="1" noTextEdit="1"/>
          </p:cNvSpPr>
          <p:nvPr>
            <p:ph type="sldImg"/>
          </p:nvPr>
        </p:nvSpPr>
        <p:spPr>
          <a:xfrm>
            <a:off x="1182688" y="696913"/>
            <a:ext cx="4637087" cy="3478212"/>
          </a:xfrm>
          <a:ln/>
        </p:spPr>
      </p:sp>
      <p:sp>
        <p:nvSpPr>
          <p:cNvPr id="14746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5937079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EA86AE7-7B1F-4FC9-A369-775E0DACF816}" type="slidenum">
              <a:rPr lang="en-US" altLang="en-US">
                <a:cs typeface="Arial" panose="020B0604020202020204" pitchFamily="34" charset="0"/>
              </a:rPr>
              <a:pPr algn="r" eaLnBrk="1" hangingPunct="1">
                <a:spcBef>
                  <a:spcPct val="0"/>
                </a:spcBef>
                <a:buClrTx/>
                <a:buSzPct val="45000"/>
                <a:buFontTx/>
                <a:buNone/>
              </a:pPr>
              <a:t>68</a:t>
            </a:fld>
            <a:endParaRPr lang="en-US" altLang="en-US">
              <a:cs typeface="Arial" panose="020B0604020202020204" pitchFamily="34" charset="0"/>
            </a:endParaRPr>
          </a:p>
        </p:txBody>
      </p:sp>
      <p:sp>
        <p:nvSpPr>
          <p:cNvPr id="149507" name="Rectangle 2"/>
          <p:cNvSpPr>
            <a:spLocks noGrp="1" noRot="1" noChangeAspect="1" noChangeArrowheads="1" noTextEdit="1"/>
          </p:cNvSpPr>
          <p:nvPr>
            <p:ph type="sldImg"/>
          </p:nvPr>
        </p:nvSpPr>
        <p:spPr>
          <a:xfrm>
            <a:off x="1182688" y="696913"/>
            <a:ext cx="4637087" cy="3478212"/>
          </a:xfrm>
          <a:ln/>
        </p:spPr>
      </p:sp>
      <p:sp>
        <p:nvSpPr>
          <p:cNvPr id="14950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5685819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9837CBFB-B867-4196-817A-57122D0E5FB3}" type="slidenum">
              <a:rPr lang="en-US" altLang="en-US">
                <a:cs typeface="Arial" panose="020B0604020202020204" pitchFamily="34" charset="0"/>
              </a:rPr>
              <a:pPr algn="r" eaLnBrk="1" hangingPunct="1">
                <a:spcBef>
                  <a:spcPct val="0"/>
                </a:spcBef>
                <a:buClrTx/>
                <a:buSzPct val="45000"/>
                <a:buFontTx/>
                <a:buNone/>
              </a:pPr>
              <a:t>69</a:t>
            </a:fld>
            <a:endParaRPr lang="en-US" altLang="en-US">
              <a:cs typeface="Arial" panose="020B0604020202020204" pitchFamily="34" charset="0"/>
            </a:endParaRPr>
          </a:p>
        </p:txBody>
      </p:sp>
      <p:sp>
        <p:nvSpPr>
          <p:cNvPr id="151555" name="Rectangle 2"/>
          <p:cNvSpPr>
            <a:spLocks noGrp="1" noRot="1" noChangeAspect="1" noChangeArrowheads="1" noTextEdit="1"/>
          </p:cNvSpPr>
          <p:nvPr>
            <p:ph type="sldImg"/>
          </p:nvPr>
        </p:nvSpPr>
        <p:spPr>
          <a:xfrm>
            <a:off x="1182688" y="696913"/>
            <a:ext cx="4637087" cy="3478212"/>
          </a:xfrm>
          <a:ln/>
        </p:spPr>
      </p:sp>
      <p:sp>
        <p:nvSpPr>
          <p:cNvPr id="15155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355300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90B8AFF-96A0-4164-A306-8883D93CFA06}" type="slidenum">
              <a:rPr lang="en-US" altLang="en-US">
                <a:cs typeface="Arial" panose="020B0604020202020204" pitchFamily="34" charset="0"/>
              </a:rPr>
              <a:pPr algn="r" eaLnBrk="1" hangingPunct="1">
                <a:spcBef>
                  <a:spcPct val="0"/>
                </a:spcBef>
                <a:buClrTx/>
                <a:buSzPct val="45000"/>
                <a:buFontTx/>
                <a:buNone/>
              </a:pPr>
              <a:t>70</a:t>
            </a:fld>
            <a:endParaRPr lang="en-US" altLang="en-US">
              <a:cs typeface="Arial" panose="020B0604020202020204" pitchFamily="34" charset="0"/>
            </a:endParaRPr>
          </a:p>
        </p:txBody>
      </p:sp>
      <p:sp>
        <p:nvSpPr>
          <p:cNvPr id="153603" name="Rectangle 2"/>
          <p:cNvSpPr>
            <a:spLocks noGrp="1" noRot="1" noChangeAspect="1" noChangeArrowheads="1" noTextEdit="1"/>
          </p:cNvSpPr>
          <p:nvPr>
            <p:ph type="sldImg"/>
          </p:nvPr>
        </p:nvSpPr>
        <p:spPr>
          <a:xfrm>
            <a:off x="1182688" y="696913"/>
            <a:ext cx="4637087" cy="3478212"/>
          </a:xfrm>
          <a:ln/>
        </p:spPr>
      </p:sp>
      <p:sp>
        <p:nvSpPr>
          <p:cNvPr id="153604"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176110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71BA35C9-E416-4477-9743-151940D53929}" type="slidenum">
              <a:rPr lang="en-US" altLang="en-US">
                <a:cs typeface="Arial" panose="020B0604020202020204" pitchFamily="34" charset="0"/>
              </a:rPr>
              <a:pPr algn="r" eaLnBrk="1" hangingPunct="1">
                <a:spcBef>
                  <a:spcPct val="0"/>
                </a:spcBef>
                <a:buClrTx/>
                <a:buSzPct val="45000"/>
                <a:buFontTx/>
                <a:buNone/>
              </a:pPr>
              <a:t>71</a:t>
            </a:fld>
            <a:endParaRPr lang="en-US" altLang="en-US">
              <a:cs typeface="Arial" panose="020B0604020202020204" pitchFamily="34" charset="0"/>
            </a:endParaRPr>
          </a:p>
        </p:txBody>
      </p:sp>
      <p:sp>
        <p:nvSpPr>
          <p:cNvPr id="155651" name="Rectangle 2"/>
          <p:cNvSpPr>
            <a:spLocks noGrp="1" noRot="1" noChangeAspect="1" noChangeArrowheads="1" noTextEdit="1"/>
          </p:cNvSpPr>
          <p:nvPr>
            <p:ph type="sldImg"/>
          </p:nvPr>
        </p:nvSpPr>
        <p:spPr>
          <a:xfrm>
            <a:off x="1182688" y="696913"/>
            <a:ext cx="4637087" cy="3478212"/>
          </a:xfrm>
          <a:ln/>
        </p:spPr>
      </p:sp>
      <p:sp>
        <p:nvSpPr>
          <p:cNvPr id="155652"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221671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918FF28F-49B1-4AE4-B1F8-D0600B85521F}" type="slidenum">
              <a:rPr lang="en-US" altLang="en-US">
                <a:cs typeface="Arial" panose="020B0604020202020204" pitchFamily="34" charset="0"/>
              </a:rPr>
              <a:pPr algn="r" eaLnBrk="1" hangingPunct="1">
                <a:spcBef>
                  <a:spcPct val="0"/>
                </a:spcBef>
                <a:buClrTx/>
                <a:buSzPct val="45000"/>
                <a:buFontTx/>
                <a:buNone/>
              </a:pPr>
              <a:t>72</a:t>
            </a:fld>
            <a:endParaRPr lang="en-US" altLang="en-US">
              <a:cs typeface="Arial" panose="020B0604020202020204" pitchFamily="34" charset="0"/>
            </a:endParaRPr>
          </a:p>
        </p:txBody>
      </p:sp>
      <p:sp>
        <p:nvSpPr>
          <p:cNvPr id="157699" name="Rectangle 2"/>
          <p:cNvSpPr>
            <a:spLocks noGrp="1" noRot="1" noChangeAspect="1" noChangeArrowheads="1" noTextEdit="1"/>
          </p:cNvSpPr>
          <p:nvPr>
            <p:ph type="sldImg"/>
          </p:nvPr>
        </p:nvSpPr>
        <p:spPr>
          <a:xfrm>
            <a:off x="1182688" y="696913"/>
            <a:ext cx="4637087" cy="3478212"/>
          </a:xfrm>
          <a:ln/>
        </p:spPr>
      </p:sp>
      <p:sp>
        <p:nvSpPr>
          <p:cNvPr id="157700"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14045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D226E65-414F-4FF7-A282-665DBEDD0857}" type="slidenum">
              <a:rPr lang="en-US" altLang="en-US">
                <a:cs typeface="Arial" panose="020B0604020202020204" pitchFamily="34" charset="0"/>
              </a:rPr>
              <a:pPr algn="r" eaLnBrk="1" hangingPunct="1">
                <a:spcBef>
                  <a:spcPct val="0"/>
                </a:spcBef>
                <a:buClrTx/>
                <a:buSzPct val="45000"/>
                <a:buFontTx/>
                <a:buNone/>
              </a:pPr>
              <a:t>73</a:t>
            </a:fld>
            <a:endParaRPr lang="en-US" altLang="en-US">
              <a:cs typeface="Arial" panose="020B0604020202020204" pitchFamily="34" charset="0"/>
            </a:endParaRPr>
          </a:p>
        </p:txBody>
      </p:sp>
      <p:sp>
        <p:nvSpPr>
          <p:cNvPr id="159747" name="Rectangle 2"/>
          <p:cNvSpPr>
            <a:spLocks noGrp="1" noRot="1" noChangeAspect="1" noChangeArrowheads="1" noTextEdit="1"/>
          </p:cNvSpPr>
          <p:nvPr>
            <p:ph type="sldImg"/>
          </p:nvPr>
        </p:nvSpPr>
        <p:spPr>
          <a:xfrm>
            <a:off x="1182688" y="696913"/>
            <a:ext cx="4637087" cy="3478212"/>
          </a:xfrm>
          <a:ln/>
        </p:spPr>
      </p:sp>
      <p:sp>
        <p:nvSpPr>
          <p:cNvPr id="15974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3638750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6D91CAB-3270-4F0B-85AC-6BE7296C9690}" type="slidenum">
              <a:rPr lang="en-US" altLang="en-US">
                <a:cs typeface="Arial" panose="020B0604020202020204" pitchFamily="34" charset="0"/>
              </a:rPr>
              <a:pPr algn="r" eaLnBrk="1" hangingPunct="1">
                <a:spcBef>
                  <a:spcPct val="0"/>
                </a:spcBef>
                <a:buClrTx/>
                <a:buSzPct val="45000"/>
                <a:buFontTx/>
                <a:buNone/>
              </a:pPr>
              <a:t>74</a:t>
            </a:fld>
            <a:endParaRPr lang="en-US" altLang="en-US">
              <a:cs typeface="Arial" panose="020B0604020202020204" pitchFamily="34" charset="0"/>
            </a:endParaRPr>
          </a:p>
        </p:txBody>
      </p:sp>
      <p:sp>
        <p:nvSpPr>
          <p:cNvPr id="161795" name="Rectangle 2"/>
          <p:cNvSpPr>
            <a:spLocks noGrp="1" noRot="1" noChangeAspect="1" noChangeArrowheads="1" noTextEdit="1"/>
          </p:cNvSpPr>
          <p:nvPr>
            <p:ph type="sldImg"/>
          </p:nvPr>
        </p:nvSpPr>
        <p:spPr>
          <a:xfrm>
            <a:off x="1182688" y="696913"/>
            <a:ext cx="4637087" cy="3478212"/>
          </a:xfrm>
          <a:ln/>
        </p:spPr>
      </p:sp>
      <p:sp>
        <p:nvSpPr>
          <p:cNvPr id="161796"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786595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AB123CC7-C765-4000-BE8E-B7F55DAFE797}" type="slidenum">
              <a:rPr lang="en-US" altLang="en-US">
                <a:cs typeface="Arial" panose="020B0604020202020204" pitchFamily="34" charset="0"/>
              </a:rPr>
              <a:pPr algn="r" eaLnBrk="1" hangingPunct="1">
                <a:spcBef>
                  <a:spcPct val="0"/>
                </a:spcBef>
                <a:buClrTx/>
                <a:buSzPct val="45000"/>
                <a:buFontTx/>
                <a:buNone/>
              </a:pPr>
              <a:t>76</a:t>
            </a:fld>
            <a:endParaRPr lang="en-US" altLang="en-US">
              <a:cs typeface="Arial" panose="020B0604020202020204" pitchFamily="34" charset="0"/>
            </a:endParaRPr>
          </a:p>
        </p:txBody>
      </p:sp>
      <p:sp>
        <p:nvSpPr>
          <p:cNvPr id="164867" name="Rectangle 2"/>
          <p:cNvSpPr>
            <a:spLocks noGrp="1" noRot="1" noChangeAspect="1" noChangeArrowheads="1" noTextEdit="1"/>
          </p:cNvSpPr>
          <p:nvPr>
            <p:ph type="sldImg"/>
          </p:nvPr>
        </p:nvSpPr>
        <p:spPr>
          <a:xfrm>
            <a:off x="1182688" y="696913"/>
            <a:ext cx="4637087" cy="3478212"/>
          </a:xfrm>
          <a:ln/>
        </p:spPr>
      </p:sp>
      <p:sp>
        <p:nvSpPr>
          <p:cNvPr id="164868" name="Rectangle 3"/>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323008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5"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10815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HK"/>
              <a:t>Click to edit Master subtitle style</a:t>
            </a:r>
            <a:endParaRPr lang="zh-HK" altLang="en-US"/>
          </a:p>
        </p:txBody>
      </p:sp>
    </p:spTree>
    <p:extLst>
      <p:ext uri="{BB962C8B-B14F-4D97-AF65-F5344CB8AC3E}">
        <p14:creationId xmlns:p14="http://schemas.microsoft.com/office/powerpoint/2010/main" val="2683471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5"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Text Box 11"/>
          <p:cNvSpPr txBox="1">
            <a:spLocks noChangeArrowheads="1"/>
          </p:cNvSpPr>
          <p:nvPr userDrawn="1"/>
        </p:nvSpPr>
        <p:spPr bwMode="auto">
          <a:xfrm>
            <a:off x="92075" y="6537325"/>
            <a:ext cx="904875"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defRPr/>
            </a:pPr>
            <a:r>
              <a:rPr lang="en-US" altLang="en-US" sz="1400" b="1">
                <a:solidFill>
                  <a:srgbClr val="FFFFFF"/>
                </a:solidFill>
                <a:latin typeface="Arial" panose="020B0604020202020204" pitchFamily="34" charset="0"/>
              </a:rPr>
              <a:t> 13-</a:t>
            </a:r>
            <a:fld id="{0ABC7FAB-1918-4730-B29C-D2D094F6F4AC}" type="slidenum">
              <a:rPr lang="en-US" altLang="en-US" sz="1400" b="1" smtClean="0">
                <a:solidFill>
                  <a:srgbClr val="FFFFFF"/>
                </a:solidFill>
                <a:latin typeface="Arial" panose="020B0604020202020204" pitchFamily="34" charset="0"/>
              </a:rPr>
              <a:pPr eaLnBrk="1" hangingPunct="1">
                <a:buSzPct val="100000"/>
                <a:defRPr/>
              </a:pPr>
              <a:t>‹#›</a:t>
            </a:fld>
            <a:endParaRPr lang="en-US" altLang="en-US" sz="1400" b="1">
              <a:solidFill>
                <a:srgbClr val="FFFFFF"/>
              </a:solidFill>
              <a:latin typeface="Arial" panose="020B0604020202020204" pitchFamily="34" charset="0"/>
            </a:endParaRPr>
          </a:p>
        </p:txBody>
      </p:sp>
      <p:sp>
        <p:nvSpPr>
          <p:cNvPr id="10" name="Text Box 10"/>
          <p:cNvSpPr txBox="1">
            <a:spLocks noChangeArrowheads="1"/>
          </p:cNvSpPr>
          <p:nvPr userDrawn="1"/>
        </p:nvSpPr>
        <p:spPr bwMode="auto">
          <a:xfrm>
            <a:off x="2495550" y="6392863"/>
            <a:ext cx="4287838"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ctr" eaLnBrk="1" hangingPunct="1">
              <a:buSzPct val="100000"/>
              <a:defRPr/>
            </a:pPr>
            <a:endParaRPr lang="en-US" altLang="en-US" sz="1000" dirty="0">
              <a:solidFill>
                <a:srgbClr val="000000"/>
              </a:solidFill>
              <a:latin typeface="Arial" panose="020B0604020202020204" pitchFamily="34" charset="0"/>
            </a:endParaRPr>
          </a:p>
          <a:p>
            <a:pPr algn="ctr" eaLnBrk="1" hangingPunct="1">
              <a:buSzPct val="100000"/>
              <a:defRPr/>
            </a:pPr>
            <a:r>
              <a:rPr lang="en-US" altLang="en-US" sz="1000" dirty="0">
                <a:solidFill>
                  <a:srgbClr val="FFFFFF"/>
                </a:solidFill>
                <a:latin typeface="Arial" panose="020B0604020202020204" pitchFamily="34" charset="0"/>
              </a:rPr>
              <a:t>Copyright © 2017,  Pearson Education, Ltd. All Rights Reserved</a:t>
            </a:r>
          </a:p>
        </p:txBody>
      </p:sp>
      <p:sp>
        <p:nvSpPr>
          <p:cNvPr id="3" name="Text Placeholder 2"/>
          <p:cNvSpPr>
            <a:spLocks noGrp="1"/>
          </p:cNvSpPr>
          <p:nvPr>
            <p:ph type="body" sz="quarter" idx="10"/>
          </p:nvPr>
        </p:nvSpPr>
        <p:spPr>
          <a:xfrm>
            <a:off x="762000" y="1600200"/>
            <a:ext cx="7924800" cy="4480560"/>
          </a:xfrm>
          <a:prstGeom prst="rect">
            <a:avLst/>
          </a:prstGeom>
        </p:spPr>
        <p:txBody>
          <a:bodyPr lIns="0" rIns="0">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1"/>
          <p:cNvSpPr>
            <a:spLocks noGrp="1"/>
          </p:cNvSpPr>
          <p:nvPr>
            <p:ph type="title"/>
          </p:nvPr>
        </p:nvSpPr>
        <p:spPr>
          <a:xfrm>
            <a:off x="762000" y="274638"/>
            <a:ext cx="7924800" cy="1143000"/>
          </a:xfrm>
          <a:prstGeom prst="rect">
            <a:avLst/>
          </a:prstGeom>
        </p:spPr>
        <p:txBody>
          <a:bodyPr vert="horz" lIns="0" tIns="45720" rIns="0" bIns="45720" rtlCol="0" anchor="b" anchorCtr="0">
            <a:normAutofit/>
          </a:bodyPr>
          <a:lstStyle/>
          <a:p>
            <a:r>
              <a:rPr lang="en-US" dirty="0"/>
              <a:t>Click to edit Master title style</a:t>
            </a:r>
          </a:p>
        </p:txBody>
      </p:sp>
    </p:spTree>
    <p:extLst>
      <p:ext uri="{BB962C8B-B14F-4D97-AF65-F5344CB8AC3E}">
        <p14:creationId xmlns:p14="http://schemas.microsoft.com/office/powerpoint/2010/main" val="8586480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96063"/>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63" r:id="rId3"/>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SzPct val="100000"/>
        <a:buFont typeface="Wingdings" panose="05000000000000000000" pitchFamily="2" charset="2"/>
        <a:defRPr sz="2400">
          <a:solidFill>
            <a:srgbClr val="000000"/>
          </a:solidFill>
          <a:latin typeface="+mn-lt"/>
          <a:ea typeface="+mn-ea"/>
          <a:cs typeface="+mn-cs"/>
        </a:defRPr>
      </a:lvl1pPr>
      <a:lvl2pPr marL="914400" indent="-457200" algn="l" defTabSz="449263" rtl="0" eaLnBrk="0" fontAlgn="base" hangingPunct="0">
        <a:spcBef>
          <a:spcPts val="650"/>
        </a:spcBef>
        <a:spcAft>
          <a:spcPct val="0"/>
        </a:spcAft>
        <a:buSzPct val="100000"/>
        <a:buFont typeface="Wingdings" panose="05000000000000000000" pitchFamily="2" charset="2"/>
        <a:buChar char="§"/>
        <a:defRPr sz="2400">
          <a:solidFill>
            <a:srgbClr val="000000"/>
          </a:solidFill>
          <a:latin typeface="+mn-lt"/>
          <a:cs typeface="+mn-cs"/>
        </a:defRPr>
      </a:lvl2pPr>
      <a:lvl3pPr marL="1257300" indent="-342900" algn="l" defTabSz="449263" rtl="0" eaLnBrk="0" fontAlgn="base" hangingPunct="0">
        <a:spcBef>
          <a:spcPts val="575"/>
        </a:spcBef>
        <a:spcAft>
          <a:spcPct val="0"/>
        </a:spcAft>
        <a:buSzPct val="100000"/>
        <a:buFont typeface="Wingdings" panose="05000000000000000000" pitchFamily="2" charset="2"/>
        <a:buChar char="§"/>
        <a:defRPr sz="2400">
          <a:solidFill>
            <a:srgbClr val="000000"/>
          </a:solidFill>
          <a:latin typeface="+mn-lt"/>
          <a:cs typeface="+mn-cs"/>
        </a:defRPr>
      </a:lvl3pPr>
      <a:lvl4pPr marL="17145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4pPr>
      <a:lvl5pPr marL="21717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wmf"/><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2.wmf"/></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6.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18.wmf"/><Relationship Id="rId5" Type="http://schemas.openxmlformats.org/officeDocument/2006/relationships/oleObject" Target="../embeddings/oleObject9.bin"/><Relationship Id="rId4" Type="http://schemas.openxmlformats.org/officeDocument/2006/relationships/image" Target="../media/image17.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1.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1" Type="http://schemas.openxmlformats.org/officeDocument/2006/relationships/slideLayout" Target="../slideLayouts/slideLayout3.xml"/><Relationship Id="rId5" Type="http://schemas.openxmlformats.org/officeDocument/2006/relationships/image" Target="../media/image23.wmf"/><Relationship Id="rId4" Type="http://schemas.openxmlformats.org/officeDocument/2006/relationships/oleObject" Target="../embeddings/oleObject12.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5.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26.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27.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28.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30.w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32.wmf"/><Relationship Id="rId5" Type="http://schemas.openxmlformats.org/officeDocument/2006/relationships/oleObject" Target="../embeddings/oleObject19.bin"/><Relationship Id="rId4" Type="http://schemas.openxmlformats.org/officeDocument/2006/relationships/image" Target="../media/image31.wmf"/></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notesSlide" Target="../notesSlides/notesSlide50.xml"/><Relationship Id="rId1" Type="http://schemas.openxmlformats.org/officeDocument/2006/relationships/slideLayout" Target="../slideLayouts/slideLayout3.xml"/><Relationship Id="rId6" Type="http://schemas.openxmlformats.org/officeDocument/2006/relationships/image" Target="../media/image37.wmf"/><Relationship Id="rId5" Type="http://schemas.openxmlformats.org/officeDocument/2006/relationships/oleObject" Target="../embeddings/oleObject22.bin"/><Relationship Id="rId4" Type="http://schemas.openxmlformats.org/officeDocument/2006/relationships/image" Target="../media/image36.wmf"/></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39.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40.w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8" Type="http://schemas.openxmlformats.org/officeDocument/2006/relationships/image" Target="../media/image42.wmf"/><Relationship Id="rId7" Type="http://schemas.openxmlformats.org/officeDocument/2006/relationships/oleObject" Target="../embeddings/oleObject27.bin"/><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image" Target="../media/image41.wmf"/><Relationship Id="rId5" Type="http://schemas.openxmlformats.org/officeDocument/2006/relationships/oleObject" Target="../embeddings/oleObject26.bin"/><Relationship Id="rId4" Type="http://schemas.openxmlformats.org/officeDocument/2006/relationships/image" Target="../media/image49.png"/></Relationships>
</file>

<file path=ppt/slides/_rels/slide6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44.w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62.xml"/><Relationship Id="rId1" Type="http://schemas.openxmlformats.org/officeDocument/2006/relationships/slideLayout" Target="../slideLayouts/slideLayout3.xml"/><Relationship Id="rId4" Type="http://schemas.openxmlformats.org/officeDocument/2006/relationships/image" Target="../media/image45.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63.xml"/><Relationship Id="rId1" Type="http://schemas.openxmlformats.org/officeDocument/2006/relationships/slideLayout" Target="../slideLayouts/slideLayout3.xml"/><Relationship Id="rId4" Type="http://schemas.openxmlformats.org/officeDocument/2006/relationships/image" Target="../media/image46.wmf"/></Relationships>
</file>

<file path=ppt/slides/_rels/slide7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4.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31.bin"/><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2"/>
          <p:cNvSpPr>
            <a:spLocks noGrp="1"/>
          </p:cNvSpPr>
          <p:nvPr>
            <p:ph type="subTitle" idx="1"/>
          </p:nvPr>
        </p:nvSpPr>
        <p:spPr bwMode="auto">
          <a:xfrm>
            <a:off x="1403350" y="3213100"/>
            <a:ext cx="7021078" cy="3024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HK" b="1" dirty="0">
                <a:solidFill>
                  <a:srgbClr val="898989"/>
                </a:solidFill>
                <a:ea typeface="新細明體" pitchFamily="18" charset="-120"/>
              </a:rPr>
              <a:t>Instructor: </a:t>
            </a:r>
            <a:r>
              <a:rPr lang="en-US" altLang="zh-HK" dirty="0">
                <a:solidFill>
                  <a:srgbClr val="898989"/>
                </a:solidFill>
                <a:ea typeface="新細明體" pitchFamily="18" charset="-120"/>
              </a:rPr>
              <a:t>CAO Kang Hua 曹康華</a:t>
            </a:r>
          </a:p>
          <a:p>
            <a:pPr eaLnBrk="1" hangingPunct="1"/>
            <a:endParaRPr lang="en-US" altLang="zh-TW" dirty="0">
              <a:solidFill>
                <a:srgbClr val="898989"/>
              </a:solidFill>
              <a:ea typeface="新細明體" pitchFamily="18" charset="-120"/>
            </a:endParaRPr>
          </a:p>
          <a:p>
            <a:pPr algn="l" eaLnBrk="1" hangingPunct="1"/>
            <a:r>
              <a:rPr lang="en-US" altLang="zh-TW" dirty="0">
                <a:solidFill>
                  <a:srgbClr val="898989"/>
                </a:solidFill>
                <a:ea typeface="新細明體" pitchFamily="18" charset="-120"/>
              </a:rPr>
              <a:t>Lecture 7</a:t>
            </a:r>
          </a:p>
          <a:p>
            <a:pPr algn="l" eaLnBrk="1" hangingPunct="1"/>
            <a:endParaRPr lang="en-US" altLang="zh-TW" dirty="0">
              <a:solidFill>
                <a:srgbClr val="898989"/>
              </a:solidFill>
              <a:ea typeface="新細明體" pitchFamily="18" charset="-120"/>
            </a:endParaRPr>
          </a:p>
          <a:p>
            <a:pPr algn="l" eaLnBrk="1" hangingPunct="1">
              <a:buFont typeface="Arial" panose="020B0604020202020204" pitchFamily="34" charset="0"/>
              <a:buChar char="•"/>
            </a:pPr>
            <a:r>
              <a:rPr lang="en-US" altLang="en-US" dirty="0">
                <a:solidFill>
                  <a:srgbClr val="898989"/>
                </a:solidFill>
              </a:rPr>
              <a:t> Multiple Regression</a:t>
            </a:r>
          </a:p>
          <a:p>
            <a:pPr algn="l" eaLnBrk="1" hangingPunct="1"/>
            <a:endParaRPr lang="en-US" altLang="en-US" dirty="0">
              <a:solidFill>
                <a:srgbClr val="898989"/>
              </a:solidFill>
            </a:endParaRPr>
          </a:p>
          <a:p>
            <a:pPr algn="l" eaLnBrk="1" hangingPunct="1">
              <a:buFont typeface="Arial" panose="020B0604020202020204" pitchFamily="34" charset="0"/>
              <a:buChar char="•"/>
            </a:pPr>
            <a:endParaRPr lang="en-US" altLang="en-US" dirty="0">
              <a:solidFill>
                <a:srgbClr val="898989"/>
              </a:solidFill>
            </a:endParaRPr>
          </a:p>
        </p:txBody>
      </p:sp>
      <p:sp>
        <p:nvSpPr>
          <p:cNvPr id="3074" name="Title 1"/>
          <p:cNvSpPr>
            <a:spLocks noGrp="1"/>
          </p:cNvSpPr>
          <p:nvPr>
            <p:ph type="ctrTitle" idx="4294967295"/>
          </p:nvPr>
        </p:nvSpPr>
        <p:spPr bwMode="auto">
          <a:xfrm>
            <a:off x="717550" y="1097280"/>
            <a:ext cx="7772400" cy="1470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t>Econ 7900</a:t>
            </a:r>
            <a:b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br>
            <a: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t>Statistics for Data Science </a:t>
            </a:r>
            <a:endParaRPr lang="zh-HK" altLang="en-US" sz="4400" dirty="0">
              <a:solidFill>
                <a:schemeClr val="tx1"/>
              </a:solidFill>
              <a:latin typeface="Calibri Light" panose="020F0302020204030204" pitchFamily="34" charset="0"/>
              <a:ea typeface="新細明體" pitchFamily="18" charset="-120"/>
              <a:cs typeface="Calibri Light" panose="020F0302020204030204" pitchFamily="34" charset="0"/>
            </a:endParaRPr>
          </a:p>
        </p:txBody>
      </p:sp>
    </p:spTree>
    <p:extLst>
      <p:ext uri="{BB962C8B-B14F-4D97-AF65-F5344CB8AC3E}">
        <p14:creationId xmlns:p14="http://schemas.microsoft.com/office/powerpoint/2010/main" val="4054365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8F7D36-9D4A-6135-704F-F17EDC3A3E33}"/>
              </a:ext>
            </a:extLst>
          </p:cNvPr>
          <p:cNvSpPr>
            <a:spLocks noGrp="1"/>
          </p:cNvSpPr>
          <p:nvPr>
            <p:ph type="body" sz="quarter" idx="10"/>
          </p:nvPr>
        </p:nvSpPr>
        <p:spPr/>
        <p:txBody>
          <a:bodyPr>
            <a:normAutofit/>
          </a:bodyPr>
          <a:lstStyle/>
          <a:p>
            <a:pPr algn="ctr"/>
            <a:r>
              <a:rPr lang="en-US" sz="4000" dirty="0"/>
              <a:t>Using Several Variables to Predict a Response</a:t>
            </a:r>
          </a:p>
        </p:txBody>
      </p:sp>
    </p:spTree>
    <p:extLst>
      <p:ext uri="{BB962C8B-B14F-4D97-AF65-F5344CB8AC3E}">
        <p14:creationId xmlns:p14="http://schemas.microsoft.com/office/powerpoint/2010/main" val="4022769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body" idx="4294967295"/>
          </p:nvPr>
        </p:nvSpPr>
        <p:spPr bwMode="auto">
          <a:xfrm>
            <a:off x="685800" y="1408113"/>
            <a:ext cx="784860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sz="2000" dirty="0"/>
              <a:t>The data set “house selling prices” contains observations on 200 home sales in Oregon. A multiple regression analysis was done with selling price as the response variable and with house size, number of bedrooms, and number of bathrooms as the explanatory variables.</a:t>
            </a:r>
          </a:p>
        </p:txBody>
      </p:sp>
      <p:sp>
        <p:nvSpPr>
          <p:cNvPr id="6147" name="Rectangle 7"/>
          <p:cNvSpPr>
            <a:spLocks noGrp="1" noChangeArrowheads="1"/>
          </p:cNvSpPr>
          <p:nvPr>
            <p:ph type="title" idx="4294967295"/>
          </p:nvPr>
        </p:nvSpPr>
        <p:spPr bwMode="auto">
          <a:xfrm>
            <a:off x="685800" y="0"/>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Predicting the Selling Price of a House</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27296" y="2856505"/>
            <a:ext cx="6765608" cy="1467941"/>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7821" y="4619557"/>
            <a:ext cx="6902006" cy="1384869"/>
          </a:xfrm>
          <a:prstGeom prst="rect">
            <a:avLst/>
          </a:prstGeom>
        </p:spPr>
      </p:pic>
      <p:sp>
        <p:nvSpPr>
          <p:cNvPr id="4" name="Rectangle 3"/>
          <p:cNvSpPr/>
          <p:nvPr/>
        </p:nvSpPr>
        <p:spPr>
          <a:xfrm>
            <a:off x="918972" y="4155169"/>
            <a:ext cx="8328850" cy="338554"/>
          </a:xfrm>
          <a:prstGeom prst="rect">
            <a:avLst/>
          </a:prstGeom>
        </p:spPr>
        <p:txBody>
          <a:bodyPr wrap="square">
            <a:spAutoFit/>
          </a:bodyPr>
          <a:lstStyle/>
          <a:p>
            <a:r>
              <a:rPr lang="en-US" sz="1600" b="1" dirty="0">
                <a:solidFill>
                  <a:schemeClr val="tx1"/>
                </a:solidFill>
                <a:latin typeface="+mn-lt"/>
              </a:rPr>
              <a:t>Table 13.1 Selling Prices and Related Factors for a Sample of Home Sales</a:t>
            </a:r>
          </a:p>
        </p:txBody>
      </p:sp>
      <p:sp>
        <p:nvSpPr>
          <p:cNvPr id="5" name="Rectangle 4"/>
          <p:cNvSpPr/>
          <p:nvPr/>
        </p:nvSpPr>
        <p:spPr>
          <a:xfrm>
            <a:off x="1601724" y="5969360"/>
            <a:ext cx="6016752" cy="338554"/>
          </a:xfrm>
          <a:prstGeom prst="rect">
            <a:avLst/>
          </a:prstGeom>
        </p:spPr>
        <p:txBody>
          <a:bodyPr wrap="square">
            <a:spAutoFit/>
          </a:bodyPr>
          <a:lstStyle/>
          <a:p>
            <a:r>
              <a:rPr lang="en-US" sz="1600" b="1" dirty="0">
                <a:solidFill>
                  <a:schemeClr val="tx1"/>
                </a:solidFill>
                <a:latin typeface="+mn-lt"/>
              </a:rPr>
              <a:t>Table 13.2 Descriptive Statistics for Sales of 200 Homes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4294967295"/>
          </p:nvPr>
        </p:nvSpPr>
        <p:spPr bwMode="auto">
          <a:xfrm>
            <a:off x="685800" y="1600200"/>
            <a:ext cx="8077200" cy="353872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You can find a regression equation to predict selling price by treating one of the other variables as the explanatory variable. However, since there are </a:t>
            </a:r>
            <a:r>
              <a:rPr lang="en-US" altLang="en-US" i="1" dirty="0"/>
              <a:t>several </a:t>
            </a:r>
            <a:r>
              <a:rPr lang="en-US" altLang="en-US" dirty="0"/>
              <a:t>explanatory variables, you might make better predictions by using </a:t>
            </a:r>
            <a:r>
              <a:rPr lang="en-US" altLang="en-US" i="1" dirty="0"/>
              <a:t>all </a:t>
            </a:r>
            <a:r>
              <a:rPr lang="en-US" altLang="en-US" dirty="0"/>
              <a:t>of them at once. That’s the idea behind </a:t>
            </a:r>
            <a:r>
              <a:rPr lang="en-US" altLang="en-US" b="1" dirty="0"/>
              <a:t>multiple regression</a:t>
            </a:r>
            <a:r>
              <a:rPr lang="en-US" altLang="en-US" dirty="0"/>
              <a:t>. It uses </a:t>
            </a:r>
            <a:r>
              <a:rPr lang="en-US" altLang="en-US" i="1" dirty="0"/>
              <a:t>more than one </a:t>
            </a:r>
            <a:r>
              <a:rPr lang="en-US" altLang="en-US" dirty="0"/>
              <a:t>explanatory variable to predict a response variable.</a:t>
            </a:r>
            <a:endParaRPr lang="en-US" altLang="en-US" b="1" dirty="0"/>
          </a:p>
        </p:txBody>
      </p:sp>
      <p:sp>
        <p:nvSpPr>
          <p:cNvPr id="8195" name="Rectangle 2"/>
          <p:cNvSpPr>
            <a:spLocks noChangeArrowheads="1"/>
          </p:cNvSpPr>
          <p:nvPr/>
        </p:nvSpPr>
        <p:spPr bwMode="auto">
          <a:xfrm>
            <a:off x="747713" y="104775"/>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Multiple Regression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idx="4294967295"/>
          </p:nvPr>
        </p:nvSpPr>
        <p:spPr bwMode="auto">
          <a:xfrm>
            <a:off x="733425" y="120650"/>
            <a:ext cx="8001000" cy="7889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Multiple Regression Model</a:t>
            </a:r>
          </a:p>
        </p:txBody>
      </p:sp>
      <mc:AlternateContent xmlns:mc="http://schemas.openxmlformats.org/markup-compatibility/2006">
        <mc:Choice xmlns:a14="http://schemas.microsoft.com/office/drawing/2010/main" Requires="a14">
          <p:sp>
            <p:nvSpPr>
              <p:cNvPr id="2" name="TextBox 1"/>
              <p:cNvSpPr txBox="1"/>
              <p:nvPr/>
            </p:nvSpPr>
            <p:spPr>
              <a:xfrm>
                <a:off x="608077" y="1485900"/>
                <a:ext cx="8005572" cy="3046988"/>
              </a:xfrm>
              <a:prstGeom prst="rect">
                <a:avLst/>
              </a:prstGeom>
              <a:noFill/>
            </p:spPr>
            <p:txBody>
              <a:bodyPr wrap="square" rtlCol="0">
                <a:spAutoFit/>
              </a:bodyPr>
              <a:lstStyle/>
              <a:p>
                <a:r>
                  <a:rPr lang="en-US" sz="2400" dirty="0">
                    <a:solidFill>
                      <a:schemeClr val="tx1"/>
                    </a:solidFill>
                    <a:latin typeface="+mn-lt"/>
                  </a:rPr>
                  <a:t>The </a:t>
                </a:r>
                <a:r>
                  <a:rPr lang="en-US" sz="2400" b="1" dirty="0">
                    <a:solidFill>
                      <a:schemeClr val="tx1"/>
                    </a:solidFill>
                    <a:latin typeface="+mn-lt"/>
                  </a:rPr>
                  <a:t>multiple regression </a:t>
                </a:r>
                <a:r>
                  <a:rPr lang="en-US" sz="2400" dirty="0">
                    <a:solidFill>
                      <a:schemeClr val="tx1"/>
                    </a:solidFill>
                    <a:latin typeface="+mn-lt"/>
                  </a:rPr>
                  <a:t>model relates the mean </a:t>
                </a:r>
                <a14:m>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𝜇</m:t>
                    </m:r>
                  </m:oMath>
                </a14:m>
                <a:r>
                  <a:rPr lang="en-US" sz="2400" i="1" baseline="-25000" dirty="0">
                    <a:solidFill>
                      <a:schemeClr val="tx1"/>
                    </a:solidFill>
                    <a:latin typeface="+mj-lt"/>
                  </a:rPr>
                  <a:t>y</a:t>
                </a:r>
                <a:r>
                  <a:rPr lang="en-US" sz="2400" dirty="0">
                    <a:solidFill>
                      <a:schemeClr val="tx1"/>
                    </a:solidFill>
                    <a:latin typeface="+mn-lt"/>
                  </a:rPr>
                  <a:t> of a quantitative response variable y to a set of explanatory variable </a:t>
                </a:r>
                <a:r>
                  <a:rPr lang="en-US" sz="2400" i="1" dirty="0">
                    <a:solidFill>
                      <a:schemeClr val="tx1"/>
                    </a:solidFill>
                    <a:latin typeface="+mj-lt"/>
                  </a:rPr>
                  <a:t>x</a:t>
                </a:r>
                <a:r>
                  <a:rPr lang="en-US" sz="2400" baseline="-25000" dirty="0">
                    <a:solidFill>
                      <a:schemeClr val="tx1"/>
                    </a:solidFill>
                    <a:latin typeface="+mn-lt"/>
                  </a:rPr>
                  <a:t>1</a:t>
                </a:r>
                <a:r>
                  <a:rPr lang="en-US" sz="2400" dirty="0">
                    <a:solidFill>
                      <a:schemeClr val="tx1"/>
                    </a:solidFill>
                    <a:latin typeface="+mn-lt"/>
                  </a:rPr>
                  <a:t>, </a:t>
                </a:r>
                <a:r>
                  <a:rPr lang="en-US" sz="2400" i="1" dirty="0">
                    <a:solidFill>
                      <a:schemeClr val="tx1"/>
                    </a:solidFill>
                    <a:latin typeface="+mj-lt"/>
                  </a:rPr>
                  <a:t>x</a:t>
                </a:r>
                <a:r>
                  <a:rPr lang="en-US" sz="2400" baseline="-25000" dirty="0">
                    <a:solidFill>
                      <a:schemeClr val="tx1"/>
                    </a:solidFill>
                    <a:latin typeface="+mn-lt"/>
                  </a:rPr>
                  <a:t>2</a:t>
                </a:r>
                <a:r>
                  <a:rPr lang="en-US" sz="2400" dirty="0">
                    <a:solidFill>
                      <a:schemeClr val="tx1"/>
                    </a:solidFill>
                    <a:latin typeface="+mn-lt"/>
                  </a:rPr>
                  <a:t>, …For three explanatory variables</a:t>
                </a:r>
              </a:p>
              <a:p>
                <a:endParaRPr lang="en-US" sz="2400" dirty="0">
                  <a:solidFill>
                    <a:schemeClr val="tx1"/>
                  </a:solidFill>
                  <a:latin typeface="+mn-lt"/>
                </a:endParaRPr>
              </a:p>
              <a:p>
                <a:endParaRPr lang="en-US" sz="2400" dirty="0">
                  <a:solidFill>
                    <a:schemeClr val="tx1"/>
                  </a:solidFill>
                  <a:latin typeface="+mn-lt"/>
                </a:endParaRPr>
              </a:p>
              <a:p>
                <a:endParaRPr lang="en-US" sz="2400" dirty="0">
                  <a:solidFill>
                    <a:schemeClr val="tx1"/>
                  </a:solidFill>
                  <a:latin typeface="+mn-lt"/>
                </a:endParaRPr>
              </a:p>
              <a:p>
                <a:endParaRPr lang="en-US" sz="2400" dirty="0">
                  <a:solidFill>
                    <a:schemeClr val="tx1"/>
                  </a:solidFill>
                  <a:latin typeface="+mn-lt"/>
                </a:endParaRPr>
              </a:p>
              <a:p>
                <a:r>
                  <a:rPr lang="en-US" sz="2400" dirty="0">
                    <a:solidFill>
                      <a:schemeClr val="tx1"/>
                    </a:solidFill>
                    <a:latin typeface="+mn-lt"/>
                  </a:rPr>
                  <a:t>And the sample prediction equation is </a:t>
                </a:r>
              </a:p>
            </p:txBody>
          </p:sp>
        </mc:Choice>
        <mc:Fallback>
          <p:sp>
            <p:nvSpPr>
              <p:cNvPr id="2" name="TextBox 1"/>
              <p:cNvSpPr txBox="1">
                <a:spLocks noRot="1" noChangeAspect="1" noMove="1" noResize="1" noEditPoints="1" noAdjustHandles="1" noChangeArrowheads="1" noChangeShapeType="1" noTextEdit="1"/>
              </p:cNvSpPr>
              <p:nvPr/>
            </p:nvSpPr>
            <p:spPr>
              <a:xfrm>
                <a:off x="608077" y="1485900"/>
                <a:ext cx="8005572" cy="3046988"/>
              </a:xfrm>
              <a:prstGeom prst="rect">
                <a:avLst/>
              </a:prstGeom>
              <a:blipFill>
                <a:blip r:embed="rId3"/>
                <a:stretch>
                  <a:fillRect l="-1219" t="-1400" b="-3800"/>
                </a:stretch>
              </a:blipFill>
            </p:spPr>
            <p:txBody>
              <a:bodyPr/>
              <a:lstStyle/>
              <a:p>
                <a:r>
                  <a:rPr lang="en-US">
                    <a:noFill/>
                  </a:rPr>
                  <a:t> </a:t>
                </a:r>
              </a:p>
            </p:txBody>
          </p:sp>
        </mc:Fallback>
      </mc:AlternateContent>
      <p:graphicFrame>
        <p:nvGraphicFramePr>
          <p:cNvPr id="3" name="Object 2"/>
          <p:cNvGraphicFramePr>
            <a:graphicFrameLocks noChangeAspect="1"/>
          </p:cNvGraphicFramePr>
          <p:nvPr>
            <p:extLst>
              <p:ext uri="{D42A27DB-BD31-4B8C-83A1-F6EECF244321}">
                <p14:modId xmlns:p14="http://schemas.microsoft.com/office/powerpoint/2010/main" val="2449520708"/>
              </p:ext>
            </p:extLst>
          </p:nvPr>
        </p:nvGraphicFramePr>
        <p:xfrm>
          <a:off x="2727226" y="3194050"/>
          <a:ext cx="3771900" cy="469900"/>
        </p:xfrm>
        <a:graphic>
          <a:graphicData uri="http://schemas.openxmlformats.org/presentationml/2006/ole">
            <mc:AlternateContent xmlns:mc="http://schemas.openxmlformats.org/markup-compatibility/2006">
              <mc:Choice xmlns:v="urn:schemas-microsoft-com:vml" Requires="v">
                <p:oleObj name="Equation" r:id="rId4" imgW="3771720" imgH="469800" progId="Equation.DSMT4">
                  <p:embed/>
                </p:oleObj>
              </mc:Choice>
              <mc:Fallback>
                <p:oleObj name="Equation" r:id="rId4" imgW="3771720" imgH="469800" progId="Equation.DSMT4">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7226" y="3194050"/>
                        <a:ext cx="37719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653131546"/>
              </p:ext>
            </p:extLst>
          </p:nvPr>
        </p:nvGraphicFramePr>
        <p:xfrm>
          <a:off x="2896363" y="4751457"/>
          <a:ext cx="3429000" cy="431800"/>
        </p:xfrm>
        <a:graphic>
          <a:graphicData uri="http://schemas.openxmlformats.org/presentationml/2006/ole">
            <mc:AlternateContent xmlns:mc="http://schemas.openxmlformats.org/markup-compatibility/2006">
              <mc:Choice xmlns:v="urn:schemas-microsoft-com:vml" Requires="v">
                <p:oleObj name="Equation" r:id="rId6" imgW="3429000" imgH="431640" progId="Equation.DSMT4">
                  <p:embed/>
                </p:oleObj>
              </mc:Choice>
              <mc:Fallback>
                <p:oleObj name="Equation" r:id="rId6" imgW="3429000" imgH="431640" progId="Equation.DSMT4">
                  <p:embed/>
                  <p:pic>
                    <p:nvPicPr>
                      <p:cNvPr id="6"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6363" y="4751457"/>
                        <a:ext cx="34290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4294967295"/>
          </p:nvPr>
        </p:nvSpPr>
        <p:spPr bwMode="auto">
          <a:xfrm>
            <a:off x="639763" y="1600200"/>
            <a:ext cx="8051800" cy="6921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a:t> Output from the analysis:</a:t>
            </a:r>
          </a:p>
        </p:txBody>
      </p:sp>
      <p:sp>
        <p:nvSpPr>
          <p:cNvPr id="12291" name="TextBox 1"/>
          <p:cNvSpPr txBox="1">
            <a:spLocks noChangeArrowheads="1"/>
          </p:cNvSpPr>
          <p:nvPr/>
        </p:nvSpPr>
        <p:spPr bwMode="auto">
          <a:xfrm>
            <a:off x="457200" y="5816600"/>
            <a:ext cx="838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Table 13.3 Regression of Selling Price on House Size and Bedrooms</a:t>
            </a:r>
            <a:endParaRPr lang="en-US" altLang="en-US" sz="1600" dirty="0">
              <a:solidFill>
                <a:schemeClr val="tx1"/>
              </a:solidFill>
              <a:latin typeface="Arial" panose="020B0604020202020204" pitchFamily="34" charset="0"/>
            </a:endParaRPr>
          </a:p>
        </p:txBody>
      </p:sp>
      <p:sp>
        <p:nvSpPr>
          <p:cNvPr id="12292" name="Rectangle 7"/>
          <p:cNvSpPr>
            <a:spLocks noChangeArrowheads="1"/>
          </p:cNvSpPr>
          <p:nvPr/>
        </p:nvSpPr>
        <p:spPr bwMode="auto">
          <a:xfrm>
            <a:off x="6858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the Selling Price of a House</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800" y="2185416"/>
            <a:ext cx="7467600" cy="3295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sz="half" idx="4294967295"/>
          </p:nvPr>
        </p:nvSpPr>
        <p:spPr bwMode="auto">
          <a:xfrm>
            <a:off x="685800" y="1485900"/>
            <a:ext cx="76771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 Prediction Equation:</a:t>
            </a:r>
          </a:p>
          <a:p>
            <a:pPr marL="0"/>
            <a:endParaRPr lang="en-US" altLang="en-US" dirty="0"/>
          </a:p>
          <a:p>
            <a:pPr marL="0"/>
            <a:endParaRPr lang="en-US" altLang="en-US" dirty="0"/>
          </a:p>
          <a:p>
            <a:pPr marL="0"/>
            <a:endParaRPr lang="en-US" altLang="en-US" dirty="0"/>
          </a:p>
          <a:p>
            <a:pPr marL="0"/>
            <a:r>
              <a:rPr lang="en-US" altLang="en-US" dirty="0"/>
              <a:t>                  where  </a:t>
            </a:r>
            <a:r>
              <a:rPr lang="cy-GB" altLang="en-US" i="1" dirty="0">
                <a:latin typeface="Times New Roman" panose="02020603050405020304" pitchFamily="18" charset="0"/>
                <a:cs typeface="Times New Roman" panose="02020603050405020304" pitchFamily="18" charset="0"/>
              </a:rPr>
              <a:t>ŷ</a:t>
            </a:r>
            <a:r>
              <a:rPr lang="en-US" altLang="en-US" dirty="0"/>
              <a:t> is the predicted price.</a:t>
            </a:r>
          </a:p>
          <a:p>
            <a:pPr marL="0"/>
            <a:endParaRPr lang="en-US" altLang="en-US" dirty="0"/>
          </a:p>
        </p:txBody>
      </p:sp>
      <p:sp>
        <p:nvSpPr>
          <p:cNvPr id="14340" name="Rectangle 7"/>
          <p:cNvSpPr>
            <a:spLocks noChangeArrowheads="1"/>
          </p:cNvSpPr>
          <p:nvPr/>
        </p:nvSpPr>
        <p:spPr bwMode="auto">
          <a:xfrm>
            <a:off x="6858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Selling Price Using House Size and Number of Bedrooms</a:t>
            </a:r>
          </a:p>
        </p:txBody>
      </p:sp>
      <p:graphicFrame>
        <p:nvGraphicFramePr>
          <p:cNvPr id="2" name="Object 1"/>
          <p:cNvGraphicFramePr>
            <a:graphicFrameLocks noChangeAspect="1"/>
          </p:cNvGraphicFramePr>
          <p:nvPr/>
        </p:nvGraphicFramePr>
        <p:xfrm>
          <a:off x="2162556" y="2496312"/>
          <a:ext cx="4419600" cy="431800"/>
        </p:xfrm>
        <a:graphic>
          <a:graphicData uri="http://schemas.openxmlformats.org/presentationml/2006/ole">
            <mc:AlternateContent xmlns:mc="http://schemas.openxmlformats.org/markup-compatibility/2006">
              <mc:Choice xmlns:v="urn:schemas-microsoft-com:vml" Requires="v">
                <p:oleObj name="Equation" r:id="rId3" imgW="4419360" imgH="431640" progId="Equation.DSMT4">
                  <p:embed/>
                </p:oleObj>
              </mc:Choice>
              <mc:Fallback>
                <p:oleObj name="Equation" r:id="rId3" imgW="4419360" imgH="4316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2556" y="2496312"/>
                        <a:ext cx="44196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sz="half" idx="4294967295"/>
          </p:nvPr>
        </p:nvSpPr>
        <p:spPr bwMode="auto">
          <a:xfrm>
            <a:off x="685800" y="1485900"/>
            <a:ext cx="7753350" cy="1905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a:t>One house listed in the data set had house size = 1679 </a:t>
            </a:r>
          </a:p>
          <a:p>
            <a:pPr marL="0"/>
            <a:r>
              <a:rPr lang="en-US" altLang="en-US"/>
              <a:t>square feet, number of bedrooms = 3:</a:t>
            </a:r>
          </a:p>
          <a:p>
            <a:pPr marL="0"/>
            <a:endParaRPr lang="en-US" altLang="en-US"/>
          </a:p>
          <a:p>
            <a:pPr marL="0"/>
            <a:r>
              <a:rPr lang="en-US" altLang="en-US"/>
              <a:t>    Find its predicted selling price:</a:t>
            </a:r>
          </a:p>
        </p:txBody>
      </p:sp>
      <p:sp>
        <p:nvSpPr>
          <p:cNvPr id="16388" name="Rectangle 7"/>
          <p:cNvSpPr>
            <a:spLocks noChangeArrowheads="1"/>
          </p:cNvSpPr>
          <p:nvPr/>
        </p:nvSpPr>
        <p:spPr bwMode="auto">
          <a:xfrm>
            <a:off x="6858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Selling Price Using House Size and Number of Bedrooms</a:t>
            </a:r>
          </a:p>
        </p:txBody>
      </p:sp>
      <p:graphicFrame>
        <p:nvGraphicFramePr>
          <p:cNvPr id="2" name="Object 1"/>
          <p:cNvGraphicFramePr>
            <a:graphicFrameLocks noChangeAspect="1"/>
          </p:cNvGraphicFramePr>
          <p:nvPr/>
        </p:nvGraphicFramePr>
        <p:xfrm>
          <a:off x="2084832" y="3733800"/>
          <a:ext cx="5080000" cy="914400"/>
        </p:xfrm>
        <a:graphic>
          <a:graphicData uri="http://schemas.openxmlformats.org/presentationml/2006/ole">
            <mc:AlternateContent xmlns:mc="http://schemas.openxmlformats.org/markup-compatibility/2006">
              <mc:Choice xmlns:v="urn:schemas-microsoft-com:vml" Requires="v">
                <p:oleObj name="Equation" r:id="rId3" imgW="5079960" imgH="914400" progId="Equation.DSMT4">
                  <p:embed/>
                </p:oleObj>
              </mc:Choice>
              <mc:Fallback>
                <p:oleObj name="Equation" r:id="rId3" imgW="5079960" imgH="91440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4832" y="3733800"/>
                        <a:ext cx="50800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body" sz="half" idx="4294967295"/>
          </p:nvPr>
        </p:nvSpPr>
        <p:spPr bwMode="auto">
          <a:xfrm>
            <a:off x="6858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Find its residual, prediction error:</a:t>
            </a:r>
          </a:p>
          <a:p>
            <a:pPr marL="0"/>
            <a:endParaRPr lang="en-US" altLang="en-US" dirty="0"/>
          </a:p>
          <a:p>
            <a:pPr marL="0"/>
            <a:endParaRPr lang="en-US" altLang="en-US" dirty="0"/>
          </a:p>
          <a:p>
            <a:pPr marL="0"/>
            <a:endParaRPr lang="en-US" altLang="en-US" dirty="0"/>
          </a:p>
          <a:p>
            <a:pPr marL="0"/>
            <a:endParaRPr lang="en-US" altLang="en-US" dirty="0"/>
          </a:p>
          <a:p>
            <a:pPr marL="0"/>
            <a:r>
              <a:rPr lang="en-US" altLang="en-US" dirty="0"/>
              <a:t> The residual tells us that the actual selling price was </a:t>
            </a:r>
          </a:p>
          <a:p>
            <a:pPr marL="0"/>
            <a:r>
              <a:rPr lang="en-US" altLang="en-US" dirty="0"/>
              <a:t>  </a:t>
            </a:r>
            <a:r>
              <a:rPr lang="en-US" altLang="en-US" dirty="0">
                <a:solidFill>
                  <a:schemeClr val="tx1"/>
                </a:solidFill>
              </a:rPr>
              <a:t>$21,111 </a:t>
            </a:r>
            <a:r>
              <a:rPr lang="en-US" altLang="en-US" dirty="0"/>
              <a:t>higher than predicted.</a:t>
            </a:r>
          </a:p>
        </p:txBody>
      </p:sp>
      <p:sp>
        <p:nvSpPr>
          <p:cNvPr id="18436" name="Rectangle 7"/>
          <p:cNvSpPr>
            <a:spLocks noChangeArrowheads="1"/>
          </p:cNvSpPr>
          <p:nvPr/>
        </p:nvSpPr>
        <p:spPr bwMode="auto">
          <a:xfrm>
            <a:off x="6858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Selling Price Using House Size and Number of Bedrooms</a:t>
            </a:r>
          </a:p>
        </p:txBody>
      </p:sp>
      <p:graphicFrame>
        <p:nvGraphicFramePr>
          <p:cNvPr id="2" name="Object 1"/>
          <p:cNvGraphicFramePr>
            <a:graphicFrameLocks noChangeAspect="1"/>
          </p:cNvGraphicFramePr>
          <p:nvPr>
            <p:extLst>
              <p:ext uri="{D42A27DB-BD31-4B8C-83A1-F6EECF244321}">
                <p14:modId xmlns:p14="http://schemas.microsoft.com/office/powerpoint/2010/main" val="3268737066"/>
              </p:ext>
            </p:extLst>
          </p:nvPr>
        </p:nvGraphicFramePr>
        <p:xfrm>
          <a:off x="1749425" y="2708920"/>
          <a:ext cx="5626100" cy="406400"/>
        </p:xfrm>
        <a:graphic>
          <a:graphicData uri="http://schemas.openxmlformats.org/presentationml/2006/ole">
            <mc:AlternateContent xmlns:mc="http://schemas.openxmlformats.org/markup-compatibility/2006">
              <mc:Choice xmlns:v="urn:schemas-microsoft-com:vml" Requires="v">
                <p:oleObj name="Equation" r:id="rId3" imgW="5626080" imgH="406080" progId="Equation.DSMT4">
                  <p:embed/>
                </p:oleObj>
              </mc:Choice>
              <mc:Fallback>
                <p:oleObj name="Equation" r:id="rId3" imgW="5626080" imgH="40608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9425" y="2708920"/>
                        <a:ext cx="56261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bwMode="auto">
          <a:xfrm>
            <a:off x="762000" y="242888"/>
            <a:ext cx="8077200" cy="6397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Number of Explanatory Variables</a:t>
            </a:r>
          </a:p>
        </p:txBody>
      </p:sp>
      <p:sp>
        <p:nvSpPr>
          <p:cNvPr id="20483" name="Rectangle 3"/>
          <p:cNvSpPr>
            <a:spLocks noGrp="1" noChangeArrowheads="1"/>
          </p:cNvSpPr>
          <p:nvPr>
            <p:ph type="body" idx="4294967295"/>
          </p:nvPr>
        </p:nvSpPr>
        <p:spPr bwMode="auto">
          <a:xfrm>
            <a:off x="73025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a:t>You should not use many explanatory variables in a </a:t>
            </a:r>
          </a:p>
          <a:p>
            <a:pPr marL="0"/>
            <a:r>
              <a:rPr lang="en-US" altLang="en-US"/>
              <a:t>multiple regression model unless you have lots of data.</a:t>
            </a:r>
          </a:p>
          <a:p>
            <a:pPr marL="0"/>
            <a:endParaRPr lang="en-US" altLang="en-US"/>
          </a:p>
          <a:p>
            <a:pPr marL="0"/>
            <a:r>
              <a:rPr lang="en-US" altLang="en-US"/>
              <a:t>A rough guideline is that </a:t>
            </a:r>
            <a:r>
              <a:rPr lang="en-US" altLang="en-US" i="1"/>
              <a:t>the sample size n should be at </a:t>
            </a:r>
          </a:p>
          <a:p>
            <a:pPr marL="0"/>
            <a:r>
              <a:rPr lang="en-US" altLang="en-US" i="1"/>
              <a:t>least 10 times the number of explanatory variables.</a:t>
            </a:r>
          </a:p>
          <a:p>
            <a:pPr marL="0"/>
            <a:endParaRPr lang="en-US" altLang="en-US" i="1"/>
          </a:p>
          <a:p>
            <a:pPr marL="0"/>
            <a:r>
              <a:rPr lang="en-US" altLang="en-US"/>
              <a:t>For example, to use two explanatory variables, you </a:t>
            </a:r>
          </a:p>
          <a:p>
            <a:pPr marL="0"/>
            <a:r>
              <a:rPr lang="en-US" altLang="en-US"/>
              <a:t>should have at least </a:t>
            </a:r>
            <a:r>
              <a:rPr lang="en-US" altLang="en-US" i="1"/>
              <a:t>n = </a:t>
            </a:r>
            <a:r>
              <a:rPr lang="en-US" altLang="en-US"/>
              <a:t>20.</a:t>
            </a:r>
            <a:endParaRPr lang="en-US" altLang="en-US" i="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bwMode="auto">
          <a:xfrm>
            <a:off x="762000" y="76200"/>
            <a:ext cx="8077200" cy="7921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Plotting Relationships</a:t>
            </a:r>
          </a:p>
        </p:txBody>
      </p:sp>
      <p:sp>
        <p:nvSpPr>
          <p:cNvPr id="22531" name="Rectangle 3"/>
          <p:cNvSpPr>
            <a:spLocks noGrp="1" noChangeArrowheads="1"/>
          </p:cNvSpPr>
          <p:nvPr>
            <p:ph type="body" idx="4294967295"/>
          </p:nvPr>
        </p:nvSpPr>
        <p:spPr bwMode="auto">
          <a:xfrm>
            <a:off x="685800" y="1600200"/>
            <a:ext cx="8153400" cy="4419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Always look at the data before doing a multiple regression.</a:t>
            </a:r>
          </a:p>
          <a:p>
            <a:pPr marL="0"/>
            <a:endParaRPr lang="en-US" altLang="en-US" dirty="0"/>
          </a:p>
          <a:p>
            <a:pPr marL="0"/>
            <a:r>
              <a:rPr lang="en-US" altLang="en-US" dirty="0"/>
              <a:t>Most software has the option of constructing scatterplots on  a single graph for each pair of variables.</a:t>
            </a:r>
            <a:br>
              <a:rPr lang="en-US" altLang="en-US" dirty="0"/>
            </a:br>
            <a:endParaRPr lang="en-US" altLang="en-US" dirty="0"/>
          </a:p>
          <a:p>
            <a:pPr lvl="1"/>
            <a:r>
              <a:rPr lang="en-US" altLang="en-US" dirty="0"/>
              <a:t>This is called a </a:t>
            </a:r>
            <a:r>
              <a:rPr lang="en-US" altLang="en-US" b="1" dirty="0"/>
              <a:t>scatterplot matrix.</a:t>
            </a:r>
            <a:r>
              <a:rPr lang="en-US" altLang="en-US"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1"/>
          <p:cNvSpPr txBox="1">
            <a:spLocks noChangeArrowheads="1"/>
          </p:cNvSpPr>
          <p:nvPr/>
        </p:nvSpPr>
        <p:spPr bwMode="auto">
          <a:xfrm>
            <a:off x="457200" y="5322888"/>
            <a:ext cx="85344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Figure 13.1 Scatterplot Matrix for Selling Price, House Size, and Number of Bedrooms </a:t>
            </a:r>
            <a:r>
              <a:rPr lang="en-US" altLang="en-US" sz="1600" dirty="0">
                <a:solidFill>
                  <a:schemeClr val="tx1"/>
                </a:solidFill>
                <a:latin typeface="Arial" panose="020B0604020202020204" pitchFamily="34" charset="0"/>
              </a:rPr>
              <a:t>The middle plot in the top row has house size on the </a:t>
            </a:r>
            <a:r>
              <a:rPr lang="en-US" altLang="en-US" sz="1600" i="1" dirty="0">
                <a:solidFill>
                  <a:schemeClr val="tx1"/>
                </a:solidFill>
                <a:latin typeface="+mj-lt"/>
              </a:rPr>
              <a:t>x</a:t>
            </a:r>
            <a:r>
              <a:rPr lang="en-US" altLang="en-US" sz="1600" dirty="0">
                <a:solidFill>
                  <a:schemeClr val="tx1"/>
                </a:solidFill>
                <a:latin typeface="Arial" panose="020B0604020202020204" pitchFamily="34" charset="0"/>
              </a:rPr>
              <a:t>-axis and selling price on the </a:t>
            </a:r>
            <a:r>
              <a:rPr lang="en-US" altLang="en-US" sz="1600" i="1" dirty="0">
                <a:solidFill>
                  <a:schemeClr val="tx1"/>
                </a:solidFill>
                <a:latin typeface="+mj-lt"/>
              </a:rPr>
              <a:t>y</a:t>
            </a:r>
            <a:r>
              <a:rPr lang="en-US" altLang="en-US" sz="1600" dirty="0">
                <a:solidFill>
                  <a:schemeClr val="tx1"/>
                </a:solidFill>
                <a:latin typeface="Arial" panose="020B0604020202020204" pitchFamily="34" charset="0"/>
              </a:rPr>
              <a:t>-axis. The first plot in the second row reverses this, with selling price on the </a:t>
            </a:r>
            <a:r>
              <a:rPr lang="en-US" altLang="en-US" sz="1600" i="1" dirty="0">
                <a:solidFill>
                  <a:schemeClr val="tx1"/>
                </a:solidFill>
                <a:latin typeface="+mj-lt"/>
              </a:rPr>
              <a:t>x</a:t>
            </a:r>
            <a:r>
              <a:rPr lang="en-US" altLang="en-US" sz="1600" dirty="0">
                <a:solidFill>
                  <a:schemeClr val="tx1"/>
                </a:solidFill>
                <a:latin typeface="Arial" panose="020B0604020202020204" pitchFamily="34" charset="0"/>
              </a:rPr>
              <a:t>-axis and house size on the </a:t>
            </a:r>
            <a:r>
              <a:rPr lang="en-US" altLang="en-US" sz="1600" i="1" dirty="0">
                <a:solidFill>
                  <a:schemeClr val="tx1"/>
                </a:solidFill>
                <a:latin typeface="+mj-lt"/>
              </a:rPr>
              <a:t>y</a:t>
            </a:r>
            <a:r>
              <a:rPr lang="en-US" altLang="en-US" sz="1600" dirty="0">
                <a:solidFill>
                  <a:schemeClr val="tx1"/>
                </a:solidFill>
                <a:latin typeface="Arial" panose="020B0604020202020204" pitchFamily="34" charset="0"/>
              </a:rPr>
              <a:t>-axis. </a:t>
            </a:r>
            <a:r>
              <a:rPr lang="en-US" altLang="en-US" sz="1600" b="1" dirty="0">
                <a:solidFill>
                  <a:schemeClr val="tx1"/>
                </a:solidFill>
                <a:latin typeface="Arial" panose="020B0604020202020204" pitchFamily="34" charset="0"/>
              </a:rPr>
              <a:t>Question: </a:t>
            </a:r>
            <a:r>
              <a:rPr lang="en-US" altLang="en-US" sz="1600" dirty="0">
                <a:solidFill>
                  <a:schemeClr val="tx1"/>
                </a:solidFill>
                <a:latin typeface="Arial" panose="020B0604020202020204" pitchFamily="34" charset="0"/>
              </a:rPr>
              <a:t>Why are the plots of main interest the ones in the top row?</a:t>
            </a:r>
          </a:p>
        </p:txBody>
      </p:sp>
      <p:sp>
        <p:nvSpPr>
          <p:cNvPr id="24579" name="Rectangle 2"/>
          <p:cNvSpPr>
            <a:spLocks noChangeArrowheads="1"/>
          </p:cNvSpPr>
          <p:nvPr/>
        </p:nvSpPr>
        <p:spPr bwMode="auto">
          <a:xfrm>
            <a:off x="762000" y="76200"/>
            <a:ext cx="8077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Plotting Relationships</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420" y="1330452"/>
            <a:ext cx="7288942" cy="399243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Interpretation of Multiple Regression Coefficients</a:t>
            </a:r>
          </a:p>
        </p:txBody>
      </p:sp>
      <p:sp>
        <p:nvSpPr>
          <p:cNvPr id="26627" name="Rectangle 3"/>
          <p:cNvSpPr>
            <a:spLocks noGrp="1" noChangeArrowheads="1"/>
          </p:cNvSpPr>
          <p:nvPr>
            <p:ph type="body" idx="4294967295"/>
          </p:nvPr>
        </p:nvSpPr>
        <p:spPr bwMode="auto">
          <a:xfrm>
            <a:off x="6858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a:t>The simplest way to interpret a multiple regression </a:t>
            </a:r>
          </a:p>
          <a:p>
            <a:pPr marL="0"/>
            <a:r>
              <a:rPr lang="en-US" altLang="en-US"/>
              <a:t>equation is to look at it in two dimensions as a function of a single explanatory variable.</a:t>
            </a:r>
          </a:p>
          <a:p>
            <a:pPr marL="0"/>
            <a:endParaRPr lang="en-US" altLang="en-US"/>
          </a:p>
          <a:p>
            <a:pPr marL="0"/>
            <a:r>
              <a:rPr lang="en-US" altLang="en-US"/>
              <a:t>We can look at it this way by fixing values for the other </a:t>
            </a:r>
          </a:p>
          <a:p>
            <a:pPr marL="0"/>
            <a:r>
              <a:rPr lang="en-US" altLang="en-US"/>
              <a:t>explanatory variable(s).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body" sz="half" idx="4294967295"/>
          </p:nvPr>
        </p:nvSpPr>
        <p:spPr bwMode="auto">
          <a:xfrm>
            <a:off x="727075" y="1541463"/>
            <a:ext cx="7924800" cy="1905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defRPr/>
            </a:pPr>
            <a:r>
              <a:rPr lang="en-US" altLang="en-US" b="1" dirty="0"/>
              <a:t>Example using the housing data:</a:t>
            </a:r>
          </a:p>
          <a:p>
            <a:pPr marL="0">
              <a:defRPr/>
            </a:pPr>
            <a:r>
              <a:rPr lang="en-US" altLang="en-US" dirty="0"/>
              <a:t>Suppose </a:t>
            </a:r>
            <a:r>
              <a:rPr lang="en-US" altLang="en-US" dirty="0">
                <a:solidFill>
                  <a:schemeClr val="tx1"/>
                </a:solidFill>
              </a:rPr>
              <a:t>we fix </a:t>
            </a:r>
            <a:r>
              <a:rPr lang="en-US" altLang="en-US" i="1" dirty="0">
                <a:solidFill>
                  <a:schemeClr val="tx1"/>
                </a:solidFill>
                <a:latin typeface="+mj-lt"/>
              </a:rPr>
              <a:t>x</a:t>
            </a:r>
            <a:r>
              <a:rPr lang="en-US" altLang="en-US" baseline="-25000" dirty="0">
                <a:solidFill>
                  <a:schemeClr val="tx1"/>
                </a:solidFill>
                <a:latin typeface="+mj-lt"/>
              </a:rPr>
              <a:t>1</a:t>
            </a:r>
            <a:r>
              <a:rPr lang="en-US" altLang="en-US" dirty="0">
                <a:solidFill>
                  <a:schemeClr val="tx1"/>
                </a:solidFill>
              </a:rPr>
              <a:t> = house </a:t>
            </a:r>
            <a:r>
              <a:rPr lang="en-US" altLang="en-US" dirty="0"/>
              <a:t>size at the value of 2,000 square feet.</a:t>
            </a:r>
          </a:p>
          <a:p>
            <a:pPr marL="0">
              <a:defRPr/>
            </a:pPr>
            <a:endParaRPr lang="en-US" altLang="en-US" dirty="0"/>
          </a:p>
          <a:p>
            <a:pPr marL="0">
              <a:defRPr/>
            </a:pPr>
            <a:r>
              <a:rPr lang="en-US" altLang="en-US" dirty="0"/>
              <a:t>The prediction equation becomes:</a:t>
            </a:r>
          </a:p>
          <a:p>
            <a:pPr marL="0">
              <a:defRPr/>
            </a:pPr>
            <a:endParaRPr lang="en-US" altLang="en-US" dirty="0"/>
          </a:p>
          <a:p>
            <a:pPr marL="0" algn="ctr">
              <a:defRPr/>
            </a:pPr>
            <a:r>
              <a:rPr lang="cy-GB" altLang="en-US" i="1" dirty="0">
                <a:latin typeface="Times New Roman" panose="02020603050405020304" pitchFamily="18" charset="0"/>
                <a:cs typeface="Times New Roman" panose="02020603050405020304" pitchFamily="18" charset="0"/>
              </a:rPr>
              <a:t>ŷ</a:t>
            </a:r>
            <a:r>
              <a:rPr lang="en-US" altLang="en-US" dirty="0">
                <a:latin typeface="Times New Roman" panose="02020603050405020304" pitchFamily="18" charset="0"/>
                <a:cs typeface="Times New Roman" panose="02020603050405020304" pitchFamily="18" charset="0"/>
              </a:rPr>
              <a:t> = 60,102 + 63.0(2,000) + 15,170(</a:t>
            </a:r>
            <a:r>
              <a:rPr lang="en-US" altLang="en-US" i="1" dirty="0">
                <a:latin typeface="+mj-lt"/>
              </a:rPr>
              <a:t>x</a:t>
            </a:r>
            <a:r>
              <a:rPr lang="en-US" altLang="en-US" baseline="-25000" dirty="0">
                <a:latin typeface="+mj-lt"/>
              </a:rPr>
              <a:t>2</a:t>
            </a:r>
            <a:r>
              <a:rPr lang="en-US" altLang="en-US" dirty="0"/>
              <a:t>).</a:t>
            </a:r>
          </a:p>
        </p:txBody>
      </p:sp>
      <p:sp>
        <p:nvSpPr>
          <p:cNvPr id="28675"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Interpretation of Multiple Regression Coefficients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7"/>
          <p:cNvSpPr>
            <a:spLocks noGrp="1" noChangeArrowheads="1"/>
          </p:cNvSpPr>
          <p:nvPr>
            <p:ph type="body" idx="4294967295"/>
          </p:nvPr>
        </p:nvSpPr>
        <p:spPr bwMode="auto">
          <a:xfrm>
            <a:off x="73025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defRPr/>
            </a:pPr>
            <a:r>
              <a:rPr lang="en-US" altLang="en-US" dirty="0"/>
              <a:t>Since the slope coefficient of </a:t>
            </a:r>
            <a:r>
              <a:rPr lang="en-US" altLang="en-US" i="1" dirty="0">
                <a:latin typeface="+mj-lt"/>
              </a:rPr>
              <a:t>x</a:t>
            </a:r>
            <a:r>
              <a:rPr lang="en-US" altLang="en-US" baseline="-25000" dirty="0">
                <a:latin typeface="+mj-lt"/>
              </a:rPr>
              <a:t>2</a:t>
            </a:r>
            <a:r>
              <a:rPr lang="en-US" altLang="en-US" dirty="0"/>
              <a:t> is 15,170, the predicted </a:t>
            </a:r>
          </a:p>
          <a:p>
            <a:pPr marL="0">
              <a:defRPr/>
            </a:pPr>
            <a:r>
              <a:rPr lang="en-US" altLang="en-US" dirty="0"/>
              <a:t>selling price increases by $15,170 for every </a:t>
            </a:r>
            <a:r>
              <a:rPr lang="en-US" altLang="en-US" dirty="0">
                <a:solidFill>
                  <a:schemeClr val="tx1"/>
                </a:solidFill>
              </a:rPr>
              <a:t>bedroom</a:t>
            </a:r>
            <a:r>
              <a:rPr lang="en-US" altLang="en-US" dirty="0"/>
              <a:t> added.</a:t>
            </a:r>
          </a:p>
          <a:p>
            <a:pPr marL="0">
              <a:defRPr/>
            </a:pPr>
            <a:endParaRPr lang="en-US" altLang="en-US" dirty="0"/>
          </a:p>
          <a:p>
            <a:pPr marL="0" indent="0">
              <a:defRPr/>
            </a:pPr>
            <a:r>
              <a:rPr lang="en-US" altLang="en-US" dirty="0"/>
              <a:t>Likewise, f</a:t>
            </a:r>
            <a:r>
              <a:rPr lang="en-US" dirty="0"/>
              <a:t>or houses with three bedrooms, the predicted selling price increases by $63 for every additional square foot in house size or $6300 for every 100 square foot in size increase.</a:t>
            </a:r>
            <a:endParaRPr lang="en-US" altLang="en-US" dirty="0"/>
          </a:p>
        </p:txBody>
      </p:sp>
      <p:sp>
        <p:nvSpPr>
          <p:cNvPr id="30723"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Interpretation of Multiple Regression Coefficients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bwMode="auto">
          <a:xfrm>
            <a:off x="762000" y="76200"/>
            <a:ext cx="81534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Summarizing the Effect While Controlling for a Variable</a:t>
            </a:r>
          </a:p>
        </p:txBody>
      </p:sp>
      <p:sp>
        <p:nvSpPr>
          <p:cNvPr id="32771" name="Rectangle 3"/>
          <p:cNvSpPr>
            <a:spLocks noGrp="1" noChangeArrowheads="1"/>
          </p:cNvSpPr>
          <p:nvPr>
            <p:ph type="body" idx="4294967295"/>
          </p:nvPr>
        </p:nvSpPr>
        <p:spPr bwMode="auto">
          <a:xfrm>
            <a:off x="755650" y="1719263"/>
            <a:ext cx="7753350" cy="434181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a:t>The multiple regression model assumes that the slope for </a:t>
            </a:r>
          </a:p>
          <a:p>
            <a:pPr marL="0"/>
            <a:r>
              <a:rPr lang="en-US" altLang="en-US"/>
              <a:t>a particular explanatory variable is identical for all fixed </a:t>
            </a:r>
          </a:p>
          <a:p>
            <a:pPr marL="0"/>
            <a:r>
              <a:rPr lang="en-US" altLang="en-US"/>
              <a:t>values of the other explanatory variables.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27"/>
          <p:cNvSpPr>
            <a:spLocks noGrp="1" noChangeArrowheads="1"/>
          </p:cNvSpPr>
          <p:nvPr>
            <p:ph type="body" sz="half" idx="4294967295"/>
          </p:nvPr>
        </p:nvSpPr>
        <p:spPr bwMode="auto">
          <a:xfrm>
            <a:off x="762000" y="1485900"/>
            <a:ext cx="7924800" cy="40433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defRPr/>
            </a:pPr>
            <a:r>
              <a:rPr lang="en-US" altLang="en-US" dirty="0"/>
              <a:t>For example, the coefficient of </a:t>
            </a:r>
            <a:r>
              <a:rPr lang="en-US" altLang="en-US" i="1" dirty="0">
                <a:latin typeface="+mj-lt"/>
              </a:rPr>
              <a:t>x</a:t>
            </a:r>
            <a:r>
              <a:rPr lang="en-US" altLang="en-US" baseline="-25000" dirty="0">
                <a:latin typeface="+mj-lt"/>
              </a:rPr>
              <a:t>1</a:t>
            </a:r>
            <a:r>
              <a:rPr lang="en-US" altLang="en-US" dirty="0"/>
              <a:t> in the prediction equation:</a:t>
            </a:r>
          </a:p>
          <a:p>
            <a:pPr marL="0">
              <a:defRPr/>
            </a:pPr>
            <a:endParaRPr lang="en-US" altLang="en-US" dirty="0"/>
          </a:p>
          <a:p>
            <a:pPr marL="0">
              <a:defRPr/>
            </a:pPr>
            <a:endParaRPr lang="en-US" altLang="en-US" dirty="0"/>
          </a:p>
          <a:p>
            <a:pPr marL="0">
              <a:defRPr/>
            </a:pPr>
            <a:endParaRPr lang="en-US" altLang="en-US" dirty="0"/>
          </a:p>
          <a:p>
            <a:pPr marL="0">
              <a:defRPr/>
            </a:pPr>
            <a:r>
              <a:rPr lang="en-US" altLang="en-US" dirty="0"/>
              <a:t>is 63.0 regardless of whether we plug </a:t>
            </a:r>
            <a:r>
              <a:rPr lang="en-US" altLang="en-US" dirty="0">
                <a:solidFill>
                  <a:schemeClr val="tx1"/>
                </a:solidFill>
              </a:rPr>
              <a:t>in </a:t>
            </a:r>
            <a:r>
              <a:rPr lang="en-US" altLang="en-US" i="1" dirty="0">
                <a:solidFill>
                  <a:schemeClr val="tx1"/>
                </a:solidFill>
                <a:latin typeface="+mj-lt"/>
              </a:rPr>
              <a:t>x</a:t>
            </a:r>
            <a:r>
              <a:rPr lang="en-US" altLang="en-US" baseline="-25000" dirty="0">
                <a:solidFill>
                  <a:schemeClr val="tx1"/>
                </a:solidFill>
                <a:latin typeface="+mj-lt"/>
              </a:rPr>
              <a:t>2</a:t>
            </a:r>
            <a:r>
              <a:rPr lang="en-US" altLang="en-US" dirty="0">
                <a:solidFill>
                  <a:schemeClr val="tx1"/>
                </a:solidFill>
              </a:rPr>
              <a:t> = 1 or  </a:t>
            </a:r>
            <a:r>
              <a:rPr lang="en-US" altLang="en-US" i="1" dirty="0">
                <a:solidFill>
                  <a:schemeClr val="tx1"/>
                </a:solidFill>
                <a:latin typeface="+mj-lt"/>
              </a:rPr>
              <a:t>x</a:t>
            </a:r>
            <a:r>
              <a:rPr lang="en-US" altLang="en-US" baseline="-25000" dirty="0">
                <a:solidFill>
                  <a:schemeClr val="tx1"/>
                </a:solidFill>
                <a:latin typeface="+mj-lt"/>
              </a:rPr>
              <a:t>2</a:t>
            </a:r>
            <a:r>
              <a:rPr lang="en-US" altLang="en-US" dirty="0">
                <a:solidFill>
                  <a:schemeClr val="tx1"/>
                </a:solidFill>
              </a:rPr>
              <a:t> = 2     or </a:t>
            </a:r>
            <a:r>
              <a:rPr lang="en-US" altLang="en-US" i="1" dirty="0">
                <a:solidFill>
                  <a:schemeClr val="tx1"/>
                </a:solidFill>
                <a:latin typeface="+mj-lt"/>
              </a:rPr>
              <a:t>x</a:t>
            </a:r>
            <a:r>
              <a:rPr lang="en-US" altLang="en-US" baseline="-25000" dirty="0">
                <a:solidFill>
                  <a:schemeClr val="tx1"/>
                </a:solidFill>
                <a:latin typeface="+mj-lt"/>
              </a:rPr>
              <a:t>2</a:t>
            </a:r>
            <a:r>
              <a:rPr lang="en-US" altLang="en-US" dirty="0">
                <a:solidFill>
                  <a:schemeClr val="tx1"/>
                </a:solidFill>
              </a:rPr>
              <a:t> = 3.</a:t>
            </a:r>
          </a:p>
        </p:txBody>
      </p:sp>
      <p:sp>
        <p:nvSpPr>
          <p:cNvPr id="34820" name="Rectangle 2"/>
          <p:cNvSpPr>
            <a:spLocks noChangeArrowheads="1"/>
          </p:cNvSpPr>
          <p:nvPr/>
        </p:nvSpPr>
        <p:spPr bwMode="auto">
          <a:xfrm>
            <a:off x="762000" y="762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Summarizing the Effect While Controlling for a Variable</a:t>
            </a:r>
          </a:p>
        </p:txBody>
      </p:sp>
      <p:graphicFrame>
        <p:nvGraphicFramePr>
          <p:cNvPr id="2" name="Object 1"/>
          <p:cNvGraphicFramePr>
            <a:graphicFrameLocks noChangeAspect="1"/>
          </p:cNvGraphicFramePr>
          <p:nvPr/>
        </p:nvGraphicFramePr>
        <p:xfrm>
          <a:off x="2162556" y="2807208"/>
          <a:ext cx="4305300" cy="431800"/>
        </p:xfrm>
        <a:graphic>
          <a:graphicData uri="http://schemas.openxmlformats.org/presentationml/2006/ole">
            <mc:AlternateContent xmlns:mc="http://schemas.openxmlformats.org/markup-compatibility/2006">
              <mc:Choice xmlns:v="urn:schemas-microsoft-com:vml" Requires="v">
                <p:oleObj name="Equation" r:id="rId3" imgW="4305240" imgH="431640" progId="Equation.DSMT4">
                  <p:embed/>
                </p:oleObj>
              </mc:Choice>
              <mc:Fallback>
                <p:oleObj name="Equation" r:id="rId3" imgW="4305240" imgH="4316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2556" y="2807208"/>
                        <a:ext cx="43053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866" name="TextBox 1"/>
              <p:cNvSpPr txBox="1">
                <a:spLocks noChangeArrowheads="1"/>
              </p:cNvSpPr>
              <p:nvPr/>
            </p:nvSpPr>
            <p:spPr bwMode="auto">
              <a:xfrm>
                <a:off x="762000" y="5334000"/>
                <a:ext cx="8153400" cy="8309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Figure 13.2 The Relationship Between </a:t>
                </a:r>
                <a14:m>
                  <m:oMath xmlns:m="http://schemas.openxmlformats.org/officeDocument/2006/math">
                    <m:acc>
                      <m:accPr>
                        <m:chr m:val="̂"/>
                        <m:ctrlPr>
                          <a:rPr lang="en-US" altLang="en-US" sz="1600" b="1" i="1" smtClean="0">
                            <a:solidFill>
                              <a:schemeClr val="tx1"/>
                            </a:solidFill>
                            <a:latin typeface="Cambria Math" panose="02040503050406030204" pitchFamily="18" charset="0"/>
                          </a:rPr>
                        </m:ctrlPr>
                      </m:accPr>
                      <m:e>
                        <m:r>
                          <a:rPr lang="en-US" altLang="en-US" sz="1600" b="1" i="1" smtClean="0">
                            <a:solidFill>
                              <a:schemeClr val="tx1"/>
                            </a:solidFill>
                            <a:latin typeface="Cambria Math" panose="02040503050406030204" pitchFamily="18" charset="0"/>
                          </a:rPr>
                          <m:t>𝒚</m:t>
                        </m:r>
                      </m:e>
                    </m:acc>
                  </m:oMath>
                </a14:m>
                <a:r>
                  <a:rPr lang="en-US" altLang="en-US" sz="1600" b="1" dirty="0">
                    <a:solidFill>
                      <a:schemeClr val="tx1"/>
                    </a:solidFill>
                    <a:latin typeface="Arial" panose="020B0604020202020204" pitchFamily="34" charset="0"/>
                  </a:rPr>
                  <a:t> and </a:t>
                </a:r>
                <a:r>
                  <a:rPr lang="en-US" altLang="en-US" sz="1600" b="1" i="1" dirty="0">
                    <a:solidFill>
                      <a:schemeClr val="tx1"/>
                    </a:solidFill>
                    <a:latin typeface="+mj-lt"/>
                  </a:rPr>
                  <a:t>x</a:t>
                </a:r>
                <a:r>
                  <a:rPr lang="en-US" altLang="en-US" sz="1600" b="1" baseline="-25000" dirty="0">
                    <a:solidFill>
                      <a:schemeClr val="tx1"/>
                    </a:solidFill>
                    <a:latin typeface="Arial" panose="020B0604020202020204" pitchFamily="34" charset="0"/>
                  </a:rPr>
                  <a:t>1</a:t>
                </a:r>
                <a:r>
                  <a:rPr lang="en-US" altLang="en-US" sz="1600" b="1" dirty="0">
                    <a:solidFill>
                      <a:schemeClr val="tx1"/>
                    </a:solidFill>
                    <a:latin typeface="Arial" panose="020B0604020202020204" pitchFamily="34" charset="0"/>
                  </a:rPr>
                  <a:t> for the Multiple Regression Equation </a:t>
                </a:r>
                <a14:m>
                  <m:oMath xmlns:m="http://schemas.openxmlformats.org/officeDocument/2006/math">
                    <m:acc>
                      <m:accPr>
                        <m:chr m:val="̂"/>
                        <m:ctrlPr>
                          <a:rPr lang="en-US" altLang="en-US" sz="1600" b="1" i="1" smtClean="0">
                            <a:solidFill>
                              <a:schemeClr val="tx1"/>
                            </a:solidFill>
                            <a:latin typeface="Cambria Math" panose="02040503050406030204" pitchFamily="18" charset="0"/>
                          </a:rPr>
                        </m:ctrlPr>
                      </m:accPr>
                      <m:e>
                        <m:r>
                          <a:rPr lang="en-US" altLang="en-US" sz="1600" b="1" i="1" smtClean="0">
                            <a:solidFill>
                              <a:schemeClr val="tx1"/>
                            </a:solidFill>
                            <a:latin typeface="Cambria Math" panose="02040503050406030204" pitchFamily="18" charset="0"/>
                          </a:rPr>
                          <m:t>𝒚</m:t>
                        </m:r>
                      </m:e>
                    </m:acc>
                    <m:r>
                      <a:rPr lang="en-US" altLang="en-US" sz="1600" b="1" i="1" smtClean="0">
                        <a:solidFill>
                          <a:schemeClr val="tx1"/>
                        </a:solidFill>
                        <a:latin typeface="Cambria Math" panose="02040503050406030204" pitchFamily="18" charset="0"/>
                      </a:rPr>
                      <m:t>=</m:t>
                    </m:r>
                    <m:r>
                      <a:rPr lang="en-US" altLang="en-US" sz="1600" b="1" i="1" smtClean="0">
                        <a:solidFill>
                          <a:schemeClr val="tx1"/>
                        </a:solidFill>
                        <a:latin typeface="Cambria Math" panose="02040503050406030204" pitchFamily="18" charset="0"/>
                      </a:rPr>
                      <m:t>𝟔𝟎</m:t>
                    </m:r>
                    <m:r>
                      <a:rPr lang="en-US" altLang="en-US" sz="1600" b="1" i="1" smtClean="0">
                        <a:solidFill>
                          <a:schemeClr val="tx1"/>
                        </a:solidFill>
                        <a:latin typeface="Cambria Math" panose="02040503050406030204" pitchFamily="18" charset="0"/>
                      </a:rPr>
                      <m:t>,</m:t>
                    </m:r>
                    <m:r>
                      <a:rPr lang="en-US" altLang="en-US" sz="1600" b="1" i="1" smtClean="0">
                        <a:solidFill>
                          <a:schemeClr val="tx1"/>
                        </a:solidFill>
                        <a:latin typeface="Cambria Math" panose="02040503050406030204" pitchFamily="18" charset="0"/>
                      </a:rPr>
                      <m:t>𝟏𝟎𝟐</m:t>
                    </m:r>
                    <m:r>
                      <a:rPr lang="en-US" altLang="en-US" sz="1600" b="1" i="1" smtClean="0">
                        <a:solidFill>
                          <a:schemeClr val="tx1"/>
                        </a:solidFill>
                        <a:latin typeface="Cambria Math" panose="02040503050406030204" pitchFamily="18" charset="0"/>
                      </a:rPr>
                      <m:t>+</m:t>
                    </m:r>
                    <m:r>
                      <a:rPr lang="en-US" altLang="en-US" sz="1600" b="1" i="1" smtClean="0">
                        <a:solidFill>
                          <a:schemeClr val="tx1"/>
                        </a:solidFill>
                        <a:latin typeface="Cambria Math" panose="02040503050406030204" pitchFamily="18" charset="0"/>
                      </a:rPr>
                      <m:t>𝟔𝟑</m:t>
                    </m:r>
                    <m:r>
                      <a:rPr lang="en-US" altLang="en-US" sz="1600" b="1" i="1" smtClean="0">
                        <a:solidFill>
                          <a:schemeClr val="tx1"/>
                        </a:solidFill>
                        <a:latin typeface="Cambria Math" panose="02040503050406030204" pitchFamily="18" charset="0"/>
                      </a:rPr>
                      <m:t>.</m:t>
                    </m:r>
                    <m:r>
                      <a:rPr lang="en-US" altLang="en-US" sz="1600" b="1" i="1" smtClean="0">
                        <a:solidFill>
                          <a:schemeClr val="tx1"/>
                        </a:solidFill>
                        <a:latin typeface="Cambria Math" panose="02040503050406030204" pitchFamily="18" charset="0"/>
                      </a:rPr>
                      <m:t>𝟎</m:t>
                    </m:r>
                    <m:r>
                      <a:rPr lang="en-US" altLang="en-US" sz="1600" b="1" i="1" smtClean="0">
                        <a:solidFill>
                          <a:schemeClr val="tx1"/>
                        </a:solidFill>
                        <a:latin typeface="Cambria Math" panose="02040503050406030204" pitchFamily="18" charset="0"/>
                      </a:rPr>
                      <m:t>𝒙</m:t>
                    </m:r>
                    <m:r>
                      <a:rPr lang="en-US" altLang="en-US" sz="1600" b="1" i="1" baseline="-25000" smtClean="0">
                        <a:solidFill>
                          <a:schemeClr val="tx1"/>
                        </a:solidFill>
                        <a:latin typeface="Cambria Math" panose="02040503050406030204" pitchFamily="18" charset="0"/>
                      </a:rPr>
                      <m:t>𝟏</m:t>
                    </m:r>
                    <m:r>
                      <a:rPr lang="en-US" altLang="en-US" sz="1600" b="1" i="1" smtClean="0">
                        <a:solidFill>
                          <a:schemeClr val="tx1"/>
                        </a:solidFill>
                        <a:latin typeface="Cambria Math" panose="02040503050406030204" pitchFamily="18" charset="0"/>
                      </a:rPr>
                      <m:t>+</m:t>
                    </m:r>
                    <m:r>
                      <a:rPr lang="en-US" altLang="en-US" sz="1600" b="1" i="1" smtClean="0">
                        <a:solidFill>
                          <a:schemeClr val="tx1"/>
                        </a:solidFill>
                        <a:latin typeface="Cambria Math" panose="02040503050406030204" pitchFamily="18" charset="0"/>
                      </a:rPr>
                      <m:t>𝟏𝟓</m:t>
                    </m:r>
                    <m:r>
                      <a:rPr lang="en-US" altLang="en-US" sz="1600" b="1" i="1" smtClean="0">
                        <a:solidFill>
                          <a:schemeClr val="tx1"/>
                        </a:solidFill>
                        <a:latin typeface="Cambria Math" panose="02040503050406030204" pitchFamily="18" charset="0"/>
                      </a:rPr>
                      <m:t>,</m:t>
                    </m:r>
                    <m:r>
                      <a:rPr lang="en-US" altLang="en-US" sz="1600" b="1" i="1" smtClean="0">
                        <a:solidFill>
                          <a:schemeClr val="tx1"/>
                        </a:solidFill>
                        <a:latin typeface="Cambria Math" panose="02040503050406030204" pitchFamily="18" charset="0"/>
                      </a:rPr>
                      <m:t>𝟏𝟕𝟎</m:t>
                    </m:r>
                    <m:r>
                      <a:rPr lang="en-US" altLang="en-US" sz="1600" b="1" i="1" smtClean="0">
                        <a:solidFill>
                          <a:schemeClr val="tx1"/>
                        </a:solidFill>
                        <a:latin typeface="Cambria Math" panose="02040503050406030204" pitchFamily="18" charset="0"/>
                      </a:rPr>
                      <m:t>𝒙</m:t>
                    </m:r>
                    <m:r>
                      <a:rPr lang="en-US" altLang="en-US" sz="1600" b="1" i="1" baseline="-25000" smtClean="0">
                        <a:solidFill>
                          <a:schemeClr val="tx1"/>
                        </a:solidFill>
                        <a:latin typeface="Cambria Math" panose="02040503050406030204" pitchFamily="18" charset="0"/>
                      </a:rPr>
                      <m:t>𝟐</m:t>
                    </m:r>
                  </m:oMath>
                </a14:m>
                <a:r>
                  <a:rPr lang="en-US" altLang="en-US" sz="1600" b="1" dirty="0">
                    <a:solidFill>
                      <a:schemeClr val="tx1"/>
                    </a:solidFill>
                    <a:latin typeface="Arial" panose="020B0604020202020204" pitchFamily="34" charset="0"/>
                  </a:rPr>
                  <a:t>. </a:t>
                </a:r>
                <a:r>
                  <a:rPr lang="en-US" altLang="en-US" sz="1600" dirty="0">
                    <a:solidFill>
                      <a:schemeClr val="tx1"/>
                    </a:solidFill>
                    <a:latin typeface="Arial" panose="020B0604020202020204" pitchFamily="34" charset="0"/>
                  </a:rPr>
                  <a:t>This shows how the equation simplifies when number of bedrooms </a:t>
                </a:r>
                <a:r>
                  <a:rPr lang="en-US" altLang="en-US" sz="1600" i="1" dirty="0">
                    <a:solidFill>
                      <a:schemeClr val="tx1"/>
                    </a:solidFill>
                    <a:latin typeface="+mj-lt"/>
                  </a:rPr>
                  <a:t>x</a:t>
                </a:r>
                <a:r>
                  <a:rPr lang="en-US" altLang="en-US" sz="1600" baseline="-25000" dirty="0">
                    <a:solidFill>
                      <a:schemeClr val="tx1"/>
                    </a:solidFill>
                    <a:latin typeface="Arial" panose="020B0604020202020204" pitchFamily="34" charset="0"/>
                  </a:rPr>
                  <a:t>2 </a:t>
                </a:r>
                <a:r>
                  <a:rPr lang="en-US" altLang="en-US" sz="1600" dirty="0">
                    <a:solidFill>
                      <a:schemeClr val="tx1"/>
                    </a:solidFill>
                    <a:latin typeface="Arial" panose="020B0604020202020204" pitchFamily="34" charset="0"/>
                  </a:rPr>
                  <a:t>= 1 (red line), or </a:t>
                </a:r>
                <a:r>
                  <a:rPr lang="en-US" altLang="en-US" sz="1600" i="1" dirty="0">
                    <a:solidFill>
                      <a:schemeClr val="tx1"/>
                    </a:solidFill>
                    <a:latin typeface="+mj-lt"/>
                  </a:rPr>
                  <a:t>x</a:t>
                </a:r>
                <a:r>
                  <a:rPr lang="en-US" altLang="en-US" sz="1600" baseline="-25000" dirty="0">
                    <a:solidFill>
                      <a:schemeClr val="tx1"/>
                    </a:solidFill>
                    <a:latin typeface="Arial" panose="020B0604020202020204" pitchFamily="34" charset="0"/>
                  </a:rPr>
                  <a:t>2 </a:t>
                </a:r>
                <a:r>
                  <a:rPr lang="en-US" altLang="en-US" sz="1600" dirty="0">
                    <a:solidFill>
                      <a:schemeClr val="tx1"/>
                    </a:solidFill>
                    <a:latin typeface="Arial" panose="020B0604020202020204" pitchFamily="34" charset="0"/>
                  </a:rPr>
                  <a:t>= 2 (blue line), or </a:t>
                </a:r>
                <a:r>
                  <a:rPr lang="en-US" altLang="en-US" sz="1600" i="1" dirty="0">
                    <a:solidFill>
                      <a:schemeClr val="tx1"/>
                    </a:solidFill>
                    <a:latin typeface="+mj-lt"/>
                  </a:rPr>
                  <a:t>x</a:t>
                </a:r>
                <a:r>
                  <a:rPr lang="en-US" altLang="en-US" sz="1600" baseline="-25000" dirty="0">
                    <a:solidFill>
                      <a:schemeClr val="tx1"/>
                    </a:solidFill>
                    <a:latin typeface="Arial" panose="020B0604020202020204" pitchFamily="34" charset="0"/>
                  </a:rPr>
                  <a:t>2 </a:t>
                </a:r>
                <a:r>
                  <a:rPr lang="en-US" altLang="en-US" sz="1600" dirty="0">
                    <a:solidFill>
                      <a:schemeClr val="tx1"/>
                    </a:solidFill>
                    <a:latin typeface="Arial" panose="020B0604020202020204" pitchFamily="34" charset="0"/>
                  </a:rPr>
                  <a:t>= 3(green line).</a:t>
                </a:r>
              </a:p>
            </p:txBody>
          </p:sp>
        </mc:Choice>
        <mc:Fallback xmlns="">
          <p:sp>
            <p:nvSpPr>
              <p:cNvPr id="36866" name="TextBox 1"/>
              <p:cNvSpPr txBox="1">
                <a:spLocks noRot="1" noChangeAspect="1" noMove="1" noResize="1" noEditPoints="1" noAdjustHandles="1" noChangeArrowheads="1" noChangeShapeType="1" noTextEdit="1"/>
              </p:cNvSpPr>
              <p:nvPr/>
            </p:nvSpPr>
            <p:spPr bwMode="auto">
              <a:xfrm>
                <a:off x="762000" y="5334000"/>
                <a:ext cx="8153400" cy="830997"/>
              </a:xfrm>
              <a:prstGeom prst="rect">
                <a:avLst/>
              </a:prstGeom>
              <a:blipFill>
                <a:blip r:embed="rId3" cstate="print"/>
                <a:stretch>
                  <a:fillRect l="-374" t="-2206" b="-882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6867" name="Rectangle 2"/>
          <p:cNvSpPr>
            <a:spLocks noChangeArrowheads="1"/>
          </p:cNvSpPr>
          <p:nvPr/>
        </p:nvSpPr>
        <p:spPr bwMode="auto">
          <a:xfrm>
            <a:off x="762000" y="762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Summarizing the Effect While Controlling for a Variable</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5524" y="1308100"/>
            <a:ext cx="7077075" cy="39433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782F26-EE88-05E7-7989-B1A98C634B41}"/>
              </a:ext>
            </a:extLst>
          </p:cNvPr>
          <p:cNvSpPr>
            <a:spLocks noGrp="1"/>
          </p:cNvSpPr>
          <p:nvPr>
            <p:ph type="body" sz="quarter" idx="10"/>
          </p:nvPr>
        </p:nvSpPr>
        <p:spPr/>
        <p:txBody>
          <a:bodyPr/>
          <a:lstStyle/>
          <a:p>
            <a:pPr algn="ctr">
              <a:spcBef>
                <a:spcPts val="700"/>
              </a:spcBef>
              <a:buClr>
                <a:srgbClr val="000000"/>
              </a:buClr>
              <a:buSzPct val="100000"/>
              <a:buFont typeface="Times New Roman" panose="02020603050405020304" pitchFamily="18" charset="0"/>
              <a:buNone/>
            </a:pPr>
            <a:r>
              <a:rPr lang="en-US" altLang="en-US" sz="3600" dirty="0">
                <a:latin typeface="Arial" panose="020B0604020202020204" pitchFamily="34" charset="0"/>
              </a:rPr>
              <a:t>Extending the Correlation and</a:t>
            </a:r>
          </a:p>
          <a:p>
            <a:pPr algn="ctr">
              <a:spcBef>
                <a:spcPts val="700"/>
              </a:spcBef>
              <a:buClr>
                <a:srgbClr val="000000"/>
              </a:buClr>
              <a:buSzPct val="100000"/>
              <a:buFont typeface="Times New Roman" panose="02020603050405020304" pitchFamily="18" charset="0"/>
              <a:buNone/>
            </a:pPr>
            <a:r>
              <a:rPr lang="en-US" altLang="en-US" sz="3600" i="1" dirty="0">
                <a:latin typeface="Arial" panose="020B0604020202020204" pitchFamily="34" charset="0"/>
              </a:rPr>
              <a:t>R</a:t>
            </a:r>
            <a:r>
              <a:rPr lang="en-US" altLang="en-US" sz="3600" baseline="30000" dirty="0">
                <a:latin typeface="Arial" panose="020B0604020202020204" pitchFamily="34" charset="0"/>
              </a:rPr>
              <a:t>2</a:t>
            </a:r>
            <a:r>
              <a:rPr lang="en-US" altLang="en-US" sz="3600" dirty="0">
                <a:latin typeface="Arial" panose="020B0604020202020204" pitchFamily="34" charset="0"/>
              </a:rPr>
              <a:t> for Multiple Regression</a:t>
            </a:r>
          </a:p>
          <a:p>
            <a:endParaRPr lang="en-US" dirty="0"/>
          </a:p>
        </p:txBody>
      </p:sp>
    </p:spTree>
    <p:extLst>
      <p:ext uri="{BB962C8B-B14F-4D97-AF65-F5344CB8AC3E}">
        <p14:creationId xmlns:p14="http://schemas.microsoft.com/office/powerpoint/2010/main" val="2239851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body" idx="4294967295"/>
          </p:nvPr>
        </p:nvSpPr>
        <p:spPr bwMode="auto">
          <a:xfrm>
            <a:off x="704850" y="14859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To summarize how well a multiple regression model </a:t>
            </a:r>
          </a:p>
          <a:p>
            <a:pPr marL="0"/>
            <a:r>
              <a:rPr lang="en-US" altLang="en-US" dirty="0"/>
              <a:t>predicts </a:t>
            </a:r>
            <a:r>
              <a:rPr lang="en-US" altLang="en-US" i="1" dirty="0">
                <a:latin typeface="+mj-lt"/>
              </a:rPr>
              <a:t>y</a:t>
            </a:r>
            <a:r>
              <a:rPr lang="en-US" altLang="en-US" dirty="0"/>
              <a:t>, we analyze how well the observed </a:t>
            </a:r>
            <a:r>
              <a:rPr lang="en-US" altLang="en-US" i="1" dirty="0">
                <a:latin typeface="+mj-lt"/>
              </a:rPr>
              <a:t>y</a:t>
            </a:r>
            <a:r>
              <a:rPr lang="en-US" altLang="en-US" dirty="0"/>
              <a:t> values </a:t>
            </a:r>
          </a:p>
          <a:p>
            <a:pPr marL="0"/>
            <a:r>
              <a:rPr lang="en-US" altLang="en-US" dirty="0"/>
              <a:t>correlate with the predicted </a:t>
            </a:r>
            <a:r>
              <a:rPr lang="cy-GB" altLang="en-US" i="1" dirty="0">
                <a:latin typeface="Times New Roman" panose="02020603050405020304" pitchFamily="18" charset="0"/>
                <a:cs typeface="Times New Roman" panose="02020603050405020304" pitchFamily="18" charset="0"/>
              </a:rPr>
              <a:t>ŷ</a:t>
            </a:r>
            <a:r>
              <a:rPr lang="en-US" altLang="en-US" dirty="0"/>
              <a:t> values.</a:t>
            </a:r>
          </a:p>
          <a:p>
            <a:pPr marL="0"/>
            <a:endParaRPr lang="en-US" altLang="en-US" dirty="0"/>
          </a:p>
          <a:p>
            <a:pPr marL="0"/>
            <a:r>
              <a:rPr lang="en-US" altLang="en-US" dirty="0"/>
              <a:t>The </a:t>
            </a:r>
            <a:r>
              <a:rPr lang="en-US" altLang="en-US" b="1" dirty="0"/>
              <a:t>multiple correlation </a:t>
            </a:r>
            <a:r>
              <a:rPr lang="en-US" altLang="en-US" dirty="0"/>
              <a:t>is the correlation between the </a:t>
            </a:r>
          </a:p>
          <a:p>
            <a:pPr marL="0"/>
            <a:r>
              <a:rPr lang="en-US" altLang="en-US" dirty="0"/>
              <a:t>observed </a:t>
            </a:r>
            <a:r>
              <a:rPr lang="en-US" altLang="en-US" i="1" dirty="0">
                <a:latin typeface="+mj-lt"/>
              </a:rPr>
              <a:t>y</a:t>
            </a:r>
            <a:r>
              <a:rPr lang="en-US" altLang="en-US" dirty="0"/>
              <a:t> values and the predicted </a:t>
            </a:r>
            <a:r>
              <a:rPr lang="cy-GB" altLang="en-US" i="1" dirty="0">
                <a:latin typeface="Times New Roman" panose="02020603050405020304" pitchFamily="18" charset="0"/>
                <a:cs typeface="Times New Roman" panose="02020603050405020304" pitchFamily="18" charset="0"/>
              </a:rPr>
              <a:t>ŷ</a:t>
            </a:r>
            <a:r>
              <a:rPr lang="en-US" altLang="en-US" dirty="0"/>
              <a:t> values. It is denoted by </a:t>
            </a:r>
            <a:r>
              <a:rPr lang="en-US" altLang="en-US" i="1" dirty="0">
                <a:latin typeface="+mj-lt"/>
              </a:rPr>
              <a:t>R</a:t>
            </a:r>
            <a:r>
              <a:rPr lang="en-US" altLang="en-US" i="1" dirty="0"/>
              <a:t>.</a:t>
            </a:r>
          </a:p>
        </p:txBody>
      </p:sp>
      <p:sp>
        <p:nvSpPr>
          <p:cNvPr id="39939" name="Rectangle 2"/>
          <p:cNvSpPr>
            <a:spLocks noGrp="1" noChangeArrowheads="1"/>
          </p:cNvSpPr>
          <p:nvPr>
            <p:ph type="title" idx="4294967295"/>
          </p:nvPr>
        </p:nvSpPr>
        <p:spPr bwMode="auto">
          <a:xfrm>
            <a:off x="762000" y="165100"/>
            <a:ext cx="8001000" cy="7429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dirty="0">
                <a:latin typeface="Arial" panose="020B0604020202020204" pitchFamily="34" charset="0"/>
              </a:rPr>
              <a:t>Multiple Correlation, </a:t>
            </a:r>
            <a:r>
              <a:rPr lang="en-US" altLang="en-US" b="1" i="1" dirty="0">
                <a:latin typeface="Arial" panose="020B0604020202020204" pitchFamily="34" charset="0"/>
              </a:rPr>
              <a:t>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sz="half" idx="4294967295"/>
          </p:nvPr>
        </p:nvSpPr>
        <p:spPr bwMode="auto">
          <a:xfrm>
            <a:off x="635000" y="1600200"/>
            <a:ext cx="7972425" cy="16938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lnSpc>
                <a:spcPct val="90000"/>
              </a:lnSpc>
              <a:buFont typeface="Wingdings" panose="05000000000000000000" pitchFamily="2" charset="2"/>
              <a:buChar char="§"/>
            </a:pPr>
            <a:r>
              <a:rPr lang="en-US" altLang="en-US" dirty="0"/>
              <a:t>For each subject, the regression equation provides a </a:t>
            </a:r>
          </a:p>
          <a:p>
            <a:pPr marL="0">
              <a:lnSpc>
                <a:spcPct val="90000"/>
              </a:lnSpc>
            </a:pPr>
            <a:r>
              <a:rPr lang="en-US" altLang="en-US" dirty="0"/>
              <a:t>    predicted value.</a:t>
            </a:r>
            <a:br>
              <a:rPr lang="en-US" altLang="en-US" dirty="0"/>
            </a:br>
            <a:endParaRPr lang="en-US" altLang="en-US" dirty="0"/>
          </a:p>
          <a:p>
            <a:pPr>
              <a:lnSpc>
                <a:spcPct val="90000"/>
              </a:lnSpc>
              <a:buFont typeface="Wingdings" panose="05000000000000000000" pitchFamily="2" charset="2"/>
              <a:buChar char="§"/>
            </a:pPr>
            <a:r>
              <a:rPr lang="en-US" altLang="en-US" dirty="0"/>
              <a:t>Each subject has an observed </a:t>
            </a:r>
            <a:r>
              <a:rPr lang="en-US" altLang="en-US" i="1" dirty="0">
                <a:solidFill>
                  <a:schemeClr val="tx1"/>
                </a:solidFill>
                <a:latin typeface="+mj-lt"/>
              </a:rPr>
              <a:t>y</a:t>
            </a:r>
            <a:r>
              <a:rPr lang="en-US" altLang="en-US" dirty="0">
                <a:solidFill>
                  <a:schemeClr val="tx1"/>
                </a:solidFill>
              </a:rPr>
              <a:t> value and a predicted </a:t>
            </a:r>
            <a:r>
              <a:rPr lang="en-US" altLang="en-US" i="1" dirty="0">
                <a:solidFill>
                  <a:schemeClr val="tx1"/>
                </a:solidFill>
                <a:latin typeface="+mj-lt"/>
              </a:rPr>
              <a:t>y</a:t>
            </a:r>
            <a:r>
              <a:rPr lang="en-US" altLang="en-US" dirty="0">
                <a:solidFill>
                  <a:schemeClr val="tx1"/>
                </a:solidFill>
              </a:rPr>
              <a:t> value.</a:t>
            </a:r>
          </a:p>
        </p:txBody>
      </p:sp>
      <p:sp>
        <p:nvSpPr>
          <p:cNvPr id="41987" name="TextBox 1"/>
          <p:cNvSpPr txBox="1">
            <a:spLocks noChangeArrowheads="1"/>
          </p:cNvSpPr>
          <p:nvPr/>
        </p:nvSpPr>
        <p:spPr bwMode="auto">
          <a:xfrm>
            <a:off x="685800" y="5386345"/>
            <a:ext cx="81534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Table 13.4 Selling Prices and Their Predicted Values. </a:t>
            </a:r>
            <a:r>
              <a:rPr lang="en-US" altLang="en-US" sz="1600" dirty="0">
                <a:solidFill>
                  <a:schemeClr val="tx1"/>
                </a:solidFill>
                <a:latin typeface="Arial" panose="020B0604020202020204" pitchFamily="34" charset="0"/>
              </a:rPr>
              <a:t>These values refer to the two home sales listed in Table 13.1. The predictors are </a:t>
            </a:r>
            <a:r>
              <a:rPr lang="en-US" altLang="en-US" sz="1600" i="1" dirty="0">
                <a:solidFill>
                  <a:schemeClr val="tx1"/>
                </a:solidFill>
                <a:latin typeface="+mj-lt"/>
              </a:rPr>
              <a:t>x</a:t>
            </a:r>
            <a:r>
              <a:rPr lang="en-US" altLang="en-US" sz="1600" baseline="-25000" dirty="0">
                <a:solidFill>
                  <a:schemeClr val="tx1"/>
                </a:solidFill>
                <a:latin typeface="Arial" panose="020B0604020202020204" pitchFamily="34" charset="0"/>
              </a:rPr>
              <a:t>1</a:t>
            </a:r>
            <a:r>
              <a:rPr lang="en-US" altLang="en-US" sz="1600" dirty="0">
                <a:solidFill>
                  <a:schemeClr val="tx1"/>
                </a:solidFill>
                <a:latin typeface="Arial" panose="020B0604020202020204" pitchFamily="34" charset="0"/>
              </a:rPr>
              <a:t> = house size and </a:t>
            </a:r>
            <a:r>
              <a:rPr lang="en-US" altLang="en-US" sz="1600" i="1" dirty="0">
                <a:solidFill>
                  <a:schemeClr val="tx1"/>
                </a:solidFill>
                <a:latin typeface="+mj-lt"/>
              </a:rPr>
              <a:t>x</a:t>
            </a:r>
            <a:r>
              <a:rPr lang="en-US" altLang="en-US" sz="1600" baseline="-25000" dirty="0">
                <a:solidFill>
                  <a:schemeClr val="tx1"/>
                </a:solidFill>
                <a:latin typeface="Arial" panose="020B0604020202020204" pitchFamily="34" charset="0"/>
              </a:rPr>
              <a:t>2</a:t>
            </a:r>
            <a:r>
              <a:rPr lang="en-US" altLang="en-US" sz="1600" dirty="0">
                <a:solidFill>
                  <a:schemeClr val="tx1"/>
                </a:solidFill>
                <a:latin typeface="Arial" panose="020B0604020202020204" pitchFamily="34" charset="0"/>
              </a:rPr>
              <a:t> = number of bedrooms.</a:t>
            </a:r>
          </a:p>
        </p:txBody>
      </p:sp>
      <p:sp>
        <p:nvSpPr>
          <p:cNvPr id="41988" name="Rectangle 2"/>
          <p:cNvSpPr>
            <a:spLocks noChangeArrowheads="1"/>
          </p:cNvSpPr>
          <p:nvPr/>
        </p:nvSpPr>
        <p:spPr bwMode="auto">
          <a:xfrm>
            <a:off x="762000" y="165100"/>
            <a:ext cx="80010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Multiple Correlation</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800" y="3895344"/>
            <a:ext cx="7801356" cy="13560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body" idx="4294967295"/>
          </p:nvPr>
        </p:nvSpPr>
        <p:spPr bwMode="auto">
          <a:xfrm>
            <a:off x="735013"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The correlation computed between all pairs of observed </a:t>
            </a:r>
          </a:p>
          <a:p>
            <a:pPr marL="0"/>
            <a:r>
              <a:rPr lang="en-US" altLang="en-US" i="1" dirty="0">
                <a:solidFill>
                  <a:schemeClr val="tx1"/>
                </a:solidFill>
                <a:latin typeface="+mj-lt"/>
              </a:rPr>
              <a:t>y </a:t>
            </a:r>
            <a:r>
              <a:rPr lang="en-US" altLang="en-US" dirty="0">
                <a:solidFill>
                  <a:schemeClr val="tx1"/>
                </a:solidFill>
              </a:rPr>
              <a:t>values and predicted </a:t>
            </a:r>
            <a:r>
              <a:rPr lang="en-US" altLang="en-US" i="1" dirty="0">
                <a:solidFill>
                  <a:schemeClr val="tx1"/>
                </a:solidFill>
                <a:latin typeface="+mj-lt"/>
              </a:rPr>
              <a:t>y</a:t>
            </a:r>
            <a:r>
              <a:rPr lang="en-US" altLang="en-US" dirty="0">
                <a:solidFill>
                  <a:schemeClr val="tx1"/>
                </a:solidFill>
              </a:rPr>
              <a:t> values </a:t>
            </a:r>
            <a:r>
              <a:rPr lang="en-US" altLang="en-US" dirty="0"/>
              <a:t>is the multiple </a:t>
            </a:r>
          </a:p>
          <a:p>
            <a:pPr marL="0"/>
            <a:r>
              <a:rPr lang="en-US" altLang="en-US" dirty="0"/>
              <a:t>correlation, </a:t>
            </a:r>
            <a:r>
              <a:rPr lang="en-US" altLang="en-US" i="1" dirty="0">
                <a:latin typeface="+mj-lt"/>
              </a:rPr>
              <a:t>R</a:t>
            </a:r>
            <a:r>
              <a:rPr lang="en-US" altLang="en-US" i="1" dirty="0"/>
              <a:t>.</a:t>
            </a:r>
          </a:p>
          <a:p>
            <a:pPr marL="0"/>
            <a:endParaRPr lang="en-US" altLang="en-US" dirty="0"/>
          </a:p>
          <a:p>
            <a:pPr marL="0"/>
            <a:r>
              <a:rPr lang="en-US" altLang="en-US" dirty="0"/>
              <a:t>The larger the multiple correlation, the better are the </a:t>
            </a:r>
          </a:p>
          <a:p>
            <a:pPr marL="0"/>
            <a:r>
              <a:rPr lang="en-US" altLang="en-US" dirty="0"/>
              <a:t>predictions of </a:t>
            </a:r>
            <a:r>
              <a:rPr lang="en-US" altLang="en-US" i="1" dirty="0">
                <a:latin typeface="+mj-lt"/>
              </a:rPr>
              <a:t>y</a:t>
            </a:r>
            <a:r>
              <a:rPr lang="en-US" altLang="en-US" dirty="0"/>
              <a:t> by the set of explanatory variables.</a:t>
            </a:r>
          </a:p>
        </p:txBody>
      </p:sp>
      <p:sp>
        <p:nvSpPr>
          <p:cNvPr id="44035" name="Rectangle 2"/>
          <p:cNvSpPr>
            <a:spLocks noChangeArrowheads="1"/>
          </p:cNvSpPr>
          <p:nvPr/>
        </p:nvSpPr>
        <p:spPr bwMode="auto">
          <a:xfrm>
            <a:off x="762000" y="165100"/>
            <a:ext cx="80010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Multiple Correlation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body" idx="4294967295"/>
          </p:nvPr>
        </p:nvSpPr>
        <p:spPr bwMode="auto">
          <a:xfrm>
            <a:off x="6858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i="1" dirty="0">
                <a:solidFill>
                  <a:schemeClr val="tx1"/>
                </a:solidFill>
                <a:latin typeface="+mj-lt"/>
              </a:rPr>
              <a:t>R </a:t>
            </a:r>
            <a:r>
              <a:rPr lang="en-US" altLang="en-US" dirty="0">
                <a:solidFill>
                  <a:schemeClr val="tx1"/>
                </a:solidFill>
              </a:rPr>
              <a:t>always </a:t>
            </a:r>
            <a:r>
              <a:rPr lang="en-US" altLang="en-US" i="1" dirty="0"/>
              <a:t>falls between 0 and 1.</a:t>
            </a:r>
          </a:p>
          <a:p>
            <a:pPr marL="0"/>
            <a:endParaRPr lang="en-US" altLang="en-US" dirty="0"/>
          </a:p>
          <a:p>
            <a:pPr marL="0"/>
            <a:r>
              <a:rPr lang="en-US" altLang="en-US" dirty="0"/>
              <a:t>In this way, the multiple correlation ‘</a:t>
            </a:r>
            <a:r>
              <a:rPr lang="en-US" altLang="en-US" i="1" dirty="0">
                <a:latin typeface="+mj-lt"/>
              </a:rPr>
              <a:t>R</a:t>
            </a:r>
            <a:r>
              <a:rPr lang="en-US" altLang="en-US" dirty="0"/>
              <a:t>’ differs from the </a:t>
            </a:r>
          </a:p>
          <a:p>
            <a:pPr marL="0"/>
            <a:r>
              <a:rPr lang="en-US" altLang="en-US" dirty="0"/>
              <a:t>bivariate correlation ‘</a:t>
            </a:r>
            <a:r>
              <a:rPr lang="en-US" altLang="en-US" i="1" dirty="0">
                <a:latin typeface="+mj-lt"/>
              </a:rPr>
              <a:t>r</a:t>
            </a:r>
            <a:r>
              <a:rPr lang="en-US" altLang="en-US" dirty="0"/>
              <a:t>’ between </a:t>
            </a:r>
            <a:r>
              <a:rPr lang="en-US" altLang="en-US" i="1" dirty="0">
                <a:latin typeface="+mj-lt"/>
              </a:rPr>
              <a:t>y</a:t>
            </a:r>
            <a:r>
              <a:rPr lang="en-US" altLang="en-US" dirty="0"/>
              <a:t> and a single variable </a:t>
            </a:r>
            <a:r>
              <a:rPr lang="en-US" altLang="en-US" i="1" dirty="0">
                <a:latin typeface="+mj-lt"/>
              </a:rPr>
              <a:t>x</a:t>
            </a:r>
            <a:r>
              <a:rPr lang="en-US" altLang="en-US" dirty="0"/>
              <a:t>, </a:t>
            </a:r>
          </a:p>
          <a:p>
            <a:pPr marL="0"/>
            <a:r>
              <a:rPr lang="en-US" altLang="en-US" dirty="0"/>
              <a:t>which falls between –1 and +1.</a:t>
            </a:r>
          </a:p>
        </p:txBody>
      </p:sp>
      <p:sp>
        <p:nvSpPr>
          <p:cNvPr id="46083" name="Rectangle 2"/>
          <p:cNvSpPr>
            <a:spLocks noChangeArrowheads="1"/>
          </p:cNvSpPr>
          <p:nvPr/>
        </p:nvSpPr>
        <p:spPr bwMode="auto">
          <a:xfrm>
            <a:off x="762000" y="165100"/>
            <a:ext cx="80010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Multiple Correlation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body" idx="4294967295"/>
          </p:nvPr>
        </p:nvSpPr>
        <p:spPr bwMode="auto">
          <a:xfrm>
            <a:off x="685800" y="1468438"/>
            <a:ext cx="7753350" cy="2514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For predicting </a:t>
            </a:r>
            <a:r>
              <a:rPr lang="en-US" altLang="en-US" i="1" dirty="0">
                <a:latin typeface="+mj-lt"/>
              </a:rPr>
              <a:t>y</a:t>
            </a:r>
            <a:r>
              <a:rPr lang="en-US" altLang="en-US" dirty="0"/>
              <a:t>, the square of </a:t>
            </a:r>
            <a:r>
              <a:rPr lang="en-US" altLang="en-US" i="1" dirty="0">
                <a:latin typeface="+mj-lt"/>
              </a:rPr>
              <a:t>R</a:t>
            </a:r>
            <a:r>
              <a:rPr lang="en-US" altLang="en-US" dirty="0"/>
              <a:t> describes the relative </a:t>
            </a:r>
          </a:p>
          <a:p>
            <a:pPr marL="0"/>
            <a:r>
              <a:rPr lang="en-US" altLang="en-US" dirty="0"/>
              <a:t>improvement from using the prediction equation instead </a:t>
            </a:r>
          </a:p>
          <a:p>
            <a:pPr marL="0"/>
            <a:r>
              <a:rPr lang="en-US" altLang="en-US" dirty="0"/>
              <a:t>of using the sample mean, </a:t>
            </a:r>
            <a:r>
              <a:rPr lang="az-Cyrl-AZ" altLang="en-US" i="1" dirty="0">
                <a:latin typeface="Times New Roman" panose="02020603050405020304" pitchFamily="18" charset="0"/>
                <a:cs typeface="Times New Roman" panose="02020603050405020304" pitchFamily="18" charset="0"/>
              </a:rPr>
              <a:t>ӯ</a:t>
            </a:r>
            <a:r>
              <a:rPr lang="en-US" altLang="en-US" dirty="0"/>
              <a:t>.</a:t>
            </a:r>
          </a:p>
          <a:p>
            <a:pPr marL="0"/>
            <a:endParaRPr lang="en-US" altLang="en-US" dirty="0"/>
          </a:p>
          <a:p>
            <a:pPr marL="0"/>
            <a:r>
              <a:rPr lang="en-US" altLang="en-US" dirty="0"/>
              <a:t>The error in using the prediction equation to predict </a:t>
            </a:r>
            <a:r>
              <a:rPr lang="en-US" altLang="en-US" i="1" dirty="0">
                <a:latin typeface="+mj-lt"/>
              </a:rPr>
              <a:t>y</a:t>
            </a:r>
            <a:r>
              <a:rPr lang="en-US" altLang="en-US" dirty="0"/>
              <a:t> is </a:t>
            </a:r>
          </a:p>
          <a:p>
            <a:pPr marL="0"/>
            <a:r>
              <a:rPr lang="en-US" altLang="en-US" dirty="0"/>
              <a:t>summarized by the residual sum of squares:</a:t>
            </a:r>
          </a:p>
        </p:txBody>
      </p:sp>
      <p:sp>
        <p:nvSpPr>
          <p:cNvPr id="48131" name="Rectangle 2"/>
          <p:cNvSpPr>
            <a:spLocks noGrp="1" noChangeArrowheads="1"/>
          </p:cNvSpPr>
          <p:nvPr>
            <p:ph type="title" idx="4294967295"/>
          </p:nvPr>
        </p:nvSpPr>
        <p:spPr bwMode="auto">
          <a:xfrm>
            <a:off x="914400" y="320675"/>
            <a:ext cx="8001000" cy="5603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i="1" dirty="0">
                <a:latin typeface="Arial" panose="020B0604020202020204" pitchFamily="34" charset="0"/>
              </a:rPr>
              <a:t>R</a:t>
            </a:r>
            <a:r>
              <a:rPr lang="en-US" altLang="en-US" b="1" baseline="30000" dirty="0">
                <a:latin typeface="Arial" panose="020B0604020202020204" pitchFamily="34" charset="0"/>
              </a:rPr>
              <a:t>2</a:t>
            </a:r>
          </a:p>
        </p:txBody>
      </p:sp>
      <p:graphicFrame>
        <p:nvGraphicFramePr>
          <p:cNvPr id="2" name="Object 1"/>
          <p:cNvGraphicFramePr>
            <a:graphicFrameLocks noChangeAspect="1"/>
          </p:cNvGraphicFramePr>
          <p:nvPr/>
        </p:nvGraphicFramePr>
        <p:xfrm>
          <a:off x="3749675" y="4540326"/>
          <a:ext cx="1625600" cy="508000"/>
        </p:xfrm>
        <a:graphic>
          <a:graphicData uri="http://schemas.openxmlformats.org/presentationml/2006/ole">
            <mc:AlternateContent xmlns:mc="http://schemas.openxmlformats.org/markup-compatibility/2006">
              <mc:Choice xmlns:v="urn:schemas-microsoft-com:vml" Requires="v">
                <p:oleObj name="Equation" r:id="rId3" imgW="1625400" imgH="507960" progId="Equation.DSMT4">
                  <p:embed/>
                </p:oleObj>
              </mc:Choice>
              <mc:Fallback>
                <p:oleObj name="Equation" r:id="rId3" imgW="1625400" imgH="50796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9675" y="4540326"/>
                        <a:ext cx="16256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sz="half" idx="4294967295"/>
          </p:nvPr>
        </p:nvSpPr>
        <p:spPr bwMode="auto">
          <a:xfrm>
            <a:off x="763588" y="1563688"/>
            <a:ext cx="7770812" cy="10001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The error in using </a:t>
            </a:r>
            <a:r>
              <a:rPr lang="az-Cyrl-AZ" altLang="en-US" i="1" dirty="0">
                <a:latin typeface="Times New Roman" panose="02020603050405020304" pitchFamily="18" charset="0"/>
                <a:cs typeface="Times New Roman" panose="02020603050405020304" pitchFamily="18" charset="0"/>
              </a:rPr>
              <a:t>ӯ</a:t>
            </a:r>
            <a:r>
              <a:rPr lang="en-US" altLang="en-US" dirty="0"/>
              <a:t> to predict </a:t>
            </a:r>
            <a:r>
              <a:rPr lang="en-US" altLang="en-US" i="1" dirty="0">
                <a:latin typeface="+mj-lt"/>
              </a:rPr>
              <a:t>y</a:t>
            </a:r>
            <a:r>
              <a:rPr lang="en-US" altLang="en-US" dirty="0"/>
              <a:t> is summarized by the </a:t>
            </a:r>
          </a:p>
          <a:p>
            <a:pPr marL="0"/>
            <a:r>
              <a:rPr lang="en-US" altLang="en-US" dirty="0"/>
              <a:t>total sum of squares:</a:t>
            </a:r>
          </a:p>
        </p:txBody>
      </p:sp>
      <p:sp>
        <p:nvSpPr>
          <p:cNvPr id="50180" name="Rectangle 2"/>
          <p:cNvSpPr>
            <a:spLocks noChangeArrowheads="1"/>
          </p:cNvSpPr>
          <p:nvPr/>
        </p:nvSpPr>
        <p:spPr bwMode="auto">
          <a:xfrm>
            <a:off x="914400" y="320675"/>
            <a:ext cx="80010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i="1" dirty="0">
                <a:solidFill>
                  <a:schemeClr val="tx1"/>
                </a:solidFill>
                <a:latin typeface="Arial" panose="020B0604020202020204" pitchFamily="34" charset="0"/>
              </a:rPr>
              <a:t>R</a:t>
            </a:r>
            <a:r>
              <a:rPr lang="en-US" altLang="en-US" sz="3200" b="1" baseline="30000" dirty="0">
                <a:solidFill>
                  <a:schemeClr val="tx1"/>
                </a:solidFill>
                <a:latin typeface="Arial" panose="020B0604020202020204" pitchFamily="34" charset="0"/>
              </a:rPr>
              <a:t>2</a:t>
            </a:r>
            <a:endParaRPr lang="en-US" altLang="en-US" sz="3200" b="1" dirty="0">
              <a:solidFill>
                <a:schemeClr val="tx1"/>
              </a:solidFill>
              <a:latin typeface="Arial" panose="020B0604020202020204" pitchFamily="34" charset="0"/>
            </a:endParaRPr>
          </a:p>
        </p:txBody>
      </p:sp>
      <p:graphicFrame>
        <p:nvGraphicFramePr>
          <p:cNvPr id="2" name="Object 1"/>
          <p:cNvGraphicFramePr>
            <a:graphicFrameLocks noChangeAspect="1"/>
          </p:cNvGraphicFramePr>
          <p:nvPr/>
        </p:nvGraphicFramePr>
        <p:xfrm>
          <a:off x="2862072" y="2884932"/>
          <a:ext cx="1638300" cy="508000"/>
        </p:xfrm>
        <a:graphic>
          <a:graphicData uri="http://schemas.openxmlformats.org/presentationml/2006/ole">
            <mc:AlternateContent xmlns:mc="http://schemas.openxmlformats.org/markup-compatibility/2006">
              <mc:Choice xmlns:v="urn:schemas-microsoft-com:vml" Requires="v">
                <p:oleObj name="Equation" r:id="rId3" imgW="1638000" imgH="507960" progId="Equation.DSMT4">
                  <p:embed/>
                </p:oleObj>
              </mc:Choice>
              <mc:Fallback>
                <p:oleObj name="Equation" r:id="rId3" imgW="1638000" imgH="50796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2072" y="2884932"/>
                        <a:ext cx="16383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
          <p:cNvSpPr>
            <a:spLocks noGrp="1" noChangeArrowheads="1"/>
          </p:cNvSpPr>
          <p:nvPr>
            <p:ph type="body" sz="half" idx="4294967295"/>
          </p:nvPr>
        </p:nvSpPr>
        <p:spPr bwMode="auto">
          <a:xfrm>
            <a:off x="763588" y="3714051"/>
            <a:ext cx="7921625" cy="6921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The </a:t>
            </a:r>
            <a:r>
              <a:rPr lang="en-US" altLang="en-US" i="1" dirty="0"/>
              <a:t>proportional reduction in error </a:t>
            </a:r>
            <a:r>
              <a:rPr lang="en-US" altLang="en-US" dirty="0"/>
              <a:t>is:</a:t>
            </a:r>
          </a:p>
        </p:txBody>
      </p:sp>
      <p:graphicFrame>
        <p:nvGraphicFramePr>
          <p:cNvPr id="7" name="Object 6"/>
          <p:cNvGraphicFramePr>
            <a:graphicFrameLocks noChangeAspect="1"/>
          </p:cNvGraphicFramePr>
          <p:nvPr/>
        </p:nvGraphicFramePr>
        <p:xfrm>
          <a:off x="2240280" y="4672584"/>
          <a:ext cx="4330700" cy="1054100"/>
        </p:xfrm>
        <a:graphic>
          <a:graphicData uri="http://schemas.openxmlformats.org/presentationml/2006/ole">
            <mc:AlternateContent xmlns:mc="http://schemas.openxmlformats.org/markup-compatibility/2006">
              <mc:Choice xmlns:v="urn:schemas-microsoft-com:vml" Requires="v">
                <p:oleObj name="Equation" r:id="rId5" imgW="4330440" imgH="1054080" progId="Equation.DSMT4">
                  <p:embed/>
                </p:oleObj>
              </mc:Choice>
              <mc:Fallback>
                <p:oleObj name="Equation" r:id="rId5" imgW="4330440" imgH="1054080" progId="Equation.DSMT4">
                  <p:embed/>
                  <p:pic>
                    <p:nvPicPr>
                      <p:cNvPr id="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0280" y="4672584"/>
                        <a:ext cx="4330700"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4294967295"/>
          </p:nvPr>
        </p:nvSpPr>
        <p:spPr bwMode="auto">
          <a:xfrm>
            <a:off x="685800" y="1530350"/>
            <a:ext cx="7753350" cy="43418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defRPr/>
            </a:pPr>
            <a:r>
              <a:rPr lang="en-US" altLang="en-US" dirty="0"/>
              <a:t>The better the predictions are using the regression equation, the larger </a:t>
            </a:r>
            <a:r>
              <a:rPr lang="en-US" altLang="en-US" i="1" dirty="0">
                <a:latin typeface="+mj-lt"/>
              </a:rPr>
              <a:t>R</a:t>
            </a:r>
            <a:r>
              <a:rPr lang="en-US" altLang="en-US" baseline="30000" dirty="0">
                <a:latin typeface="+mj-lt"/>
              </a:rPr>
              <a:t>2</a:t>
            </a:r>
            <a:r>
              <a:rPr lang="en-US" altLang="en-US" i="1" dirty="0"/>
              <a:t> </a:t>
            </a:r>
            <a:r>
              <a:rPr lang="en-US" altLang="en-US" dirty="0"/>
              <a:t>is.</a:t>
            </a:r>
          </a:p>
          <a:p>
            <a:pPr marL="0" indent="0">
              <a:defRPr/>
            </a:pPr>
            <a:endParaRPr lang="en-US" altLang="en-US" dirty="0"/>
          </a:p>
          <a:p>
            <a:pPr marL="0" indent="0">
              <a:defRPr/>
            </a:pPr>
            <a:r>
              <a:rPr lang="en-US" altLang="en-US" dirty="0"/>
              <a:t>For multiple regression, </a:t>
            </a:r>
            <a:r>
              <a:rPr lang="en-US" altLang="en-US" i="1" dirty="0">
                <a:latin typeface="+mj-lt"/>
              </a:rPr>
              <a:t>R</a:t>
            </a:r>
            <a:r>
              <a:rPr lang="en-US" altLang="en-US" baseline="30000" dirty="0">
                <a:latin typeface="+mj-lt"/>
              </a:rPr>
              <a:t>2</a:t>
            </a:r>
            <a:r>
              <a:rPr lang="en-US" altLang="en-US" i="1" dirty="0"/>
              <a:t> </a:t>
            </a:r>
            <a:r>
              <a:rPr lang="en-US" altLang="en-US" dirty="0"/>
              <a:t> is the square of the multiple correlation, </a:t>
            </a:r>
            <a:r>
              <a:rPr lang="en-US" altLang="en-US" i="1" dirty="0">
                <a:solidFill>
                  <a:schemeClr val="tx1"/>
                </a:solidFill>
                <a:latin typeface="+mj-lt"/>
              </a:rPr>
              <a:t>R</a:t>
            </a:r>
            <a:r>
              <a:rPr lang="en-US" altLang="en-US" dirty="0">
                <a:solidFill>
                  <a:schemeClr val="tx1"/>
                </a:solidFill>
              </a:rPr>
              <a:t>.</a:t>
            </a:r>
            <a:endParaRPr lang="en-US" altLang="en-US" i="1" dirty="0">
              <a:solidFill>
                <a:schemeClr val="tx1"/>
              </a:solidFill>
            </a:endParaRPr>
          </a:p>
        </p:txBody>
      </p:sp>
      <p:sp>
        <p:nvSpPr>
          <p:cNvPr id="54275" name="Rectangle 2"/>
          <p:cNvSpPr>
            <a:spLocks noChangeArrowheads="1"/>
          </p:cNvSpPr>
          <p:nvPr/>
        </p:nvSpPr>
        <p:spPr bwMode="auto">
          <a:xfrm>
            <a:off x="914400" y="320675"/>
            <a:ext cx="80010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i="1" dirty="0">
                <a:solidFill>
                  <a:schemeClr val="tx1"/>
                </a:solidFill>
                <a:latin typeface="Arial" panose="020B0604020202020204" pitchFamily="34" charset="0"/>
              </a:rPr>
              <a:t>R</a:t>
            </a:r>
            <a:r>
              <a:rPr lang="en-US" altLang="en-US" sz="3200" b="1" baseline="30000" dirty="0">
                <a:solidFill>
                  <a:schemeClr val="tx1"/>
                </a:solidFill>
                <a:latin typeface="Arial" panose="020B0604020202020204" pitchFamily="34" charset="0"/>
              </a:rPr>
              <a:t>2</a:t>
            </a:r>
            <a:endParaRPr lang="en-US" altLang="en-US" sz="3200" b="1" dirty="0">
              <a:solidFill>
                <a:schemeClr val="tx1"/>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type="body" idx="4294967295"/>
          </p:nvPr>
        </p:nvSpPr>
        <p:spPr bwMode="auto">
          <a:xfrm>
            <a:off x="685800" y="1536388"/>
            <a:ext cx="8153400" cy="1066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lnSpc>
                <a:spcPct val="80000"/>
              </a:lnSpc>
              <a:defRPr/>
            </a:pPr>
            <a:r>
              <a:rPr lang="en-US" altLang="en-US" sz="2000" dirty="0"/>
              <a:t>For the 200 observations on </a:t>
            </a:r>
            <a:r>
              <a:rPr lang="en-US" altLang="en-US" sz="2000" i="1" dirty="0">
                <a:latin typeface="+mj-lt"/>
              </a:rPr>
              <a:t>y </a:t>
            </a:r>
            <a:r>
              <a:rPr lang="en-US" altLang="en-US" sz="2000" dirty="0"/>
              <a:t>= selling price, </a:t>
            </a:r>
            <a:r>
              <a:rPr lang="en-US" altLang="en-US" sz="2000" i="1" dirty="0">
                <a:latin typeface="+mj-lt"/>
              </a:rPr>
              <a:t>x</a:t>
            </a:r>
            <a:r>
              <a:rPr lang="en-US" altLang="en-US" sz="2000" baseline="-25000" dirty="0">
                <a:latin typeface="+mj-lt"/>
              </a:rPr>
              <a:t>1</a:t>
            </a:r>
            <a:r>
              <a:rPr lang="en-US" altLang="en-US" sz="2000" dirty="0"/>
              <a:t> = house size, and </a:t>
            </a:r>
            <a:r>
              <a:rPr lang="en-US" altLang="en-US" sz="2000" i="1" dirty="0">
                <a:latin typeface="+mj-lt"/>
              </a:rPr>
              <a:t>x</a:t>
            </a:r>
            <a:r>
              <a:rPr lang="en-US" altLang="en-US" sz="2000" baseline="-25000" dirty="0">
                <a:latin typeface="+mj-lt"/>
              </a:rPr>
              <a:t>2</a:t>
            </a:r>
            <a:r>
              <a:rPr lang="en-US" altLang="en-US" sz="2000" dirty="0"/>
              <a:t> = number of bedrooms, a table, called the ANOVA (analysis of variance) table was created. </a:t>
            </a:r>
          </a:p>
          <a:p>
            <a:pPr marL="0">
              <a:lnSpc>
                <a:spcPct val="80000"/>
              </a:lnSpc>
              <a:defRPr/>
            </a:pPr>
            <a:r>
              <a:rPr lang="en-US" altLang="en-US" sz="2000" dirty="0"/>
              <a:t>The table displays the sums of squares in the </a:t>
            </a:r>
            <a:r>
              <a:rPr lang="en-US" altLang="en-US" sz="2000" b="1" dirty="0"/>
              <a:t>SS</a:t>
            </a:r>
            <a:r>
              <a:rPr lang="en-US" altLang="en-US" sz="2000" dirty="0"/>
              <a:t> column.</a:t>
            </a:r>
          </a:p>
        </p:txBody>
      </p:sp>
      <p:sp>
        <p:nvSpPr>
          <p:cNvPr id="56323" name="Rectangle 3"/>
          <p:cNvSpPr>
            <a:spLocks noGrp="1" noChangeArrowheads="1"/>
          </p:cNvSpPr>
          <p:nvPr>
            <p:ph type="title" idx="4294967295"/>
          </p:nvPr>
        </p:nvSpPr>
        <p:spPr bwMode="auto">
          <a:xfrm>
            <a:off x="609600" y="76200"/>
            <a:ext cx="8382000" cy="838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Predicting House Selling Prices</a:t>
            </a:r>
          </a:p>
        </p:txBody>
      </p:sp>
      <p:sp>
        <p:nvSpPr>
          <p:cNvPr id="56324" name="TextBox 1"/>
          <p:cNvSpPr txBox="1">
            <a:spLocks noChangeArrowheads="1"/>
          </p:cNvSpPr>
          <p:nvPr/>
        </p:nvSpPr>
        <p:spPr bwMode="auto">
          <a:xfrm>
            <a:off x="685800" y="5605463"/>
            <a:ext cx="8153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Table 13.5 ANOVA Table and </a:t>
            </a:r>
            <a:r>
              <a:rPr lang="en-US" altLang="en-US" sz="1600" b="1" i="1" dirty="0">
                <a:solidFill>
                  <a:schemeClr val="tx1"/>
                </a:solidFill>
                <a:latin typeface="Arial" panose="020B0604020202020204" pitchFamily="34" charset="0"/>
              </a:rPr>
              <a:t>R</a:t>
            </a:r>
            <a:r>
              <a:rPr lang="en-US" altLang="en-US" sz="1600" b="1" baseline="30000" dirty="0">
                <a:solidFill>
                  <a:schemeClr val="tx1"/>
                </a:solidFill>
                <a:latin typeface="Arial" panose="020B0604020202020204" pitchFamily="34" charset="0"/>
              </a:rPr>
              <a:t>2 </a:t>
            </a:r>
            <a:r>
              <a:rPr lang="en-US" altLang="en-US" sz="1600" b="1" dirty="0">
                <a:solidFill>
                  <a:schemeClr val="tx1"/>
                </a:solidFill>
                <a:latin typeface="Arial" panose="020B0604020202020204" pitchFamily="34" charset="0"/>
              </a:rPr>
              <a:t>for Predicting House Selling Price (in thousands of dollars) Using House Size (in thousands of square feet) and Number of Bedrooms</a:t>
            </a:r>
            <a:endParaRPr lang="en-US" altLang="en-US" sz="1600" dirty="0">
              <a:solidFill>
                <a:schemeClr val="tx1"/>
              </a:solidFill>
              <a:latin typeface="Arial" panose="020B0604020202020204" pitchFamily="34" charset="0"/>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1248" y="2755521"/>
            <a:ext cx="7646203" cy="269760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body" sz="half" idx="4294967295"/>
          </p:nvPr>
        </p:nvSpPr>
        <p:spPr bwMode="auto">
          <a:xfrm>
            <a:off x="782638" y="1563688"/>
            <a:ext cx="7704137" cy="40433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defRPr/>
            </a:pPr>
            <a:r>
              <a:rPr lang="en-US" altLang="en-US" dirty="0"/>
              <a:t>The </a:t>
            </a:r>
            <a:r>
              <a:rPr lang="en-US" altLang="en-US" i="1" dirty="0">
                <a:latin typeface="+mj-lt"/>
              </a:rPr>
              <a:t>R</a:t>
            </a:r>
            <a:r>
              <a:rPr lang="en-US" altLang="en-US" baseline="30000" dirty="0">
                <a:latin typeface="+mj-lt"/>
              </a:rPr>
              <a:t>2</a:t>
            </a:r>
            <a:r>
              <a:rPr lang="en-US" altLang="en-US" dirty="0"/>
              <a:t> value can be created from the sums of squares in the table</a:t>
            </a:r>
          </a:p>
          <a:p>
            <a:pPr marL="0">
              <a:defRPr/>
            </a:pPr>
            <a:endParaRPr lang="en-US" altLang="en-US" dirty="0"/>
          </a:p>
        </p:txBody>
      </p:sp>
      <p:sp>
        <p:nvSpPr>
          <p:cNvPr id="58372" name="Rectangle 3"/>
          <p:cNvSpPr>
            <a:spLocks noChangeArrowheads="1"/>
          </p:cNvSpPr>
          <p:nvPr/>
        </p:nvSpPr>
        <p:spPr bwMode="auto">
          <a:xfrm>
            <a:off x="609600" y="76200"/>
            <a:ext cx="838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House Selling Prices</a:t>
            </a:r>
          </a:p>
        </p:txBody>
      </p:sp>
      <p:graphicFrame>
        <p:nvGraphicFramePr>
          <p:cNvPr id="2" name="Object 1"/>
          <p:cNvGraphicFramePr>
            <a:graphicFrameLocks noChangeAspect="1"/>
          </p:cNvGraphicFramePr>
          <p:nvPr/>
        </p:nvGraphicFramePr>
        <p:xfrm>
          <a:off x="2318004" y="2729484"/>
          <a:ext cx="4305300" cy="2501900"/>
        </p:xfrm>
        <a:graphic>
          <a:graphicData uri="http://schemas.openxmlformats.org/presentationml/2006/ole">
            <mc:AlternateContent xmlns:mc="http://schemas.openxmlformats.org/markup-compatibility/2006">
              <mc:Choice xmlns:v="urn:schemas-microsoft-com:vml" Requires="v">
                <p:oleObj name="Equation" r:id="rId3" imgW="4305240" imgH="2501640" progId="Equation.DSMT4">
                  <p:embed/>
                </p:oleObj>
              </mc:Choice>
              <mc:Fallback>
                <p:oleObj name="Equation" r:id="rId3" imgW="4305240" imgH="25016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8004" y="2729484"/>
                        <a:ext cx="4305300" cy="2501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body" idx="4294967295"/>
          </p:nvPr>
        </p:nvSpPr>
        <p:spPr bwMode="auto">
          <a:xfrm>
            <a:off x="685800" y="1493838"/>
            <a:ext cx="7753350" cy="1447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Using house size and </a:t>
            </a:r>
            <a:r>
              <a:rPr lang="en-US" altLang="en-US" dirty="0">
                <a:solidFill>
                  <a:schemeClr val="tx1"/>
                </a:solidFill>
              </a:rPr>
              <a:t>number of bedrooms together </a:t>
            </a:r>
            <a:r>
              <a:rPr lang="en-US" altLang="en-US" dirty="0"/>
              <a:t>to predict selling price reduces the prediction error by 52%, relative to using </a:t>
            </a:r>
            <a:r>
              <a:rPr lang="az-Cyrl-AZ" altLang="en-US" i="1" dirty="0">
                <a:latin typeface="Times New Roman" panose="02020603050405020304" pitchFamily="18" charset="0"/>
                <a:cs typeface="Times New Roman" panose="02020603050405020304" pitchFamily="18" charset="0"/>
              </a:rPr>
              <a:t>ӯ</a:t>
            </a:r>
            <a:r>
              <a:rPr lang="en-US" altLang="en-US" dirty="0"/>
              <a:t> alone to predict selling price.</a:t>
            </a:r>
          </a:p>
        </p:txBody>
      </p:sp>
      <p:sp>
        <p:nvSpPr>
          <p:cNvPr id="60419" name="Rectangle 3"/>
          <p:cNvSpPr>
            <a:spLocks noChangeArrowheads="1"/>
          </p:cNvSpPr>
          <p:nvPr/>
        </p:nvSpPr>
        <p:spPr bwMode="auto">
          <a:xfrm>
            <a:off x="609600" y="76200"/>
            <a:ext cx="838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House Selling Prices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body" sz="half" idx="4294967295"/>
          </p:nvPr>
        </p:nvSpPr>
        <p:spPr bwMode="auto">
          <a:xfrm>
            <a:off x="685800" y="1563688"/>
            <a:ext cx="78295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dirty="0"/>
              <a:t>The multiple correlation between selling price and the two explanatory variables is</a:t>
            </a:r>
            <a:r>
              <a:rPr lang="en-US" altLang="en-US" dirty="0"/>
              <a:t>.</a:t>
            </a:r>
          </a:p>
          <a:p>
            <a:pPr marL="0"/>
            <a:endParaRPr lang="en-US" altLang="en-US" dirty="0"/>
          </a:p>
          <a:p>
            <a:pPr marL="0"/>
            <a:endParaRPr lang="en-US" altLang="en-US" dirty="0"/>
          </a:p>
          <a:p>
            <a:pPr marL="0"/>
            <a:endParaRPr lang="en-US" altLang="en-US" dirty="0"/>
          </a:p>
          <a:p>
            <a:pPr marL="0"/>
            <a:r>
              <a:rPr lang="en-US" altLang="en-US" dirty="0"/>
              <a:t>There is a moderately strong association between the </a:t>
            </a:r>
          </a:p>
          <a:p>
            <a:pPr marL="0"/>
            <a:r>
              <a:rPr lang="en-US" altLang="en-US" dirty="0"/>
              <a:t>observed and the predicted selling prices.</a:t>
            </a:r>
          </a:p>
          <a:p>
            <a:pPr marL="0"/>
            <a:endParaRPr lang="en-US" altLang="en-US" dirty="0"/>
          </a:p>
          <a:p>
            <a:pPr marL="0"/>
            <a:r>
              <a:rPr lang="en-US" altLang="en-US" dirty="0"/>
              <a:t>House size and number of bedrooms are very helpful in </a:t>
            </a:r>
          </a:p>
          <a:p>
            <a:pPr marL="0"/>
            <a:r>
              <a:rPr lang="en-US" altLang="en-US" dirty="0"/>
              <a:t>predicting selling prices.</a:t>
            </a:r>
          </a:p>
          <a:p>
            <a:pPr marL="0"/>
            <a:endParaRPr lang="en-US" altLang="en-US" dirty="0"/>
          </a:p>
        </p:txBody>
      </p:sp>
      <p:sp>
        <p:nvSpPr>
          <p:cNvPr id="62468" name="Rectangle 3"/>
          <p:cNvSpPr>
            <a:spLocks noChangeArrowheads="1"/>
          </p:cNvSpPr>
          <p:nvPr/>
        </p:nvSpPr>
        <p:spPr bwMode="auto">
          <a:xfrm>
            <a:off x="609600" y="76200"/>
            <a:ext cx="838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House Selling Prices</a:t>
            </a:r>
          </a:p>
        </p:txBody>
      </p:sp>
      <p:graphicFrame>
        <p:nvGraphicFramePr>
          <p:cNvPr id="2" name="Object 1"/>
          <p:cNvGraphicFramePr>
            <a:graphicFrameLocks noChangeAspect="1"/>
          </p:cNvGraphicFramePr>
          <p:nvPr/>
        </p:nvGraphicFramePr>
        <p:xfrm>
          <a:off x="2551176" y="2651760"/>
          <a:ext cx="3746500" cy="495300"/>
        </p:xfrm>
        <a:graphic>
          <a:graphicData uri="http://schemas.openxmlformats.org/presentationml/2006/ole">
            <mc:AlternateContent xmlns:mc="http://schemas.openxmlformats.org/markup-compatibility/2006">
              <mc:Choice xmlns:v="urn:schemas-microsoft-com:vml" Requires="v">
                <p:oleObj name="Equation" r:id="rId3" imgW="3746160" imgH="495000" progId="Equation.DSMT4">
                  <p:embed/>
                </p:oleObj>
              </mc:Choice>
              <mc:Fallback>
                <p:oleObj name="Equation" r:id="rId3" imgW="3746160" imgH="49500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1176" y="2651760"/>
                        <a:ext cx="374650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body" idx="4294967295"/>
          </p:nvPr>
        </p:nvSpPr>
        <p:spPr bwMode="auto">
          <a:xfrm>
            <a:off x="685800" y="1330325"/>
            <a:ext cx="7905750" cy="47482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defRPr/>
            </a:pPr>
            <a:r>
              <a:rPr lang="en-US" dirty="0"/>
              <a:t>From the correlation matrix, we saw that the correlation between price and size of a house is </a:t>
            </a:r>
            <a:r>
              <a:rPr lang="en-US" i="1" dirty="0">
                <a:latin typeface="+mj-lt"/>
              </a:rPr>
              <a:t>r</a:t>
            </a:r>
            <a:r>
              <a:rPr lang="en-US" i="1" dirty="0"/>
              <a:t> </a:t>
            </a:r>
            <a:r>
              <a:rPr lang="en-US" dirty="0"/>
              <a:t>= 0.71. In that case, the </a:t>
            </a:r>
            <a:r>
              <a:rPr lang="en-US" i="1" dirty="0">
                <a:latin typeface="+mj-lt"/>
              </a:rPr>
              <a:t>r</a:t>
            </a:r>
            <a:r>
              <a:rPr lang="en-US" baseline="30000" dirty="0">
                <a:latin typeface="+mj-lt"/>
              </a:rPr>
              <a:t>2</a:t>
            </a:r>
            <a:r>
              <a:rPr lang="en-US" dirty="0"/>
              <a:t> measure for the simple regression model with just size as a predictor equals </a:t>
            </a:r>
            <a:r>
              <a:rPr lang="en-US" i="1" dirty="0">
                <a:latin typeface="+mj-lt"/>
              </a:rPr>
              <a:t>r</a:t>
            </a:r>
            <a:r>
              <a:rPr lang="en-US" baseline="30000" dirty="0">
                <a:latin typeface="+mj-lt"/>
              </a:rPr>
              <a:t>2</a:t>
            </a:r>
            <a:r>
              <a:rPr lang="en-US" dirty="0"/>
              <a:t> = 10.7122 = 0.50.</a:t>
            </a:r>
          </a:p>
          <a:p>
            <a:pPr marL="0" indent="0">
              <a:defRPr/>
            </a:pPr>
            <a:endParaRPr lang="en-US" dirty="0"/>
          </a:p>
          <a:p>
            <a:pPr marL="0" indent="0">
              <a:defRPr/>
            </a:pPr>
            <a:r>
              <a:rPr lang="en-US" dirty="0"/>
              <a:t>The multiple regression model has </a:t>
            </a:r>
            <a:r>
              <a:rPr lang="en-US" i="1" dirty="0">
                <a:latin typeface="+mj-lt"/>
              </a:rPr>
              <a:t>R</a:t>
            </a:r>
            <a:r>
              <a:rPr lang="en-US" baseline="30000" dirty="0">
                <a:latin typeface="+mj-lt"/>
              </a:rPr>
              <a:t>2</a:t>
            </a:r>
            <a:r>
              <a:rPr lang="en-US" dirty="0"/>
              <a:t> = 0.52, only a marginally larger value.</a:t>
            </a:r>
          </a:p>
          <a:p>
            <a:pPr marL="0" indent="0">
              <a:defRPr/>
            </a:pPr>
            <a:endParaRPr lang="en-US" dirty="0"/>
          </a:p>
          <a:p>
            <a:pPr marL="0" indent="0">
              <a:defRPr/>
            </a:pPr>
            <a:r>
              <a:rPr lang="en-US" dirty="0"/>
              <a:t>We appear to be just as well off with the simple model using house size as the predictor as using the multiple model. An advantage of using the simple model is easier interpretation of the coefficients.</a:t>
            </a:r>
            <a:endParaRPr lang="en-US" altLang="en-US" dirty="0"/>
          </a:p>
        </p:txBody>
      </p:sp>
      <p:sp>
        <p:nvSpPr>
          <p:cNvPr id="64515" name="Rectangle 3"/>
          <p:cNvSpPr>
            <a:spLocks noChangeArrowheads="1"/>
          </p:cNvSpPr>
          <p:nvPr/>
        </p:nvSpPr>
        <p:spPr bwMode="auto">
          <a:xfrm>
            <a:off x="609600" y="76200"/>
            <a:ext cx="838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House Selling Prices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Box 1"/>
          <p:cNvSpPr txBox="1">
            <a:spLocks noChangeArrowheads="1"/>
          </p:cNvSpPr>
          <p:nvPr/>
        </p:nvSpPr>
        <p:spPr bwMode="auto">
          <a:xfrm>
            <a:off x="582657" y="5405706"/>
            <a:ext cx="815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Table 13.6  </a:t>
            </a:r>
            <a:r>
              <a:rPr lang="en-US" altLang="en-US" sz="1600" b="1" i="1" dirty="0">
                <a:solidFill>
                  <a:schemeClr val="tx1"/>
                </a:solidFill>
                <a:latin typeface="+mj-lt"/>
              </a:rPr>
              <a:t>R</a:t>
            </a:r>
            <a:r>
              <a:rPr lang="en-US" altLang="en-US" sz="1600" b="1" baseline="30000" dirty="0">
                <a:solidFill>
                  <a:schemeClr val="tx1"/>
                </a:solidFill>
                <a:latin typeface="Arial" panose="020B0604020202020204" pitchFamily="34" charset="0"/>
              </a:rPr>
              <a:t>2</a:t>
            </a:r>
            <a:r>
              <a:rPr lang="en-US" altLang="en-US" sz="1600" b="1" dirty="0">
                <a:solidFill>
                  <a:schemeClr val="tx1"/>
                </a:solidFill>
                <a:latin typeface="Arial" panose="020B0604020202020204" pitchFamily="34" charset="0"/>
              </a:rPr>
              <a:t> Value for Multiple Regression Models for </a:t>
            </a:r>
            <a:r>
              <a:rPr lang="en-US" altLang="en-US" sz="1600" b="1" i="1" dirty="0">
                <a:solidFill>
                  <a:schemeClr val="tx1"/>
                </a:solidFill>
                <a:latin typeface="+mj-lt"/>
              </a:rPr>
              <a:t>y</a:t>
            </a:r>
            <a:r>
              <a:rPr lang="en-US" altLang="en-US" sz="1600" b="1" dirty="0">
                <a:solidFill>
                  <a:schemeClr val="tx1"/>
                </a:solidFill>
                <a:latin typeface="Arial" panose="020B0604020202020204" pitchFamily="34" charset="0"/>
              </a:rPr>
              <a:t> = House Selling Price</a:t>
            </a:r>
            <a:endParaRPr lang="en-US" altLang="en-US" sz="1600" dirty="0">
              <a:solidFill>
                <a:schemeClr val="tx1"/>
              </a:solidFill>
              <a:latin typeface="Arial" panose="020B0604020202020204" pitchFamily="34" charset="0"/>
            </a:endParaRPr>
          </a:p>
        </p:txBody>
      </p:sp>
      <p:sp>
        <p:nvSpPr>
          <p:cNvPr id="66563" name="Rectangle 3"/>
          <p:cNvSpPr>
            <a:spLocks noChangeArrowheads="1"/>
          </p:cNvSpPr>
          <p:nvPr/>
        </p:nvSpPr>
        <p:spPr bwMode="auto">
          <a:xfrm>
            <a:off x="609600" y="76200"/>
            <a:ext cx="838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House Selling Prices</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4904" y="2107692"/>
            <a:ext cx="8361153" cy="31089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body" idx="4294967295"/>
          </p:nvPr>
        </p:nvSpPr>
        <p:spPr bwMode="auto">
          <a:xfrm>
            <a:off x="6858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lnSpc>
                <a:spcPct val="90000"/>
              </a:lnSpc>
              <a:buFont typeface="Wingdings" pitchFamily="1" charset="2"/>
              <a:buNone/>
              <a:defRPr/>
            </a:pPr>
            <a:r>
              <a:rPr lang="en-US" sz="2000" dirty="0"/>
              <a:t>Although </a:t>
            </a:r>
            <a:r>
              <a:rPr lang="en-US" sz="2000" i="1" dirty="0">
                <a:latin typeface="+mj-lt"/>
              </a:rPr>
              <a:t>R</a:t>
            </a:r>
            <a:r>
              <a:rPr lang="en-US" sz="2000" baseline="30000" dirty="0">
                <a:latin typeface="+mj-lt"/>
              </a:rPr>
              <a:t>2</a:t>
            </a:r>
            <a:r>
              <a:rPr lang="en-US" sz="2000" dirty="0"/>
              <a:t> goes up by only small amounts after house size is in the </a:t>
            </a:r>
          </a:p>
          <a:p>
            <a:pPr marL="0">
              <a:lnSpc>
                <a:spcPct val="90000"/>
              </a:lnSpc>
              <a:buFont typeface="Wingdings" pitchFamily="1" charset="2"/>
              <a:buNone/>
              <a:defRPr/>
            </a:pPr>
            <a:r>
              <a:rPr lang="en-US" sz="2000" dirty="0"/>
              <a:t>model, this does not mean that the other predictors are only weakly   </a:t>
            </a:r>
          </a:p>
          <a:p>
            <a:pPr marL="0">
              <a:lnSpc>
                <a:spcPct val="90000"/>
              </a:lnSpc>
              <a:buFont typeface="Wingdings" pitchFamily="1" charset="2"/>
              <a:buNone/>
              <a:defRPr/>
            </a:pPr>
            <a:r>
              <a:rPr lang="en-US" sz="2000" dirty="0"/>
              <a:t>correlated with selling price.</a:t>
            </a:r>
          </a:p>
          <a:p>
            <a:pPr marL="0" indent="0">
              <a:lnSpc>
                <a:spcPct val="90000"/>
              </a:lnSpc>
              <a:buFont typeface="Wingdings" pitchFamily="1" charset="2"/>
              <a:buNone/>
              <a:defRPr/>
            </a:pPr>
            <a:endParaRPr lang="en-US" sz="2000" dirty="0"/>
          </a:p>
          <a:p>
            <a:pPr marL="0" indent="0">
              <a:lnSpc>
                <a:spcPct val="90000"/>
              </a:lnSpc>
              <a:buFont typeface="Wingdings" pitchFamily="1" charset="2"/>
              <a:buNone/>
              <a:defRPr/>
            </a:pPr>
            <a:r>
              <a:rPr lang="en-US" sz="2000" dirty="0"/>
              <a:t>Because the predictors are themselves highly correlated, once one </a:t>
            </a:r>
          </a:p>
          <a:p>
            <a:pPr marL="0">
              <a:lnSpc>
                <a:spcPct val="90000"/>
              </a:lnSpc>
              <a:buFont typeface="Wingdings" pitchFamily="1" charset="2"/>
              <a:buNone/>
              <a:defRPr/>
            </a:pPr>
            <a:r>
              <a:rPr lang="en-US" sz="2000" dirty="0"/>
              <a:t>or two of them are in the model, the remaining ones don’t help much </a:t>
            </a:r>
          </a:p>
          <a:p>
            <a:pPr marL="0">
              <a:lnSpc>
                <a:spcPct val="90000"/>
              </a:lnSpc>
              <a:buFont typeface="Wingdings" pitchFamily="1" charset="2"/>
              <a:buNone/>
              <a:defRPr/>
            </a:pPr>
            <a:r>
              <a:rPr lang="en-US" sz="2000" dirty="0">
                <a:solidFill>
                  <a:schemeClr val="tx1"/>
                </a:solidFill>
              </a:rPr>
              <a:t>in</a:t>
            </a:r>
            <a:r>
              <a:rPr lang="en-US" sz="2000" b="1" dirty="0">
                <a:solidFill>
                  <a:srgbClr val="FF0000"/>
                </a:solidFill>
              </a:rPr>
              <a:t> </a:t>
            </a:r>
            <a:r>
              <a:rPr lang="en-US" sz="2000" dirty="0"/>
              <a:t>adding to the predictive power.</a:t>
            </a:r>
          </a:p>
          <a:p>
            <a:pPr marL="0" indent="0">
              <a:lnSpc>
                <a:spcPct val="90000"/>
              </a:lnSpc>
              <a:buFont typeface="Wingdings" pitchFamily="1" charset="2"/>
              <a:buNone/>
              <a:defRPr/>
            </a:pPr>
            <a:endParaRPr lang="en-US" sz="2000" dirty="0"/>
          </a:p>
          <a:p>
            <a:pPr marL="0" indent="0">
              <a:lnSpc>
                <a:spcPct val="90000"/>
              </a:lnSpc>
              <a:buFont typeface="Wingdings" pitchFamily="1" charset="2"/>
              <a:buNone/>
              <a:defRPr/>
            </a:pPr>
            <a:r>
              <a:rPr lang="en-US" sz="2000" dirty="0"/>
              <a:t>For instance, lot size is highly positively correlated with number of </a:t>
            </a:r>
          </a:p>
          <a:p>
            <a:pPr marL="0">
              <a:lnSpc>
                <a:spcPct val="90000"/>
              </a:lnSpc>
              <a:buFont typeface="Wingdings" pitchFamily="1" charset="2"/>
              <a:buNone/>
              <a:defRPr/>
            </a:pPr>
            <a:r>
              <a:rPr lang="en-US" sz="2000" dirty="0"/>
              <a:t>bedrooms and with size of house. So, once number of bedrooms </a:t>
            </a:r>
          </a:p>
          <a:p>
            <a:pPr marL="0">
              <a:lnSpc>
                <a:spcPct val="90000"/>
              </a:lnSpc>
              <a:buFont typeface="Wingdings" pitchFamily="1" charset="2"/>
              <a:buNone/>
              <a:defRPr/>
            </a:pPr>
            <a:r>
              <a:rPr lang="en-US" sz="2000" dirty="0"/>
              <a:t>and size of house are included as predictors in the model, there’s not </a:t>
            </a:r>
          </a:p>
          <a:p>
            <a:pPr marL="0">
              <a:lnSpc>
                <a:spcPct val="90000"/>
              </a:lnSpc>
              <a:buFont typeface="Wingdings" pitchFamily="1" charset="2"/>
              <a:buNone/>
              <a:defRPr/>
            </a:pPr>
            <a:r>
              <a:rPr lang="en-US" sz="2000" dirty="0"/>
              <a:t>much benefit to including lot size as an additional predictor.</a:t>
            </a:r>
          </a:p>
        </p:txBody>
      </p:sp>
      <p:sp>
        <p:nvSpPr>
          <p:cNvPr id="68611" name="Rectangle 3"/>
          <p:cNvSpPr>
            <a:spLocks noChangeArrowheads="1"/>
          </p:cNvSpPr>
          <p:nvPr/>
        </p:nvSpPr>
        <p:spPr bwMode="auto">
          <a:xfrm>
            <a:off x="609600" y="76200"/>
            <a:ext cx="838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Predicting House Selling Prices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idx="4294967295"/>
          </p:nvPr>
        </p:nvSpPr>
        <p:spPr bwMode="auto">
          <a:xfrm>
            <a:off x="762000" y="365125"/>
            <a:ext cx="80772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defRPr/>
            </a:pPr>
            <a:r>
              <a:rPr lang="en-US" b="1" i="1" dirty="0">
                <a:latin typeface="+mn-lt"/>
              </a:rPr>
              <a:t>R</a:t>
            </a:r>
            <a:r>
              <a:rPr lang="en-US" b="1" baseline="30000" dirty="0">
                <a:latin typeface="+mn-lt"/>
              </a:rPr>
              <a:t>2</a:t>
            </a:r>
            <a:r>
              <a:rPr lang="en-US" b="1" dirty="0">
                <a:latin typeface="+mn-lt"/>
              </a:rPr>
              <a:t> Often Does Not Increase Much After a Few Predictors</a:t>
            </a:r>
            <a:endParaRPr lang="en-US" altLang="en-US" b="1" dirty="0">
              <a:latin typeface="+mn-lt"/>
            </a:endParaRPr>
          </a:p>
        </p:txBody>
      </p:sp>
      <p:sp>
        <p:nvSpPr>
          <p:cNvPr id="70659" name="Rectangle 3"/>
          <p:cNvSpPr>
            <a:spLocks noGrp="1" noChangeArrowheads="1"/>
          </p:cNvSpPr>
          <p:nvPr>
            <p:ph type="body" idx="4294967295"/>
          </p:nvPr>
        </p:nvSpPr>
        <p:spPr bwMode="auto">
          <a:xfrm>
            <a:off x="762000" y="15494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When there are many explanatory variables but the correlations among them are strong, once you have included a few of them in the model, </a:t>
            </a:r>
            <a:r>
              <a:rPr lang="en-US" altLang="en-US" i="1" dirty="0">
                <a:latin typeface="+mj-lt"/>
              </a:rPr>
              <a:t>R</a:t>
            </a:r>
            <a:r>
              <a:rPr lang="en-US" altLang="en-US" baseline="30000" dirty="0"/>
              <a:t>2</a:t>
            </a:r>
            <a:r>
              <a:rPr lang="en-US" altLang="en-US" dirty="0"/>
              <a:t> usually doesn’t increase much more when you add additional ones. This does not mean that the additional variables are uncorrelated with the response variable but merely that they don’t add much new information for predicting </a:t>
            </a:r>
            <a:r>
              <a:rPr lang="en-US" altLang="en-US" i="1" dirty="0"/>
              <a:t>y</a:t>
            </a:r>
            <a:r>
              <a:rPr lang="en-US" altLang="en-US" dirty="0"/>
              <a:t>, given the values of the predictors already in the model.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09DD29-440F-BD02-6ECC-001F79198253}"/>
              </a:ext>
            </a:extLst>
          </p:cNvPr>
          <p:cNvSpPr>
            <a:spLocks noGrp="1"/>
          </p:cNvSpPr>
          <p:nvPr>
            <p:ph type="body" sz="quarter" idx="10"/>
          </p:nvPr>
        </p:nvSpPr>
        <p:spPr/>
        <p:txBody>
          <a:bodyPr/>
          <a:lstStyle/>
          <a:p>
            <a:pPr algn="ctr"/>
            <a:r>
              <a:rPr lang="en-US" sz="4000" dirty="0"/>
              <a:t>Inferences Using Multiple Regression</a:t>
            </a:r>
          </a:p>
          <a:p>
            <a:endParaRPr lang="en-US" dirty="0"/>
          </a:p>
        </p:txBody>
      </p:sp>
    </p:spTree>
    <p:extLst>
      <p:ext uri="{BB962C8B-B14F-4D97-AF65-F5344CB8AC3E}">
        <p14:creationId xmlns:p14="http://schemas.microsoft.com/office/powerpoint/2010/main" val="3420726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Inferences about the Population</a:t>
            </a:r>
          </a:p>
        </p:txBody>
      </p:sp>
      <p:sp>
        <p:nvSpPr>
          <p:cNvPr id="73731" name="Rectangle 3"/>
          <p:cNvSpPr>
            <a:spLocks noGrp="1" noChangeArrowheads="1"/>
          </p:cNvSpPr>
          <p:nvPr>
            <p:ph type="body" idx="4294967295"/>
          </p:nvPr>
        </p:nvSpPr>
        <p:spPr bwMode="auto">
          <a:xfrm>
            <a:off x="627063"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Inferences require the same assumptions as in simple regression:</a:t>
            </a:r>
          </a:p>
          <a:p>
            <a:pPr lvl="1">
              <a:buFont typeface="Arial" panose="020B0604020202020204" pitchFamily="34" charset="0"/>
              <a:buChar char="•"/>
            </a:pPr>
            <a:r>
              <a:rPr lang="en-US" altLang="en-US" dirty="0"/>
              <a:t>The regression equation truly holds for the population means.</a:t>
            </a:r>
          </a:p>
          <a:p>
            <a:pPr lvl="1">
              <a:buFont typeface="Arial" panose="020B0604020202020204" pitchFamily="34" charset="0"/>
              <a:buChar char="•"/>
            </a:pPr>
            <a:r>
              <a:rPr lang="en-US" altLang="en-US" dirty="0"/>
              <a:t>The data were gathered using randomization.</a:t>
            </a:r>
          </a:p>
          <a:p>
            <a:pPr lvl="1">
              <a:buFont typeface="Arial" panose="020B0604020202020204" pitchFamily="34" charset="0"/>
              <a:buChar char="•"/>
            </a:pPr>
            <a:r>
              <a:rPr lang="en-US" altLang="en-US" dirty="0"/>
              <a:t>The response variable </a:t>
            </a:r>
            <a:r>
              <a:rPr lang="en-US" altLang="en-US" i="1" dirty="0">
                <a:latin typeface="+mj-lt"/>
              </a:rPr>
              <a:t>y</a:t>
            </a:r>
            <a:r>
              <a:rPr lang="en-US" altLang="en-US" i="1" dirty="0"/>
              <a:t> </a:t>
            </a:r>
            <a:r>
              <a:rPr lang="en-US" altLang="en-US" dirty="0"/>
              <a:t>has a normal distribution at each combination of values of the explanatory variables, with the same standard deviation.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55650" y="165100"/>
            <a:ext cx="7924800" cy="1143000"/>
          </a:xfrm>
        </p:spPr>
        <p:txBody>
          <a:bodyPr/>
          <a:lstStyle/>
          <a:p>
            <a:pPr>
              <a:defRPr/>
            </a:pPr>
            <a:r>
              <a:rPr lang="en-US" b="1" dirty="0">
                <a:latin typeface="+mn-lt"/>
              </a:rPr>
              <a:t>Estimating Variability Around the Regression Equation</a:t>
            </a:r>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0"/>
              </p:nvPr>
            </p:nvSpPr>
            <p:spPr/>
            <p:txBody>
              <a:bodyPr>
                <a:noAutofit/>
              </a:bodyPr>
              <a:lstStyle/>
              <a:p>
                <a:pPr marL="0" indent="0"/>
                <a:r>
                  <a:rPr lang="en-US" sz="2200" dirty="0"/>
                  <a:t>As in the simple linear regression model, the parameter </a:t>
                </a:r>
                <a14:m>
                  <m:oMath xmlns:m="http://schemas.openxmlformats.org/officeDocument/2006/math">
                    <m:r>
                      <a:rPr lang="en-US" sz="2200" i="1" smtClean="0">
                        <a:latin typeface="Cambria Math" panose="02040503050406030204" pitchFamily="18" charset="0"/>
                        <a:ea typeface="Cambria Math" panose="02040503050406030204" pitchFamily="18" charset="0"/>
                      </a:rPr>
                      <m:t>𝜎</m:t>
                    </m:r>
                  </m:oMath>
                </a14:m>
                <a:r>
                  <a:rPr lang="en-US" sz="2200" dirty="0"/>
                  <a:t> describes the variability of the response variable at a </a:t>
                </a:r>
                <a:r>
                  <a:rPr lang="en-US" sz="2200" dirty="0">
                    <a:solidFill>
                      <a:schemeClr val="tx1"/>
                    </a:solidFill>
                  </a:rPr>
                  <a:t>fixed</a:t>
                </a:r>
                <a:r>
                  <a:rPr lang="en-US" sz="2200" b="1" dirty="0">
                    <a:solidFill>
                      <a:srgbClr val="FF0000"/>
                    </a:solidFill>
                  </a:rPr>
                  <a:t> </a:t>
                </a:r>
                <a:r>
                  <a:rPr lang="en-US" sz="2200" dirty="0"/>
                  <a:t>setting of predictor variables.  Its sample estimate is</a:t>
                </a:r>
              </a:p>
              <a:p>
                <a:endParaRPr lang="en-US" sz="2200" dirty="0"/>
              </a:p>
              <a:p>
                <a:endParaRPr lang="en-US" sz="2200" dirty="0"/>
              </a:p>
              <a:p>
                <a:endParaRPr lang="en-US" sz="2200" dirty="0"/>
              </a:p>
              <a:p>
                <a:endParaRPr lang="en-US" sz="2200" dirty="0"/>
              </a:p>
              <a:p>
                <a:pPr marL="0" indent="0"/>
                <a:r>
                  <a:rPr lang="en-US" sz="2200" dirty="0"/>
                  <a:t>This </a:t>
                </a:r>
                <a:r>
                  <a:rPr lang="en-US" sz="2200" i="1" dirty="0"/>
                  <a:t>residual standard deviation </a:t>
                </a:r>
                <a:r>
                  <a:rPr lang="en-US" sz="2200" dirty="0"/>
                  <a:t>describes the variability of </a:t>
                </a:r>
                <a:r>
                  <a:rPr lang="en-US" sz="2200" i="1" dirty="0">
                    <a:latin typeface="+mj-lt"/>
                  </a:rPr>
                  <a:t>y</a:t>
                </a:r>
                <a:r>
                  <a:rPr lang="en-US" sz="2200" i="1" dirty="0"/>
                  <a:t> </a:t>
                </a:r>
                <a:r>
                  <a:rPr lang="en-US" sz="2200" dirty="0"/>
                  <a:t>at given predictor settings and equals the typical size of the residuals. Its degrees of freedom are </a:t>
                </a:r>
                <a:r>
                  <a:rPr lang="en-US" sz="2200" i="1" dirty="0">
                    <a:latin typeface="+mj-lt"/>
                  </a:rPr>
                  <a:t>df</a:t>
                </a:r>
                <a:r>
                  <a:rPr lang="en-US" sz="2200" i="1" dirty="0"/>
                  <a:t> </a:t>
                </a:r>
                <a:r>
                  <a:rPr lang="en-US" sz="2200" dirty="0"/>
                  <a:t>= sample size </a:t>
                </a:r>
                <a:r>
                  <a:rPr lang="en-US" sz="2200" i="1" dirty="0">
                    <a:latin typeface="+mj-lt"/>
                  </a:rPr>
                  <a:t>n</a:t>
                </a:r>
                <a:r>
                  <a:rPr lang="en-US" sz="2200" i="1" dirty="0"/>
                  <a:t> </a:t>
                </a:r>
                <a:r>
                  <a:rPr lang="en-US" sz="2200" dirty="0"/>
                  <a:t>– number of parameters in the regression equation. Software reports </a:t>
                </a:r>
                <a:r>
                  <a:rPr lang="en-US" sz="2200" i="1" dirty="0"/>
                  <a:t>s </a:t>
                </a:r>
                <a:r>
                  <a:rPr lang="en-US" sz="2200" dirty="0"/>
                  <a:t>and its square, the </a:t>
                </a:r>
                <a:r>
                  <a:rPr lang="en-US" sz="2200" b="1" dirty="0"/>
                  <a:t>mean square error.</a:t>
                </a:r>
                <a:endParaRPr lang="en-US" sz="2200" dirty="0"/>
              </a:p>
            </p:txBody>
          </p:sp>
        </mc:Choice>
        <mc:Fallback xmlns="">
          <p:sp>
            <p:nvSpPr>
              <p:cNvPr id="4" name="Text Placeholder 3"/>
              <p:cNvSpPr>
                <a:spLocks noGrp="1" noRot="1" noChangeAspect="1" noMove="1" noResize="1" noEditPoints="1" noAdjustHandles="1" noChangeArrowheads="1" noChangeShapeType="1" noTextEdit="1"/>
              </p:cNvSpPr>
              <p:nvPr>
                <p:ph type="body" sz="quarter" idx="10"/>
              </p:nvPr>
            </p:nvSpPr>
            <p:spPr>
              <a:blipFill>
                <a:blip r:embed="rId3" cstate="print"/>
                <a:stretch>
                  <a:fillRect l="-2154" t="-816" r="-1000" b="-4490"/>
                </a:stretch>
              </a:blipFill>
            </p:spPr>
            <p:txBody>
              <a:bodyPr/>
              <a:lstStyle/>
              <a:p>
                <a:r>
                  <a:rPr lang="en-US">
                    <a:noFill/>
                  </a:rPr>
                  <a:t> </a:t>
                </a:r>
              </a:p>
            </p:txBody>
          </p:sp>
        </mc:Fallback>
      </mc:AlternateContent>
      <p:graphicFrame>
        <p:nvGraphicFramePr>
          <p:cNvPr id="5" name="Object 4"/>
          <p:cNvGraphicFramePr>
            <a:graphicFrameLocks noChangeAspect="1"/>
          </p:cNvGraphicFramePr>
          <p:nvPr/>
        </p:nvGraphicFramePr>
        <p:xfrm>
          <a:off x="460494" y="3118104"/>
          <a:ext cx="8229600" cy="850900"/>
        </p:xfrm>
        <a:graphic>
          <a:graphicData uri="http://schemas.openxmlformats.org/presentationml/2006/ole">
            <mc:AlternateContent xmlns:mc="http://schemas.openxmlformats.org/markup-compatibility/2006">
              <mc:Choice xmlns:v="urn:schemas-microsoft-com:vml" Requires="v">
                <p:oleObj name="Equation" r:id="rId4" imgW="8229600" imgH="850680" progId="Equation.DSMT4">
                  <p:embed/>
                </p:oleObj>
              </mc:Choice>
              <mc:Fallback>
                <p:oleObj name="Equation" r:id="rId4" imgW="8229600" imgH="850680" progId="Equation.DSMT4">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494" y="3118104"/>
                        <a:ext cx="8229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Female Athlete’s Weight</a:t>
            </a:r>
          </a:p>
        </p:txBody>
      </p:sp>
      <p:sp>
        <p:nvSpPr>
          <p:cNvPr id="76803" name="Rectangle 3"/>
          <p:cNvSpPr>
            <a:spLocks noGrp="1" noChangeArrowheads="1"/>
          </p:cNvSpPr>
          <p:nvPr>
            <p:ph type="body" idx="4294967295"/>
          </p:nvPr>
        </p:nvSpPr>
        <p:spPr bwMode="auto">
          <a:xfrm>
            <a:off x="608013"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The “College Athletes” data set comes from a study of 64 University of Georgia female athletes.</a:t>
            </a:r>
          </a:p>
          <a:p>
            <a:pPr marL="0" indent="0"/>
            <a:endParaRPr lang="en-US" altLang="en-US" dirty="0"/>
          </a:p>
          <a:p>
            <a:pPr marL="0" indent="0"/>
            <a:r>
              <a:rPr lang="en-US" altLang="en-US" dirty="0"/>
              <a:t>The study measured several physical characteristics, including total body weight in pounds (TBW), height in inches (HGT), the percent of body fat (%BF</a:t>
            </a:r>
            <a:r>
              <a:rPr lang="en-US" altLang="en-US" dirty="0">
                <a:solidFill>
                  <a:schemeClr val="tx1"/>
                </a:solidFill>
              </a:rPr>
              <a:t>),</a:t>
            </a:r>
            <a:r>
              <a:rPr lang="en-US" altLang="en-US" dirty="0"/>
              <a:t> and age.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body" idx="4294967295"/>
          </p:nvPr>
        </p:nvSpPr>
        <p:spPr bwMode="auto">
          <a:xfrm>
            <a:off x="615950" y="1600200"/>
            <a:ext cx="8051800" cy="10001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The results of fitting a multiple regression model for predicting weight using the other variables:</a:t>
            </a:r>
          </a:p>
        </p:txBody>
      </p:sp>
      <p:sp>
        <p:nvSpPr>
          <p:cNvPr id="108547" name="TextBox 1"/>
          <p:cNvSpPr txBox="1">
            <a:spLocks noChangeArrowheads="1"/>
          </p:cNvSpPr>
          <p:nvPr/>
        </p:nvSpPr>
        <p:spPr bwMode="auto">
          <a:xfrm>
            <a:off x="615950" y="5760720"/>
            <a:ext cx="77720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Clr>
                <a:srgbClr val="000000"/>
              </a:buClr>
              <a:buSzPct val="100000"/>
              <a:buFont typeface="Times New Roman" panose="02020603050405020304" pitchFamily="18" charset="0"/>
              <a:buNone/>
              <a:defRPr/>
            </a:pPr>
            <a:r>
              <a:rPr lang="en-US" sz="1600" b="1" dirty="0">
                <a:solidFill>
                  <a:schemeClr val="tx1"/>
                </a:solidFill>
                <a:latin typeface="+mn-lt"/>
              </a:rPr>
              <a:t>Table 13.7 ANOVA Table for Multiple Regression Analysis of Athlete Weights</a:t>
            </a:r>
            <a:endParaRPr lang="en-US" altLang="en-US" sz="1100" b="1" dirty="0">
              <a:solidFill>
                <a:schemeClr val="tx1"/>
              </a:solidFill>
              <a:latin typeface="+mn-lt"/>
            </a:endParaRPr>
          </a:p>
        </p:txBody>
      </p:sp>
      <p:sp>
        <p:nvSpPr>
          <p:cNvPr id="78852"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Female Athlete’s Weight</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950" y="2741348"/>
            <a:ext cx="8115300" cy="28098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body" sz="half" idx="4294967295"/>
          </p:nvPr>
        </p:nvSpPr>
        <p:spPr bwMode="auto">
          <a:xfrm>
            <a:off x="6858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For female athletes at particular values of height, % of body fat, and age, estimate the standard deviation of their weights.</a:t>
            </a:r>
          </a:p>
          <a:p>
            <a:pPr marL="0" indent="0">
              <a:buFont typeface="Wingdings" panose="05000000000000000000" pitchFamily="2" charset="2"/>
              <a:buChar char="§"/>
            </a:pPr>
            <a:r>
              <a:rPr lang="en-US" altLang="en-US"/>
              <a:t>   Begin by finding the Mean Square Error:</a:t>
            </a:r>
          </a:p>
          <a:p>
            <a:pPr marL="0" indent="0">
              <a:buFont typeface="Wingdings" panose="05000000000000000000" pitchFamily="2" charset="2"/>
              <a:buChar char="§"/>
            </a:pPr>
            <a:endParaRPr lang="en-US" altLang="en-US"/>
          </a:p>
          <a:p>
            <a:pPr marL="0" indent="0">
              <a:buFont typeface="Wingdings" panose="05000000000000000000" pitchFamily="2" charset="2"/>
              <a:buChar char="§"/>
            </a:pPr>
            <a:endParaRPr lang="en-US" altLang="en-US"/>
          </a:p>
          <a:p>
            <a:pPr marL="0" indent="0">
              <a:buFont typeface="Wingdings" panose="05000000000000000000" pitchFamily="2" charset="2"/>
              <a:buChar char="§"/>
            </a:pPr>
            <a:endParaRPr lang="en-US" altLang="en-US"/>
          </a:p>
          <a:p>
            <a:pPr marL="0" indent="0">
              <a:buFont typeface="Wingdings" panose="05000000000000000000" pitchFamily="2" charset="2"/>
              <a:buChar char="§"/>
            </a:pPr>
            <a:endParaRPr lang="en-US" altLang="en-US"/>
          </a:p>
          <a:p>
            <a:pPr marL="0" indent="0"/>
            <a:r>
              <a:rPr lang="en-US" altLang="en-US"/>
              <a:t>Notice that this value (102.2) appears in the MS column in the ANOVA table.</a:t>
            </a:r>
          </a:p>
        </p:txBody>
      </p:sp>
      <p:sp>
        <p:nvSpPr>
          <p:cNvPr id="80900" name="Rectangle 4"/>
          <p:cNvSpPr>
            <a:spLocks noChangeArrowheads="1"/>
          </p:cNvSpPr>
          <p:nvPr/>
        </p:nvSpPr>
        <p:spPr bwMode="auto">
          <a:xfrm>
            <a:off x="914400" y="76200"/>
            <a:ext cx="77533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Female Athletes’ Weight</a:t>
            </a:r>
          </a:p>
        </p:txBody>
      </p:sp>
      <p:graphicFrame>
        <p:nvGraphicFramePr>
          <p:cNvPr id="2" name="Object 1"/>
          <p:cNvGraphicFramePr>
            <a:graphicFrameLocks noChangeAspect="1"/>
          </p:cNvGraphicFramePr>
          <p:nvPr/>
        </p:nvGraphicFramePr>
        <p:xfrm>
          <a:off x="1773936" y="3584448"/>
          <a:ext cx="5130800" cy="901700"/>
        </p:xfrm>
        <a:graphic>
          <a:graphicData uri="http://schemas.openxmlformats.org/presentationml/2006/ole">
            <mc:AlternateContent xmlns:mc="http://schemas.openxmlformats.org/markup-compatibility/2006">
              <mc:Choice xmlns:v="urn:schemas-microsoft-com:vml" Requires="v">
                <p:oleObj name="Equation" r:id="rId3" imgW="5130720" imgH="901440" progId="Equation.DSMT4">
                  <p:embed/>
                </p:oleObj>
              </mc:Choice>
              <mc:Fallback>
                <p:oleObj name="Equation" r:id="rId3" imgW="5130720" imgH="9014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3936" y="3584448"/>
                        <a:ext cx="5130800"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body" sz="half" idx="4294967295"/>
          </p:nvPr>
        </p:nvSpPr>
        <p:spPr bwMode="auto">
          <a:xfrm>
            <a:off x="685800" y="1797050"/>
            <a:ext cx="7623175" cy="40846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buFont typeface="Wingdings" panose="05000000000000000000" pitchFamily="2" charset="2"/>
              <a:buChar char="§"/>
            </a:pPr>
            <a:r>
              <a:rPr lang="en-US" altLang="en-US" dirty="0"/>
              <a:t>The residual standard deviation is:</a:t>
            </a:r>
          </a:p>
          <a:p>
            <a:pPr marL="0">
              <a:buFont typeface="Wingdings" panose="05000000000000000000" pitchFamily="2" charset="2"/>
              <a:buChar char="§"/>
            </a:pPr>
            <a:endParaRPr lang="en-US" altLang="en-US" dirty="0"/>
          </a:p>
          <a:p>
            <a:pPr marL="0">
              <a:buFont typeface="Wingdings" panose="05000000000000000000" pitchFamily="2" charset="2"/>
              <a:buChar char="§"/>
            </a:pPr>
            <a:endParaRPr lang="en-US" altLang="en-US" dirty="0"/>
          </a:p>
          <a:p>
            <a:pPr marL="0">
              <a:buFont typeface="Wingdings" panose="05000000000000000000" pitchFamily="2" charset="2"/>
              <a:buChar char="§"/>
            </a:pPr>
            <a:endParaRPr lang="en-US" altLang="en-US" dirty="0"/>
          </a:p>
          <a:p>
            <a:pPr marL="0">
              <a:buFont typeface="Wingdings" panose="05000000000000000000" pitchFamily="2" charset="2"/>
              <a:buChar char="§"/>
            </a:pPr>
            <a:r>
              <a:rPr lang="en-US" altLang="en-US" dirty="0"/>
              <a:t>This value is also displayed in the ANOVA table.</a:t>
            </a:r>
          </a:p>
          <a:p>
            <a:pPr marL="0">
              <a:buFont typeface="Wingdings" panose="05000000000000000000" pitchFamily="2" charset="2"/>
              <a:buChar char="§"/>
            </a:pPr>
            <a:endParaRPr lang="en-US" altLang="en-US" dirty="0"/>
          </a:p>
          <a:p>
            <a:pPr>
              <a:buFont typeface="Wingdings" panose="05000000000000000000" pitchFamily="2" charset="2"/>
              <a:buChar char="§"/>
            </a:pPr>
            <a:r>
              <a:rPr lang="en-US" altLang="en-US" dirty="0"/>
              <a:t>For athletes with certain fixed values of height, % body fat, and age, the weights vary with a standard deviation of about 10 pounds.</a:t>
            </a:r>
          </a:p>
        </p:txBody>
      </p:sp>
      <p:sp>
        <p:nvSpPr>
          <p:cNvPr id="82948" name="Rectangle 4"/>
          <p:cNvSpPr>
            <a:spLocks noChangeArrowheads="1"/>
          </p:cNvSpPr>
          <p:nvPr/>
        </p:nvSpPr>
        <p:spPr bwMode="auto">
          <a:xfrm>
            <a:off x="914400" y="76200"/>
            <a:ext cx="77533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Female Athletes’ Weight</a:t>
            </a:r>
          </a:p>
        </p:txBody>
      </p:sp>
      <p:graphicFrame>
        <p:nvGraphicFramePr>
          <p:cNvPr id="2" name="Object 1"/>
          <p:cNvGraphicFramePr>
            <a:graphicFrameLocks noChangeAspect="1"/>
          </p:cNvGraphicFramePr>
          <p:nvPr/>
        </p:nvGraphicFramePr>
        <p:xfrm>
          <a:off x="2889250" y="2728913"/>
          <a:ext cx="2590800" cy="444500"/>
        </p:xfrm>
        <a:graphic>
          <a:graphicData uri="http://schemas.openxmlformats.org/presentationml/2006/ole">
            <mc:AlternateContent xmlns:mc="http://schemas.openxmlformats.org/markup-compatibility/2006">
              <mc:Choice xmlns:v="urn:schemas-microsoft-com:vml" Requires="v">
                <p:oleObj name="Equation" r:id="rId3" imgW="2590560" imgH="444240" progId="Equation.DSMT4">
                  <p:embed/>
                </p:oleObj>
              </mc:Choice>
              <mc:Fallback>
                <p:oleObj name="Equation" r:id="rId3" imgW="2590560" imgH="4442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9250" y="2728913"/>
                        <a:ext cx="2590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body" idx="4294967295"/>
          </p:nvPr>
        </p:nvSpPr>
        <p:spPr bwMode="auto">
          <a:xfrm>
            <a:off x="615950" y="1600200"/>
            <a:ext cx="8051800" cy="42148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b="1" dirty="0"/>
              <a:t>Insight:</a:t>
            </a:r>
          </a:p>
          <a:p>
            <a:pPr marL="0" indent="0"/>
            <a:r>
              <a:rPr lang="en-US" altLang="en-US" dirty="0">
                <a:solidFill>
                  <a:schemeClr val="tx1"/>
                </a:solidFill>
              </a:rPr>
              <a:t>If the conditional distributions of weight are approximately bell-shaped, about 95% of the weight values fall within about 2</a:t>
            </a:r>
            <a:r>
              <a:rPr lang="en-US" altLang="en-US" i="1" dirty="0">
                <a:solidFill>
                  <a:schemeClr val="tx1"/>
                </a:solidFill>
                <a:latin typeface="+mj-lt"/>
              </a:rPr>
              <a:t>s</a:t>
            </a:r>
            <a:r>
              <a:rPr lang="en-US" altLang="en-US" dirty="0">
                <a:solidFill>
                  <a:schemeClr val="tx1"/>
                </a:solidFill>
              </a:rPr>
              <a:t> = 20 pounds of the true mean as determined by the regression equation.</a:t>
            </a:r>
          </a:p>
        </p:txBody>
      </p:sp>
      <p:sp>
        <p:nvSpPr>
          <p:cNvPr id="84995" name="Rectangle 4"/>
          <p:cNvSpPr>
            <a:spLocks noChangeArrowheads="1"/>
          </p:cNvSpPr>
          <p:nvPr/>
        </p:nvSpPr>
        <p:spPr bwMode="auto">
          <a:xfrm>
            <a:off x="914400" y="76200"/>
            <a:ext cx="77533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Female Athletes’ Weight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idx="4294967295"/>
          </p:nvPr>
        </p:nvSpPr>
        <p:spPr bwMode="auto">
          <a:xfrm>
            <a:off x="685800" y="152400"/>
            <a:ext cx="8229600" cy="914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Collective Effect of Explanatory Variables</a:t>
            </a:r>
          </a:p>
        </p:txBody>
      </p:sp>
      <p:sp>
        <p:nvSpPr>
          <p:cNvPr id="87043" name="Rectangle 3"/>
          <p:cNvSpPr>
            <a:spLocks noGrp="1" noChangeArrowheads="1"/>
          </p:cNvSpPr>
          <p:nvPr>
            <p:ph type="body" sz="half" idx="4294967295"/>
          </p:nvPr>
        </p:nvSpPr>
        <p:spPr bwMode="auto">
          <a:xfrm>
            <a:off x="615950" y="1600200"/>
            <a:ext cx="7994650" cy="9239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b="1"/>
              <a:t>Example: </a:t>
            </a:r>
            <a:r>
              <a:rPr lang="en-US" altLang="en-US"/>
              <a:t>With 3 predictors in a model, we can check this by testing:</a:t>
            </a:r>
          </a:p>
        </p:txBody>
      </p:sp>
      <p:graphicFrame>
        <p:nvGraphicFramePr>
          <p:cNvPr id="2" name="Object 1"/>
          <p:cNvGraphicFramePr>
            <a:graphicFrameLocks noChangeAspect="1"/>
          </p:cNvGraphicFramePr>
          <p:nvPr/>
        </p:nvGraphicFramePr>
        <p:xfrm>
          <a:off x="2047875" y="2962656"/>
          <a:ext cx="5130800" cy="965200"/>
        </p:xfrm>
        <a:graphic>
          <a:graphicData uri="http://schemas.openxmlformats.org/presentationml/2006/ole">
            <mc:AlternateContent xmlns:mc="http://schemas.openxmlformats.org/markup-compatibility/2006">
              <mc:Choice xmlns:v="urn:schemas-microsoft-com:vml" Requires="v">
                <p:oleObj name="Equation" r:id="rId3" imgW="5130720" imgH="965160" progId="Equation.DSMT4">
                  <p:embed/>
                </p:oleObj>
              </mc:Choice>
              <mc:Fallback>
                <p:oleObj name="Equation" r:id="rId3" imgW="5130720" imgH="96516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7875" y="2962656"/>
                        <a:ext cx="51308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p:cNvSpPr/>
          <p:nvPr/>
        </p:nvSpPr>
        <p:spPr>
          <a:xfrm>
            <a:off x="554388" y="4439412"/>
            <a:ext cx="7826088" cy="1200329"/>
          </a:xfrm>
          <a:prstGeom prst="rect">
            <a:avLst/>
          </a:prstGeom>
        </p:spPr>
        <p:txBody>
          <a:bodyPr wrap="square">
            <a:spAutoFit/>
          </a:bodyPr>
          <a:lstStyle/>
          <a:p>
            <a:r>
              <a:rPr lang="en-US" dirty="0">
                <a:solidFill>
                  <a:schemeClr val="tx1"/>
                </a:solidFill>
                <a:latin typeface="+mn-lt"/>
              </a:rPr>
              <a:t>H</a:t>
            </a:r>
            <a:r>
              <a:rPr lang="en-US" baseline="-25000" dirty="0">
                <a:solidFill>
                  <a:schemeClr val="tx1"/>
                </a:solidFill>
                <a:latin typeface="+mn-lt"/>
              </a:rPr>
              <a:t>0</a:t>
            </a:r>
            <a:r>
              <a:rPr lang="en-US" dirty="0">
                <a:solidFill>
                  <a:schemeClr val="tx1"/>
                </a:solidFill>
                <a:latin typeface="+mn-lt"/>
              </a:rPr>
              <a:t> states that the mean of </a:t>
            </a:r>
            <a:r>
              <a:rPr lang="en-US" i="1" dirty="0">
                <a:solidFill>
                  <a:schemeClr val="tx1"/>
                </a:solidFill>
                <a:latin typeface="+mj-lt"/>
              </a:rPr>
              <a:t>y</a:t>
            </a:r>
            <a:r>
              <a:rPr lang="en-US" dirty="0">
                <a:solidFill>
                  <a:schemeClr val="tx1"/>
                </a:solidFill>
                <a:latin typeface="+mn-lt"/>
              </a:rPr>
              <a:t> does not depend on any of the predictors in the model.  H</a:t>
            </a:r>
            <a:r>
              <a:rPr lang="en-US" i="1" baseline="-25000" dirty="0">
                <a:solidFill>
                  <a:schemeClr val="tx1"/>
                </a:solidFill>
                <a:latin typeface="+mj-lt"/>
              </a:rPr>
              <a:t>a</a:t>
            </a:r>
            <a:r>
              <a:rPr lang="en-US" dirty="0">
                <a:solidFill>
                  <a:schemeClr val="tx1"/>
                </a:solidFill>
                <a:latin typeface="+mn-lt"/>
              </a:rPr>
              <a:t> states that at least one explanatory variable is associated with </a:t>
            </a:r>
            <a:r>
              <a:rPr lang="en-US" i="1" dirty="0">
                <a:solidFill>
                  <a:schemeClr val="tx1"/>
                </a:solidFill>
                <a:latin typeface="+mj-lt"/>
              </a:rPr>
              <a:t>y</a:t>
            </a:r>
            <a:r>
              <a:rPr lang="en-US" dirty="0">
                <a:solidFill>
                  <a:schemeClr val="tx1"/>
                </a:solidFill>
                <a:latin typeface="+mn-lt"/>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noChangeArrowheads="1"/>
          </p:cNvSpPr>
          <p:nvPr>
            <p:ph type="body" sz="half" idx="4294967295"/>
          </p:nvPr>
        </p:nvSpPr>
        <p:spPr bwMode="auto">
          <a:xfrm>
            <a:off x="608013" y="1600200"/>
            <a:ext cx="8051800" cy="8461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The test statistic for H</a:t>
            </a:r>
            <a:r>
              <a:rPr lang="en-US" altLang="en-US" baseline="-25000" dirty="0"/>
              <a:t>0</a:t>
            </a:r>
            <a:r>
              <a:rPr lang="en-US" altLang="en-US" dirty="0"/>
              <a:t> is denoted by </a:t>
            </a:r>
            <a:r>
              <a:rPr lang="en-US" altLang="en-US" i="1" dirty="0"/>
              <a:t>F</a:t>
            </a:r>
            <a:r>
              <a:rPr lang="en-US" altLang="en-US" dirty="0"/>
              <a:t>. It equals the ratio of the mean squares from the ANOVA table,</a:t>
            </a:r>
          </a:p>
        </p:txBody>
      </p:sp>
      <p:sp>
        <p:nvSpPr>
          <p:cNvPr id="89092" name="Rectangle 2"/>
          <p:cNvSpPr>
            <a:spLocks noChangeArrowheads="1"/>
          </p:cNvSpPr>
          <p:nvPr/>
        </p:nvSpPr>
        <p:spPr bwMode="auto">
          <a:xfrm>
            <a:off x="685800" y="1524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The Collective Effect of Explanatory Variables</a:t>
            </a:r>
          </a:p>
        </p:txBody>
      </p:sp>
      <p:graphicFrame>
        <p:nvGraphicFramePr>
          <p:cNvPr id="2" name="Object 1"/>
          <p:cNvGraphicFramePr>
            <a:graphicFrameLocks noChangeAspect="1"/>
          </p:cNvGraphicFramePr>
          <p:nvPr/>
        </p:nvGraphicFramePr>
        <p:xfrm>
          <a:off x="1773936" y="3195828"/>
          <a:ext cx="5143500" cy="901700"/>
        </p:xfrm>
        <a:graphic>
          <a:graphicData uri="http://schemas.openxmlformats.org/presentationml/2006/ole">
            <mc:AlternateContent xmlns:mc="http://schemas.openxmlformats.org/markup-compatibility/2006">
              <mc:Choice xmlns:v="urn:schemas-microsoft-com:vml" Requires="v">
                <p:oleObj name="Equation" r:id="rId3" imgW="5143320" imgH="901440" progId="Equation.DSMT4">
                  <p:embed/>
                </p:oleObj>
              </mc:Choice>
              <mc:Fallback>
                <p:oleObj name="Equation" r:id="rId3" imgW="5143320" imgH="9014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3936" y="3195828"/>
                        <a:ext cx="5143500"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p:cNvSpPr>
            <a:spLocks noGrp="1" noChangeArrowheads="1"/>
          </p:cNvSpPr>
          <p:nvPr>
            <p:ph type="body" idx="4294967295"/>
          </p:nvPr>
        </p:nvSpPr>
        <p:spPr bwMode="auto">
          <a:xfrm>
            <a:off x="685800" y="1563688"/>
            <a:ext cx="7753350" cy="425608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buFont typeface="Wingdings" panose="05000000000000000000" pitchFamily="2" charset="2"/>
              <a:buChar char="§"/>
              <a:defRPr/>
            </a:pPr>
            <a:endParaRPr lang="en-US" altLang="en-US" dirty="0"/>
          </a:p>
          <a:p>
            <a:pPr>
              <a:buFont typeface="Wingdings" panose="05000000000000000000" pitchFamily="2" charset="2"/>
              <a:buChar char="§"/>
              <a:defRPr/>
            </a:pPr>
            <a:r>
              <a:rPr lang="en-US" altLang="en-US" dirty="0"/>
              <a:t>When </a:t>
            </a:r>
            <a:r>
              <a:rPr lang="en-US" altLang="en-US" sz="2800" dirty="0">
                <a:latin typeface="+mj-lt"/>
              </a:rPr>
              <a:t>H</a:t>
            </a:r>
            <a:r>
              <a:rPr lang="en-US" altLang="en-US" sz="2800" baseline="-25000" dirty="0">
                <a:latin typeface="+mj-lt"/>
              </a:rPr>
              <a:t>0</a:t>
            </a:r>
            <a:r>
              <a:rPr lang="en-US" altLang="en-US" dirty="0"/>
              <a:t> is true, the expected value of the </a:t>
            </a:r>
            <a:r>
              <a:rPr lang="en-US" altLang="en-US" i="1" dirty="0"/>
              <a:t>F</a:t>
            </a:r>
            <a:r>
              <a:rPr lang="en-US" altLang="en-US" dirty="0"/>
              <a:t> test statistic is approximately 1.</a:t>
            </a:r>
          </a:p>
          <a:p>
            <a:pPr marL="0">
              <a:buFont typeface="Wingdings" panose="05000000000000000000" pitchFamily="2" charset="2"/>
              <a:buChar char="§"/>
              <a:defRPr/>
            </a:pPr>
            <a:endParaRPr lang="en-US" altLang="en-US" dirty="0"/>
          </a:p>
          <a:p>
            <a:pPr marL="0">
              <a:buFont typeface="Wingdings" panose="05000000000000000000" pitchFamily="2" charset="2"/>
              <a:buChar char="§"/>
              <a:defRPr/>
            </a:pPr>
            <a:r>
              <a:rPr lang="en-US" altLang="en-US" dirty="0"/>
              <a:t>When </a:t>
            </a:r>
            <a:r>
              <a:rPr lang="en-US" altLang="en-US" sz="2800" dirty="0">
                <a:latin typeface="+mj-lt"/>
              </a:rPr>
              <a:t>H</a:t>
            </a:r>
            <a:r>
              <a:rPr lang="en-US" altLang="en-US" sz="2800" baseline="-25000" dirty="0">
                <a:latin typeface="+mj-lt"/>
              </a:rPr>
              <a:t>0</a:t>
            </a:r>
            <a:r>
              <a:rPr lang="en-US" altLang="en-US" dirty="0"/>
              <a:t> is false, </a:t>
            </a:r>
            <a:r>
              <a:rPr lang="en-US" altLang="en-US" i="1" dirty="0"/>
              <a:t>F</a:t>
            </a:r>
            <a:r>
              <a:rPr lang="en-US" altLang="en-US" dirty="0"/>
              <a:t> tends to be larger than 1.</a:t>
            </a:r>
          </a:p>
          <a:p>
            <a:pPr marL="0">
              <a:buFont typeface="Wingdings" panose="05000000000000000000" pitchFamily="2" charset="2"/>
              <a:buChar char="§"/>
              <a:defRPr/>
            </a:pPr>
            <a:endParaRPr lang="en-US" altLang="en-US" dirty="0"/>
          </a:p>
          <a:p>
            <a:pPr>
              <a:buFont typeface="Wingdings" panose="05000000000000000000" pitchFamily="2" charset="2"/>
              <a:buChar char="§"/>
              <a:defRPr/>
            </a:pPr>
            <a:r>
              <a:rPr lang="en-US" altLang="en-US" dirty="0"/>
              <a:t>The larger the </a:t>
            </a:r>
            <a:r>
              <a:rPr lang="en-US" altLang="en-US" i="1" dirty="0"/>
              <a:t>F</a:t>
            </a:r>
            <a:r>
              <a:rPr lang="en-US" altLang="en-US" dirty="0"/>
              <a:t> test statistic, the stronger the evidence against </a:t>
            </a:r>
            <a:r>
              <a:rPr lang="en-US" altLang="en-US" sz="2800" dirty="0">
                <a:latin typeface="+mj-lt"/>
              </a:rPr>
              <a:t>H</a:t>
            </a:r>
            <a:r>
              <a:rPr lang="en-US" altLang="en-US" sz="2800" baseline="-25000" dirty="0">
                <a:latin typeface="+mj-lt"/>
              </a:rPr>
              <a:t>0</a:t>
            </a:r>
            <a:r>
              <a:rPr lang="en-US" altLang="en-US" dirty="0"/>
              <a:t>.</a:t>
            </a:r>
          </a:p>
        </p:txBody>
      </p:sp>
      <p:sp>
        <p:nvSpPr>
          <p:cNvPr id="91139" name="Rectangle 2"/>
          <p:cNvSpPr>
            <a:spLocks noChangeArrowheads="1"/>
          </p:cNvSpPr>
          <p:nvPr/>
        </p:nvSpPr>
        <p:spPr bwMode="auto">
          <a:xfrm>
            <a:off x="685800" y="1524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The Collective Effect of Explanatory Variables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type="body" idx="4294967295"/>
          </p:nvPr>
        </p:nvSpPr>
        <p:spPr bwMode="auto">
          <a:xfrm>
            <a:off x="615950" y="1600200"/>
            <a:ext cx="8051800" cy="461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ANOVA table for the “college athletes” data set:</a:t>
            </a:r>
          </a:p>
        </p:txBody>
      </p:sp>
      <p:sp>
        <p:nvSpPr>
          <p:cNvPr id="93187"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Female Athlete’s Weight</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832" y="2443163"/>
            <a:ext cx="7391400" cy="16383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body" sz="half" idx="4294967295"/>
          </p:nvPr>
        </p:nvSpPr>
        <p:spPr bwMode="auto">
          <a:xfrm>
            <a:off x="6858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Use the output in the ANOVA table to test the hypothesis:</a:t>
            </a:r>
          </a:p>
          <a:p>
            <a:pPr marL="0" indent="0">
              <a:buFont typeface="Wingdings" panose="05000000000000000000" pitchFamily="2" charset="2"/>
              <a:buChar char="§"/>
            </a:pPr>
            <a:endParaRPr lang="en-US" altLang="en-US"/>
          </a:p>
          <a:p>
            <a:pPr marL="0" indent="0">
              <a:buFont typeface="Wingdings" panose="05000000000000000000" pitchFamily="2" charset="2"/>
              <a:buChar char="§"/>
            </a:pPr>
            <a:endParaRPr lang="en-US" altLang="en-US"/>
          </a:p>
        </p:txBody>
      </p:sp>
      <p:sp>
        <p:nvSpPr>
          <p:cNvPr id="95236"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Female Athlete’s Weight</a:t>
            </a:r>
          </a:p>
        </p:txBody>
      </p:sp>
      <p:graphicFrame>
        <p:nvGraphicFramePr>
          <p:cNvPr id="5" name="Object 4"/>
          <p:cNvGraphicFramePr>
            <a:graphicFrameLocks noChangeAspect="1"/>
          </p:cNvGraphicFramePr>
          <p:nvPr/>
        </p:nvGraphicFramePr>
        <p:xfrm>
          <a:off x="2047875" y="2962656"/>
          <a:ext cx="5130800" cy="965200"/>
        </p:xfrm>
        <a:graphic>
          <a:graphicData uri="http://schemas.openxmlformats.org/presentationml/2006/ole">
            <mc:AlternateContent xmlns:mc="http://schemas.openxmlformats.org/markup-compatibility/2006">
              <mc:Choice xmlns:v="urn:schemas-microsoft-com:vml" Requires="v">
                <p:oleObj name="Equation" r:id="rId3" imgW="5130720" imgH="965160" progId="Equation.DSMT4">
                  <p:embed/>
                </p:oleObj>
              </mc:Choice>
              <mc:Fallback>
                <p:oleObj name="Equation" r:id="rId3" imgW="5130720" imgH="965160" progId="Equation.DSMT4">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7875" y="2962656"/>
                        <a:ext cx="51308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body" sz="half" idx="4294967295"/>
          </p:nvPr>
        </p:nvSpPr>
        <p:spPr bwMode="auto">
          <a:xfrm>
            <a:off x="6858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dirty="0"/>
              <a:t>From the ANOVA table, the observed </a:t>
            </a:r>
            <a:r>
              <a:rPr lang="en-US" i="1" dirty="0"/>
              <a:t>F </a:t>
            </a:r>
            <a:r>
              <a:rPr lang="en-US" dirty="0"/>
              <a:t>test statistic value is 40.48. Since this is well above 2.76, the P-value is less than 0.05. </a:t>
            </a:r>
          </a:p>
          <a:p>
            <a:pPr marL="0" indent="0"/>
            <a:endParaRPr lang="en-US" dirty="0"/>
          </a:p>
          <a:p>
            <a:pPr marL="0" indent="0"/>
            <a:r>
              <a:rPr lang="en-US" dirty="0"/>
              <a:t>The ANOVA table reports P-value = 0.000. If H</a:t>
            </a:r>
            <a:r>
              <a:rPr lang="en-US" baseline="-25000" dirty="0"/>
              <a:t>0</a:t>
            </a:r>
            <a:r>
              <a:rPr lang="en-US" dirty="0"/>
              <a:t> were true, it would be extremely unusual to get such a large </a:t>
            </a:r>
            <a:r>
              <a:rPr lang="en-US" i="1" dirty="0"/>
              <a:t>F </a:t>
            </a:r>
            <a:r>
              <a:rPr lang="en-US" dirty="0"/>
              <a:t>test statistic. We can reject H</a:t>
            </a:r>
            <a:r>
              <a:rPr lang="en-US" baseline="-25000" dirty="0"/>
              <a:t>0</a:t>
            </a:r>
            <a:r>
              <a:rPr lang="en-US" dirty="0"/>
              <a:t> at the 0.05 significance level. </a:t>
            </a:r>
          </a:p>
          <a:p>
            <a:pPr marL="0" indent="0"/>
            <a:endParaRPr lang="en-US" dirty="0"/>
          </a:p>
        </p:txBody>
      </p:sp>
      <p:sp>
        <p:nvSpPr>
          <p:cNvPr id="95236"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Female Athlete’s Weight</a:t>
            </a:r>
          </a:p>
        </p:txBody>
      </p:sp>
    </p:spTree>
    <p:extLst>
      <p:ext uri="{BB962C8B-B14F-4D97-AF65-F5344CB8AC3E}">
        <p14:creationId xmlns:p14="http://schemas.microsoft.com/office/powerpoint/2010/main" val="14541402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body" idx="4294967295"/>
          </p:nvPr>
        </p:nvSpPr>
        <p:spPr bwMode="auto">
          <a:xfrm>
            <a:off x="7620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90000"/>
              </a:lnSpc>
            </a:pPr>
            <a:r>
              <a:rPr lang="en-US" altLang="en-US" b="1"/>
              <a:t>Insight:</a:t>
            </a:r>
          </a:p>
          <a:p>
            <a:pPr marL="0" indent="0">
              <a:lnSpc>
                <a:spcPct val="90000"/>
              </a:lnSpc>
              <a:buFont typeface="Wingdings" panose="05000000000000000000" pitchFamily="2" charset="2"/>
              <a:buChar char="§"/>
            </a:pPr>
            <a:r>
              <a:rPr lang="en-US" altLang="en-US"/>
              <a:t>   The </a:t>
            </a:r>
            <a:r>
              <a:rPr lang="en-US" altLang="en-US" i="1"/>
              <a:t>F</a:t>
            </a:r>
            <a:r>
              <a:rPr lang="en-US" altLang="en-US"/>
              <a:t>-test tells us that at least one explanatory </a:t>
            </a:r>
          </a:p>
          <a:p>
            <a:pPr marL="0" indent="0">
              <a:lnSpc>
                <a:spcPct val="90000"/>
              </a:lnSpc>
            </a:pPr>
            <a:r>
              <a:rPr lang="en-US" altLang="en-US"/>
              <a:t>     variable has an effect.</a:t>
            </a:r>
          </a:p>
          <a:p>
            <a:pPr marL="0" indent="0">
              <a:lnSpc>
                <a:spcPct val="90000"/>
              </a:lnSpc>
            </a:pPr>
            <a:endParaRPr lang="en-US" altLang="en-US"/>
          </a:p>
        </p:txBody>
      </p:sp>
      <p:sp>
        <p:nvSpPr>
          <p:cNvPr id="97283"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dirty="0">
                <a:solidFill>
                  <a:schemeClr val="tx1"/>
                </a:solidFill>
                <a:latin typeface="Arial" panose="020B0604020202020204" pitchFamily="34" charset="0"/>
              </a:rPr>
              <a:t>Example: Female Athlete’s Weight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body" idx="4294967295"/>
          </p:nvPr>
        </p:nvSpPr>
        <p:spPr bwMode="auto">
          <a:xfrm>
            <a:off x="608013" y="1408113"/>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r>
              <a:rPr lang="en-US" altLang="en-US" b="1" dirty="0"/>
              <a:t>1. Assumptions:</a:t>
            </a:r>
          </a:p>
          <a:p>
            <a:pPr>
              <a:buFont typeface="Wingdings" panose="05000000000000000000" pitchFamily="2" charset="2"/>
              <a:buChar char="§"/>
            </a:pPr>
            <a:r>
              <a:rPr lang="en-US" altLang="en-US" dirty="0"/>
              <a:t>Multiple regression model holds for population mean. This implies that there is a linear relationship between the mean of </a:t>
            </a:r>
            <a:r>
              <a:rPr lang="en-US" altLang="en-US" i="1" dirty="0">
                <a:latin typeface="+mj-lt"/>
              </a:rPr>
              <a:t>y</a:t>
            </a:r>
            <a:r>
              <a:rPr lang="en-US" altLang="en-US" i="1" dirty="0"/>
              <a:t> </a:t>
            </a:r>
            <a:r>
              <a:rPr lang="en-US" altLang="en-US" dirty="0"/>
              <a:t>and each explanatory variable, holding the others constant. The slope of this line is the same, no matter what the values for these other predictors.</a:t>
            </a:r>
            <a:br>
              <a:rPr lang="en-US" altLang="en-US" dirty="0"/>
            </a:br>
            <a:endParaRPr lang="en-US" altLang="en-US" dirty="0"/>
          </a:p>
          <a:p>
            <a:pPr>
              <a:buFont typeface="Wingdings" panose="05000000000000000000" pitchFamily="2" charset="2"/>
              <a:buChar char="§"/>
            </a:pPr>
            <a:r>
              <a:rPr lang="en-US" altLang="en-US" dirty="0"/>
              <a:t>Data gathered using randomization.</a:t>
            </a:r>
            <a:br>
              <a:rPr lang="en-US" altLang="en-US" dirty="0"/>
            </a:br>
            <a:endParaRPr lang="en-US" altLang="en-US" dirty="0"/>
          </a:p>
          <a:p>
            <a:pPr>
              <a:buFont typeface="Wingdings" panose="05000000000000000000" pitchFamily="2" charset="2"/>
              <a:buChar char="§"/>
            </a:pPr>
            <a:r>
              <a:rPr lang="en-US" altLang="en-US" dirty="0"/>
              <a:t>Normal distribution for </a:t>
            </a:r>
            <a:r>
              <a:rPr lang="en-US" altLang="en-US" i="1" dirty="0">
                <a:latin typeface="+mj-lt"/>
              </a:rPr>
              <a:t>y</a:t>
            </a:r>
            <a:r>
              <a:rPr lang="en-US" altLang="en-US" i="1" dirty="0"/>
              <a:t> </a:t>
            </a:r>
            <a:r>
              <a:rPr lang="en-US" altLang="en-US" dirty="0"/>
              <a:t>with same standard deviation at each combination of predictors.</a:t>
            </a:r>
          </a:p>
        </p:txBody>
      </p:sp>
      <p:sp>
        <p:nvSpPr>
          <p:cNvPr id="114691"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defRPr/>
            </a:pPr>
            <a:r>
              <a:rPr lang="en-US" sz="3200" b="1" dirty="0">
                <a:solidFill>
                  <a:schemeClr val="tx1"/>
                </a:solidFill>
                <a:latin typeface="+mn-lt"/>
              </a:rPr>
              <a:t>Significance Test About a Multiple Regression Parameter</a:t>
            </a:r>
            <a:endParaRPr lang="en-US" altLang="en-US" sz="3200" b="1" dirty="0">
              <a:solidFill>
                <a:schemeClr val="tx1"/>
              </a:solidFill>
              <a:latin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8076" y="1330452"/>
            <a:ext cx="5440680" cy="4893647"/>
          </a:xfrm>
          <a:prstGeom prst="rect">
            <a:avLst/>
          </a:prstGeom>
          <a:noFill/>
        </p:spPr>
        <p:txBody>
          <a:bodyPr wrap="square" rtlCol="0">
            <a:spAutoFit/>
          </a:bodyPr>
          <a:lstStyle/>
          <a:p>
            <a:r>
              <a:rPr lang="en-US" sz="2400" b="1" dirty="0">
                <a:solidFill>
                  <a:schemeClr val="tx1"/>
                </a:solidFill>
                <a:latin typeface="+mn-lt"/>
              </a:rPr>
              <a:t>2. Hypotheses:</a:t>
            </a:r>
          </a:p>
          <a:p>
            <a:endParaRPr lang="en-US" sz="2400" b="1" dirty="0">
              <a:solidFill>
                <a:schemeClr val="tx1"/>
              </a:solidFill>
              <a:latin typeface="+mn-lt"/>
            </a:endParaRPr>
          </a:p>
          <a:p>
            <a:pPr marL="742950" lvl="1"/>
            <a:r>
              <a:rPr lang="en-US" sz="2400" b="1" dirty="0">
                <a:solidFill>
                  <a:schemeClr val="tx1"/>
                </a:solidFill>
                <a:latin typeface="+mn-lt"/>
              </a:rPr>
              <a:t> </a:t>
            </a:r>
          </a:p>
          <a:p>
            <a:pPr marL="742950" lvl="1"/>
            <a:r>
              <a:rPr lang="en-US" sz="2400" b="1" dirty="0">
                <a:solidFill>
                  <a:schemeClr val="tx1"/>
                </a:solidFill>
                <a:latin typeface="+mn-lt"/>
              </a:rPr>
              <a:t> </a:t>
            </a:r>
          </a:p>
          <a:p>
            <a:endParaRPr lang="en-US" sz="2400" b="1" dirty="0">
              <a:solidFill>
                <a:schemeClr val="tx1"/>
              </a:solidFill>
              <a:latin typeface="+mn-lt"/>
            </a:endParaRPr>
          </a:p>
          <a:p>
            <a:endParaRPr lang="en-US" sz="2400" b="1" dirty="0">
              <a:latin typeface="+mn-lt"/>
            </a:endParaRPr>
          </a:p>
          <a:p>
            <a:r>
              <a:rPr lang="en-US" sz="2400" b="1" dirty="0">
                <a:solidFill>
                  <a:schemeClr val="tx1"/>
                </a:solidFill>
                <a:latin typeface="+mn-lt"/>
              </a:rPr>
              <a:t>3. Test statistic:</a:t>
            </a:r>
          </a:p>
          <a:p>
            <a:endParaRPr lang="en-US" sz="2400" b="1" dirty="0">
              <a:solidFill>
                <a:schemeClr val="tx1"/>
              </a:solidFill>
              <a:latin typeface="+mn-lt"/>
            </a:endParaRPr>
          </a:p>
          <a:p>
            <a:endParaRPr lang="en-US" sz="2400" b="1" dirty="0">
              <a:solidFill>
                <a:schemeClr val="tx1"/>
              </a:solidFill>
              <a:latin typeface="+mn-lt"/>
            </a:endParaRPr>
          </a:p>
          <a:p>
            <a:endParaRPr lang="en-US" sz="2400" b="1" dirty="0">
              <a:solidFill>
                <a:schemeClr val="tx1"/>
              </a:solidFill>
              <a:latin typeface="+mn-lt"/>
            </a:endParaRPr>
          </a:p>
          <a:p>
            <a:endParaRPr lang="en-US" sz="2400" b="1" dirty="0">
              <a:solidFill>
                <a:schemeClr val="tx1"/>
              </a:solidFill>
              <a:latin typeface="+mn-lt"/>
            </a:endParaRPr>
          </a:p>
          <a:p>
            <a:endParaRPr lang="en-US" sz="2400" b="1" dirty="0">
              <a:solidFill>
                <a:schemeClr val="tx1"/>
              </a:solidFill>
              <a:latin typeface="+mn-lt"/>
            </a:endParaRPr>
          </a:p>
          <a:p>
            <a:endParaRPr lang="en-US" sz="2400" b="1" dirty="0">
              <a:solidFill>
                <a:schemeClr val="tx1"/>
              </a:solidFill>
              <a:latin typeface="+mn-lt"/>
            </a:endParaRPr>
          </a:p>
        </p:txBody>
      </p:sp>
      <p:sp>
        <p:nvSpPr>
          <p:cNvPr id="101379"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What Helps Predict a Female Athlete’s Weight?</a:t>
            </a:r>
          </a:p>
        </p:txBody>
      </p:sp>
      <p:graphicFrame>
        <p:nvGraphicFramePr>
          <p:cNvPr id="2" name="Object 1"/>
          <p:cNvGraphicFramePr>
            <a:graphicFrameLocks noChangeAspect="1"/>
          </p:cNvGraphicFramePr>
          <p:nvPr/>
        </p:nvGraphicFramePr>
        <p:xfrm>
          <a:off x="1760538" y="2051050"/>
          <a:ext cx="1549400" cy="444500"/>
        </p:xfrm>
        <a:graphic>
          <a:graphicData uri="http://schemas.openxmlformats.org/presentationml/2006/ole">
            <mc:AlternateContent xmlns:mc="http://schemas.openxmlformats.org/markup-compatibility/2006">
              <mc:Choice xmlns:v="urn:schemas-microsoft-com:vml" Requires="v">
                <p:oleObj name="Equation" r:id="rId3" imgW="1549080" imgH="444240" progId="Equation.DSMT4">
                  <p:embed/>
                </p:oleObj>
              </mc:Choice>
              <mc:Fallback>
                <p:oleObj name="Equation" r:id="rId3" imgW="1549080" imgH="4442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0538" y="2051050"/>
                        <a:ext cx="15494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1741488" y="2495550"/>
          <a:ext cx="1574800" cy="444500"/>
        </p:xfrm>
        <a:graphic>
          <a:graphicData uri="http://schemas.openxmlformats.org/presentationml/2006/ole">
            <mc:AlternateContent xmlns:mc="http://schemas.openxmlformats.org/markup-compatibility/2006">
              <mc:Choice xmlns:v="urn:schemas-microsoft-com:vml" Requires="v">
                <p:oleObj name="Equation" r:id="rId5" imgW="1574640" imgH="444240" progId="Equation.DSMT4">
                  <p:embed/>
                </p:oleObj>
              </mc:Choice>
              <mc:Fallback>
                <p:oleObj name="Equation" r:id="rId5" imgW="1574640" imgH="444240" progId="Equation.DSMT4">
                  <p:embed/>
                  <p:pic>
                    <p:nvPicPr>
                      <p:cNvPr id="3"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1488" y="2495550"/>
                        <a:ext cx="1574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nvGraphicFramePr>
        <p:xfrm>
          <a:off x="1540764" y="4361688"/>
          <a:ext cx="1295400" cy="838200"/>
        </p:xfrm>
        <a:graphic>
          <a:graphicData uri="http://schemas.openxmlformats.org/presentationml/2006/ole">
            <mc:AlternateContent xmlns:mc="http://schemas.openxmlformats.org/markup-compatibility/2006">
              <mc:Choice xmlns:v="urn:schemas-microsoft-com:vml" Requires="v">
                <p:oleObj name="Equation" r:id="rId7" imgW="1295280" imgH="838080" progId="Equation.DSMT4">
                  <p:embed/>
                </p:oleObj>
              </mc:Choice>
              <mc:Fallback>
                <p:oleObj name="Equation" r:id="rId7" imgW="1295280" imgH="838080" progId="Equation.DSMT4">
                  <p:embed/>
                  <p:pic>
                    <p:nvPicPr>
                      <p:cNvPr id="5"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0764" y="4361688"/>
                        <a:ext cx="12954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What Helps Predict a Female Athlete’s Weight?</a:t>
            </a:r>
          </a:p>
        </p:txBody>
      </p:sp>
      <mc:AlternateContent xmlns:mc="http://schemas.openxmlformats.org/markup-compatibility/2006">
        <mc:Choice xmlns:a14="http://schemas.microsoft.com/office/drawing/2010/main" Requires="a14">
          <p:sp>
            <p:nvSpPr>
              <p:cNvPr id="2" name="TextBox 1"/>
              <p:cNvSpPr txBox="1"/>
              <p:nvPr/>
            </p:nvSpPr>
            <p:spPr>
              <a:xfrm>
                <a:off x="608076" y="1485900"/>
                <a:ext cx="8161020" cy="4154984"/>
              </a:xfrm>
              <a:prstGeom prst="rect">
                <a:avLst/>
              </a:prstGeom>
              <a:noFill/>
            </p:spPr>
            <p:txBody>
              <a:bodyPr wrap="square" rtlCol="0">
                <a:spAutoFit/>
              </a:bodyPr>
              <a:lstStyle/>
              <a:p>
                <a:pPr marL="457200" indent="-457200">
                  <a:buFont typeface="+mj-lt"/>
                  <a:buAutoNum type="arabicPeriod" startAt="4"/>
                </a:pPr>
                <a:r>
                  <a:rPr lang="en-US" sz="2400" b="1" dirty="0">
                    <a:solidFill>
                      <a:schemeClr val="tx1"/>
                    </a:solidFill>
                    <a:latin typeface="+mn-lt"/>
                  </a:rPr>
                  <a:t>P-value: </a:t>
                </a:r>
                <a:r>
                  <a:rPr lang="en-US" sz="2400" dirty="0">
                    <a:solidFill>
                      <a:schemeClr val="tx1"/>
                    </a:solidFill>
                    <a:latin typeface="+mn-lt"/>
                  </a:rPr>
                  <a:t>Two-tail probability from </a:t>
                </a:r>
                <a:r>
                  <a:rPr lang="en-US" sz="2400" i="1" dirty="0">
                    <a:solidFill>
                      <a:schemeClr val="tx1"/>
                    </a:solidFill>
                    <a:latin typeface="+mn-lt"/>
                  </a:rPr>
                  <a:t>t </a:t>
                </a:r>
                <a:r>
                  <a:rPr lang="en-US" sz="2400" dirty="0">
                    <a:solidFill>
                      <a:schemeClr val="tx1"/>
                    </a:solidFill>
                    <a:latin typeface="+mn-lt"/>
                  </a:rPr>
                  <a:t>distribution of values larger than observed </a:t>
                </a:r>
                <a:r>
                  <a:rPr lang="en-US" sz="2400" i="1" dirty="0">
                    <a:solidFill>
                      <a:schemeClr val="tx1"/>
                    </a:solidFill>
                    <a:latin typeface="+mn-lt"/>
                  </a:rPr>
                  <a:t>t </a:t>
                </a:r>
                <a:r>
                  <a:rPr lang="en-US" sz="2400" dirty="0">
                    <a:solidFill>
                      <a:schemeClr val="tx1"/>
                    </a:solidFill>
                    <a:latin typeface="+mn-lt"/>
                  </a:rPr>
                  <a:t>test statistic (in absolute value). The </a:t>
                </a:r>
                <a:r>
                  <a:rPr lang="en-US" sz="2400" i="1" dirty="0">
                    <a:solidFill>
                      <a:schemeClr val="tx1"/>
                    </a:solidFill>
                    <a:latin typeface="+mn-lt"/>
                  </a:rPr>
                  <a:t>t </a:t>
                </a:r>
                <a:r>
                  <a:rPr lang="en-US" sz="2400" dirty="0">
                    <a:solidFill>
                      <a:schemeClr val="tx1"/>
                    </a:solidFill>
                    <a:latin typeface="+mn-lt"/>
                  </a:rPr>
                  <a:t>distribution has </a:t>
                </a:r>
              </a:p>
              <a:p>
                <a:pPr marL="457200" indent="-457200">
                  <a:buFont typeface="+mj-lt"/>
                  <a:buAutoNum type="arabicPeriod" startAt="4"/>
                </a:pPr>
                <a:endParaRPr lang="en-US" sz="2400" i="1" dirty="0">
                  <a:solidFill>
                    <a:schemeClr val="tx1"/>
                  </a:solidFill>
                  <a:latin typeface="+mn-lt"/>
                </a:endParaRPr>
              </a:p>
              <a:p>
                <a:r>
                  <a:rPr lang="en-US" sz="2400" i="1" dirty="0">
                    <a:solidFill>
                      <a:schemeClr val="tx1"/>
                    </a:solidFill>
                    <a:latin typeface="+mn-lt"/>
                  </a:rPr>
                  <a:t>    </a:t>
                </a:r>
                <a:r>
                  <a:rPr lang="en-US" sz="2400" i="1" dirty="0">
                    <a:solidFill>
                      <a:schemeClr val="tx1"/>
                    </a:solidFill>
                    <a:latin typeface="+mj-lt"/>
                  </a:rPr>
                  <a:t>df</a:t>
                </a:r>
                <a:r>
                  <a:rPr lang="en-US" sz="2400" i="1" dirty="0">
                    <a:solidFill>
                      <a:schemeClr val="tx1"/>
                    </a:solidFill>
                    <a:latin typeface="+mn-lt"/>
                  </a:rPr>
                  <a:t> </a:t>
                </a:r>
                <a:r>
                  <a:rPr lang="en-US" sz="2400" dirty="0">
                    <a:solidFill>
                      <a:schemeClr val="tx1"/>
                    </a:solidFill>
                    <a:latin typeface="+mn-lt"/>
                  </a:rPr>
                  <a:t>= </a:t>
                </a:r>
                <a:r>
                  <a:rPr lang="en-US" sz="2400" i="1" dirty="0">
                    <a:solidFill>
                      <a:schemeClr val="tx1"/>
                    </a:solidFill>
                    <a:latin typeface="+mj-lt"/>
                  </a:rPr>
                  <a:t>n</a:t>
                </a:r>
                <a:r>
                  <a:rPr lang="en-US" sz="2400" i="1" dirty="0">
                    <a:solidFill>
                      <a:schemeClr val="tx1"/>
                    </a:solidFill>
                    <a:latin typeface="+mn-lt"/>
                  </a:rPr>
                  <a:t> </a:t>
                </a:r>
                <a:r>
                  <a:rPr lang="en-US" sz="2400" dirty="0">
                    <a:solidFill>
                      <a:schemeClr val="tx1"/>
                    </a:solidFill>
                    <a:latin typeface="+mn-lt"/>
                  </a:rPr>
                  <a:t>–  number of parameters in regression equation</a:t>
                </a:r>
                <a:br>
                  <a:rPr lang="en-US" sz="2400" dirty="0">
                    <a:solidFill>
                      <a:schemeClr val="tx1"/>
                    </a:solidFill>
                    <a:latin typeface="+mn-lt"/>
                  </a:rPr>
                </a:br>
                <a:endParaRPr lang="en-US" sz="2400" dirty="0">
                  <a:solidFill>
                    <a:schemeClr val="tx1"/>
                  </a:solidFill>
                  <a:latin typeface="+mn-lt"/>
                </a:endParaRPr>
              </a:p>
              <a:p>
                <a:r>
                  <a:rPr lang="en-US" sz="2400" dirty="0">
                    <a:solidFill>
                      <a:schemeClr val="tx1"/>
                    </a:solidFill>
                    <a:latin typeface="+mn-lt"/>
                  </a:rPr>
                  <a:t>    (such as </a:t>
                </a:r>
                <a:r>
                  <a:rPr lang="en-US" sz="2400" i="1" dirty="0">
                    <a:solidFill>
                      <a:schemeClr val="tx1"/>
                    </a:solidFill>
                    <a:latin typeface="+mj-lt"/>
                  </a:rPr>
                  <a:t>df</a:t>
                </a:r>
                <a:r>
                  <a:rPr lang="en-US" sz="2400" dirty="0">
                    <a:solidFill>
                      <a:schemeClr val="tx1"/>
                    </a:solidFill>
                    <a:latin typeface="+mn-lt"/>
                  </a:rPr>
                  <a:t> = </a:t>
                </a:r>
                <a:r>
                  <a:rPr lang="en-US" sz="2400" i="1" dirty="0">
                    <a:solidFill>
                      <a:schemeClr val="tx1"/>
                    </a:solidFill>
                    <a:latin typeface="+mj-lt"/>
                  </a:rPr>
                  <a:t>n</a:t>
                </a:r>
                <a:r>
                  <a:rPr lang="en-US" sz="2400" dirty="0">
                    <a:solidFill>
                      <a:schemeClr val="tx1"/>
                    </a:solidFill>
                    <a:latin typeface="+mn-lt"/>
                  </a:rPr>
                  <a:t> – 3 when </a:t>
                </a:r>
                <a14:m>
                  <m:oMath xmlns:m="http://schemas.openxmlformats.org/officeDocument/2006/math">
                    <m:r>
                      <m:rPr>
                        <m:sty m:val="p"/>
                      </m:rPr>
                      <a:rPr lang="en-US" sz="2400" i="0" smtClean="0">
                        <a:solidFill>
                          <a:schemeClr val="tx1"/>
                        </a:solidFill>
                        <a:latin typeface="Cambria Math" panose="02040503050406030204" pitchFamily="18" charset="0"/>
                        <a:ea typeface="Cambria Math" panose="02040503050406030204" pitchFamily="18" charset="0"/>
                      </a:rPr>
                      <m:t>μ</m:t>
                    </m:r>
                    <m:r>
                      <a:rPr lang="en-US" sz="2400" b="0" i="1" baseline="-25000" smtClean="0">
                        <a:solidFill>
                          <a:schemeClr val="tx1"/>
                        </a:solidFill>
                        <a:latin typeface="Cambria Math" panose="02040503050406030204" pitchFamily="18" charset="0"/>
                        <a:ea typeface="Cambria Math" panose="02040503050406030204" pitchFamily="18" charset="0"/>
                      </a:rPr>
                      <m:t>𝑦</m:t>
                    </m:r>
                    <m:r>
                      <a:rPr lang="en-US" sz="2400" b="0" i="1" smtClean="0">
                        <a:solidFill>
                          <a:schemeClr val="tx1"/>
                        </a:solidFill>
                        <a:latin typeface="Cambria Math" panose="02040503050406030204" pitchFamily="18" charset="0"/>
                        <a:ea typeface="Cambria Math" panose="02040503050406030204" pitchFamily="18" charset="0"/>
                      </a:rPr>
                      <m:t>=</m:t>
                    </m:r>
                    <m:r>
                      <m:rPr>
                        <m:sty m:val="p"/>
                      </m:rPr>
                      <a:rPr lang="en-US" sz="2400" b="0" i="0" smtClean="0">
                        <a:solidFill>
                          <a:schemeClr val="tx1"/>
                        </a:solidFill>
                        <a:latin typeface="Cambria Math" panose="02040503050406030204" pitchFamily="18" charset="0"/>
                        <a:ea typeface="Cambria Math" panose="02040503050406030204" pitchFamily="18" charset="0"/>
                      </a:rPr>
                      <m:t>α</m:t>
                    </m:r>
                    <m:r>
                      <a:rPr lang="en-US" sz="2400" b="0" i="1" smtClean="0">
                        <a:solidFill>
                          <a:schemeClr val="tx1"/>
                        </a:solidFill>
                        <a:latin typeface="Cambria Math" panose="02040503050406030204" pitchFamily="18" charset="0"/>
                        <a:ea typeface="Cambria Math" panose="02040503050406030204" pitchFamily="18" charset="0"/>
                      </a:rPr>
                      <m:t>+</m:t>
                    </m:r>
                    <m:r>
                      <m:rPr>
                        <m:sty m:val="p"/>
                      </m:rPr>
                      <a:rPr lang="en-US" sz="2400" b="0" i="0" smtClean="0">
                        <a:solidFill>
                          <a:schemeClr val="tx1"/>
                        </a:solidFill>
                        <a:latin typeface="Cambria Math" panose="02040503050406030204" pitchFamily="18" charset="0"/>
                        <a:ea typeface="Cambria Math" panose="02040503050406030204" pitchFamily="18" charset="0"/>
                      </a:rPr>
                      <m:t>β</m:t>
                    </m:r>
                    <m:r>
                      <a:rPr lang="en-US" sz="2400" b="0" i="1" baseline="-25000" smtClean="0">
                        <a:solidFill>
                          <a:schemeClr val="tx1"/>
                        </a:solidFill>
                        <a:latin typeface="Cambria Math" panose="02040503050406030204" pitchFamily="18" charset="0"/>
                        <a:ea typeface="Cambria Math" panose="02040503050406030204" pitchFamily="18" charset="0"/>
                      </a:rPr>
                      <m:t>1</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baseline="-25000" smtClean="0">
                        <a:solidFill>
                          <a:schemeClr val="tx1"/>
                        </a:solidFill>
                        <a:latin typeface="Cambria Math" panose="02040503050406030204" pitchFamily="18" charset="0"/>
                        <a:ea typeface="Cambria Math" panose="02040503050406030204" pitchFamily="18" charset="0"/>
                      </a:rPr>
                      <m:t>1</m:t>
                    </m:r>
                    <m:r>
                      <a:rPr lang="en-US" sz="2400" b="0" i="1" smtClean="0">
                        <a:solidFill>
                          <a:schemeClr val="tx1"/>
                        </a:solidFill>
                        <a:latin typeface="Cambria Math" panose="02040503050406030204" pitchFamily="18" charset="0"/>
                        <a:ea typeface="Cambria Math" panose="02040503050406030204" pitchFamily="18" charset="0"/>
                      </a:rPr>
                      <m:t>+</m:t>
                    </m:r>
                    <m:r>
                      <m:rPr>
                        <m:sty m:val="p"/>
                      </m:rPr>
                      <a:rPr lang="en-US" sz="2400" b="0" i="0" smtClean="0">
                        <a:solidFill>
                          <a:schemeClr val="tx1"/>
                        </a:solidFill>
                        <a:latin typeface="Cambria Math" panose="02040503050406030204" pitchFamily="18" charset="0"/>
                        <a:ea typeface="Cambria Math" panose="02040503050406030204" pitchFamily="18" charset="0"/>
                      </a:rPr>
                      <m:t>β</m:t>
                    </m:r>
                    <m:r>
                      <a:rPr lang="en-US" sz="2400" b="0" i="1" baseline="-25000" smtClean="0">
                        <a:solidFill>
                          <a:schemeClr val="tx1"/>
                        </a:solidFill>
                        <a:latin typeface="Cambria Math" panose="02040503050406030204" pitchFamily="18" charset="0"/>
                        <a:ea typeface="Cambria Math" panose="02040503050406030204" pitchFamily="18" charset="0"/>
                      </a:rPr>
                      <m:t>2</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baseline="-25000" smtClean="0">
                        <a:solidFill>
                          <a:schemeClr val="tx1"/>
                        </a:solidFill>
                        <a:latin typeface="Cambria Math" panose="02040503050406030204" pitchFamily="18" charset="0"/>
                        <a:ea typeface="Cambria Math" panose="02040503050406030204" pitchFamily="18" charset="0"/>
                      </a:rPr>
                      <m:t>2</m:t>
                    </m:r>
                    <m:r>
                      <a:rPr lang="en-US" sz="2400" b="0" i="1" smtClean="0">
                        <a:solidFill>
                          <a:schemeClr val="tx1"/>
                        </a:solidFill>
                        <a:latin typeface="Cambria Math" panose="02040503050406030204" pitchFamily="18" charset="0"/>
                        <a:ea typeface="Cambria Math" panose="02040503050406030204" pitchFamily="18" charset="0"/>
                      </a:rPr>
                      <m:t>, </m:t>
                    </m:r>
                  </m:oMath>
                </a14:m>
                <a:r>
                  <a:rPr lang="en-US" sz="2400" dirty="0">
                    <a:solidFill>
                      <a:schemeClr val="tx1"/>
                    </a:solidFill>
                    <a:latin typeface="+mn-lt"/>
                  </a:rPr>
                  <a:t>which has   </a:t>
                </a:r>
              </a:p>
              <a:p>
                <a:r>
                  <a:rPr lang="en-US" sz="2400" dirty="0">
                    <a:solidFill>
                      <a:schemeClr val="tx1"/>
                    </a:solidFill>
                    <a:latin typeface="+mn-lt"/>
                  </a:rPr>
                  <a:t>    three parameters).</a:t>
                </a:r>
              </a:p>
              <a:p>
                <a:endParaRPr lang="en-US" sz="2400" dirty="0">
                  <a:solidFill>
                    <a:schemeClr val="tx1"/>
                  </a:solidFill>
                  <a:latin typeface="+mn-lt"/>
                </a:endParaRPr>
              </a:p>
              <a:p>
                <a:pPr marL="457200" indent="-457200">
                  <a:buFont typeface="+mj-lt"/>
                  <a:buAutoNum type="arabicPeriod" startAt="5"/>
                </a:pPr>
                <a:r>
                  <a:rPr lang="en-US" sz="2400" b="1" dirty="0">
                    <a:solidFill>
                      <a:schemeClr val="tx1"/>
                    </a:solidFill>
                    <a:latin typeface="+mn-lt"/>
                  </a:rPr>
                  <a:t>Conclusion: </a:t>
                </a:r>
                <a:r>
                  <a:rPr lang="en-US" sz="2400" dirty="0">
                    <a:solidFill>
                      <a:schemeClr val="tx1"/>
                    </a:solidFill>
                    <a:latin typeface="+mn-lt"/>
                  </a:rPr>
                  <a:t>Interpret P-value in context; compare to significance level if decision needed.</a:t>
                </a:r>
              </a:p>
            </p:txBody>
          </p:sp>
        </mc:Choice>
        <mc:Fallback>
          <p:sp>
            <p:nvSpPr>
              <p:cNvPr id="2" name="TextBox 1"/>
              <p:cNvSpPr txBox="1">
                <a:spLocks noRot="1" noChangeAspect="1" noMove="1" noResize="1" noEditPoints="1" noAdjustHandles="1" noChangeArrowheads="1" noChangeShapeType="1" noTextEdit="1"/>
              </p:cNvSpPr>
              <p:nvPr/>
            </p:nvSpPr>
            <p:spPr>
              <a:xfrm>
                <a:off x="608076" y="1485900"/>
                <a:ext cx="8161020" cy="4154984"/>
              </a:xfrm>
              <a:prstGeom prst="rect">
                <a:avLst/>
              </a:prstGeom>
              <a:blipFill>
                <a:blip r:embed="rId3"/>
                <a:stretch>
                  <a:fillRect l="-1046" t="-1028" r="-3137" b="-2643"/>
                </a:stretch>
              </a:blipFill>
            </p:spPr>
            <p:txBody>
              <a:bodyPr/>
              <a:lstStyle/>
              <a:p>
                <a:r>
                  <a:rPr lang="en-US">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body" idx="4294967295"/>
          </p:nvPr>
        </p:nvSpPr>
        <p:spPr bwMode="auto">
          <a:xfrm>
            <a:off x="615950" y="1490663"/>
            <a:ext cx="8051800" cy="1306954"/>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Fitting a multiple regression model for predicting weight using the other variables. The predictive power is good, with </a:t>
            </a:r>
            <a:r>
              <a:rPr lang="en-US" altLang="en-US" i="1" dirty="0">
                <a:latin typeface="+mj-lt"/>
              </a:rPr>
              <a:t>R</a:t>
            </a:r>
            <a:r>
              <a:rPr lang="en-US" altLang="en-US" baseline="30000" dirty="0"/>
              <a:t>2</a:t>
            </a:r>
            <a:r>
              <a:rPr lang="en-US" altLang="en-US" dirty="0"/>
              <a:t> = 0.669.</a:t>
            </a:r>
          </a:p>
        </p:txBody>
      </p:sp>
      <p:sp>
        <p:nvSpPr>
          <p:cNvPr id="105475" name="TextBox 1"/>
          <p:cNvSpPr txBox="1">
            <a:spLocks noChangeArrowheads="1"/>
          </p:cNvSpPr>
          <p:nvPr/>
        </p:nvSpPr>
        <p:spPr bwMode="auto">
          <a:xfrm>
            <a:off x="1447800" y="5683250"/>
            <a:ext cx="7162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13.10 Multiple Regression Analysis for Predicting Weight</a:t>
            </a:r>
            <a:endParaRPr lang="en-US" altLang="en-US" sz="1600">
              <a:solidFill>
                <a:schemeClr val="tx1"/>
              </a:solidFill>
              <a:latin typeface="Arial" panose="020B0604020202020204" pitchFamily="34" charset="0"/>
            </a:endParaRPr>
          </a:p>
          <a:p>
            <a:pPr eaLnBrk="1" hangingPunct="1">
              <a:buClr>
                <a:srgbClr val="000000"/>
              </a:buClr>
              <a:buSzPct val="100000"/>
              <a:buFont typeface="Times New Roman" panose="02020603050405020304" pitchFamily="18" charset="0"/>
              <a:buNone/>
            </a:pPr>
            <a:r>
              <a:rPr lang="en-US" altLang="en-US" sz="1600">
                <a:solidFill>
                  <a:schemeClr val="tx1"/>
                </a:solidFill>
                <a:latin typeface="Arial" panose="020B0604020202020204" pitchFamily="34" charset="0"/>
              </a:rPr>
              <a:t>Predictors are HGT = height, %BF = body fat, and age of subject.</a:t>
            </a:r>
          </a:p>
        </p:txBody>
      </p:sp>
      <p:sp>
        <p:nvSpPr>
          <p:cNvPr id="105476"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Female Athlete’s Weight</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7592" y="2816446"/>
            <a:ext cx="7096125" cy="284797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body" idx="4294967295"/>
          </p:nvPr>
        </p:nvSpPr>
        <p:spPr bwMode="auto">
          <a:xfrm>
            <a:off x="762000" y="14859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Run a hypothesis test to determine whether age helps to predict weight, if you already know height and percent body fat. Here are the steps:</a:t>
            </a:r>
          </a:p>
          <a:p>
            <a:pPr marL="0" indent="0">
              <a:buFont typeface="Wingdings" panose="05000000000000000000" pitchFamily="2" charset="2"/>
              <a:buChar char="§"/>
            </a:pPr>
            <a:endParaRPr lang="en-US" altLang="en-US" dirty="0"/>
          </a:p>
          <a:p>
            <a:pPr marL="0" indent="0"/>
            <a:r>
              <a:rPr lang="en-US" altLang="en-US" b="1" dirty="0"/>
              <a:t>1. </a:t>
            </a:r>
            <a:r>
              <a:rPr lang="en-US" altLang="en-US" b="1" dirty="0">
                <a:solidFill>
                  <a:schemeClr val="tx1"/>
                </a:solidFill>
              </a:rPr>
              <a:t>Assumptions:</a:t>
            </a:r>
          </a:p>
          <a:p>
            <a:pPr lvl="1"/>
            <a:r>
              <a:rPr lang="en-US" altLang="en-US" dirty="0"/>
              <a:t>The 64 female athletes were a convenience sample, not a random sample.</a:t>
            </a:r>
            <a:br>
              <a:rPr lang="en-US" altLang="en-US" dirty="0"/>
            </a:br>
            <a:endParaRPr lang="en-US" altLang="en-US" dirty="0"/>
          </a:p>
          <a:p>
            <a:pPr lvl="1"/>
            <a:r>
              <a:rPr lang="en-US" altLang="en-US" dirty="0"/>
              <a:t>Caution should be taken when making inferences about all female college athletes.</a:t>
            </a:r>
          </a:p>
        </p:txBody>
      </p:sp>
      <p:sp>
        <p:nvSpPr>
          <p:cNvPr id="107523"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3200" b="1">
                <a:solidFill>
                  <a:schemeClr val="tx1"/>
                </a:solidFill>
                <a:latin typeface="Arial" panose="020B0604020202020204" pitchFamily="34" charset="0"/>
              </a:rPr>
              <a:t>Example: What Helps Predict a Female Athlete’s Weight?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body" sz="half" idx="4294967295"/>
          </p:nvPr>
        </p:nvSpPr>
        <p:spPr bwMode="auto">
          <a:xfrm>
            <a:off x="7493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b="1" dirty="0"/>
              <a:t>2. Hypotheses:</a:t>
            </a:r>
          </a:p>
          <a:p>
            <a:pPr lvl="1"/>
            <a:r>
              <a:rPr lang="en-US" altLang="en-US" dirty="0"/>
              <a:t> </a:t>
            </a:r>
          </a:p>
          <a:p>
            <a:pPr lvl="1"/>
            <a:r>
              <a:rPr lang="en-US" altLang="en-US" dirty="0"/>
              <a:t> </a:t>
            </a:r>
          </a:p>
          <a:p>
            <a:pPr lvl="1"/>
            <a:endParaRPr lang="en-US" altLang="en-US" dirty="0"/>
          </a:p>
          <a:p>
            <a:pPr marL="0" indent="0"/>
            <a:r>
              <a:rPr lang="en-US" altLang="en-US" b="1" dirty="0"/>
              <a:t>3. Test statistic:</a:t>
            </a:r>
          </a:p>
          <a:p>
            <a:pPr marL="0" indent="0">
              <a:buFont typeface="Wingdings" panose="05000000000000000000" pitchFamily="2" charset="2"/>
              <a:buChar char="§"/>
            </a:pPr>
            <a:endParaRPr lang="en-US" altLang="en-US" dirty="0"/>
          </a:p>
        </p:txBody>
      </p:sp>
      <p:sp>
        <p:nvSpPr>
          <p:cNvPr id="109572"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3200" b="1">
                <a:solidFill>
                  <a:schemeClr val="tx1"/>
                </a:solidFill>
                <a:latin typeface="Arial" panose="020B0604020202020204" pitchFamily="34" charset="0"/>
              </a:rPr>
              <a:t>Example: What Helps Predict a Female Athlete’s Weight?</a:t>
            </a:r>
          </a:p>
        </p:txBody>
      </p:sp>
      <p:graphicFrame>
        <p:nvGraphicFramePr>
          <p:cNvPr id="2" name="Object 1"/>
          <p:cNvGraphicFramePr>
            <a:graphicFrameLocks noChangeAspect="1"/>
          </p:cNvGraphicFramePr>
          <p:nvPr/>
        </p:nvGraphicFramePr>
        <p:xfrm>
          <a:off x="1540764" y="1970766"/>
          <a:ext cx="1587500" cy="444500"/>
        </p:xfrm>
        <a:graphic>
          <a:graphicData uri="http://schemas.openxmlformats.org/presentationml/2006/ole">
            <mc:AlternateContent xmlns:mc="http://schemas.openxmlformats.org/markup-compatibility/2006">
              <mc:Choice xmlns:v="urn:schemas-microsoft-com:vml" Requires="v">
                <p:oleObj name="Equation" r:id="rId3" imgW="1587240" imgH="444240" progId="Equation.DSMT4">
                  <p:embed/>
                </p:oleObj>
              </mc:Choice>
              <mc:Fallback>
                <p:oleObj name="Equation" r:id="rId3" imgW="1587240" imgH="4442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0764" y="1970766"/>
                        <a:ext cx="15875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1528064" y="2474003"/>
          <a:ext cx="1600200" cy="444500"/>
        </p:xfrm>
        <a:graphic>
          <a:graphicData uri="http://schemas.openxmlformats.org/presentationml/2006/ole">
            <mc:AlternateContent xmlns:mc="http://schemas.openxmlformats.org/markup-compatibility/2006">
              <mc:Choice xmlns:v="urn:schemas-microsoft-com:vml" Requires="v">
                <p:oleObj name="Equation" r:id="rId5" imgW="1600200" imgH="444240" progId="Equation.DSMT4">
                  <p:embed/>
                </p:oleObj>
              </mc:Choice>
              <mc:Fallback>
                <p:oleObj name="Equation" r:id="rId5" imgW="1600200" imgH="444240" progId="Equation.DSMT4">
                  <p:embed/>
                  <p:pic>
                    <p:nvPicPr>
                      <p:cNvPr id="3"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8064" y="2474003"/>
                        <a:ext cx="16002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nvGraphicFramePr>
        <p:xfrm>
          <a:off x="1560513" y="4206875"/>
          <a:ext cx="3898900" cy="838200"/>
        </p:xfrm>
        <a:graphic>
          <a:graphicData uri="http://schemas.openxmlformats.org/presentationml/2006/ole">
            <mc:AlternateContent xmlns:mc="http://schemas.openxmlformats.org/markup-compatibility/2006">
              <mc:Choice xmlns:v="urn:schemas-microsoft-com:vml" Requires="v">
                <p:oleObj name="Equation" r:id="rId7" imgW="3898800" imgH="838080" progId="Equation.DSMT4">
                  <p:embed/>
                </p:oleObj>
              </mc:Choice>
              <mc:Fallback>
                <p:oleObj name="Equation" r:id="rId7" imgW="3898800" imgH="838080" progId="Equation.DSMT4">
                  <p:embed/>
                  <p:pic>
                    <p:nvPicPr>
                      <p:cNvPr id="4"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0513" y="4206875"/>
                        <a:ext cx="38989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1618" name="Rectangle 2"/>
              <p:cNvSpPr>
                <a:spLocks noGrp="1" noChangeArrowheads="1"/>
              </p:cNvSpPr>
              <p:nvPr>
                <p:ph type="body" idx="4294967295"/>
              </p:nvPr>
            </p:nvSpPr>
            <p:spPr bwMode="auto">
              <a:xfrm>
                <a:off x="738188" y="1563688"/>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r>
                  <a:rPr lang="en-US" altLang="en-US" b="1" dirty="0"/>
                  <a:t>4. P-value: </a:t>
                </a:r>
                <a:r>
                  <a:rPr lang="en-US" altLang="en-US" dirty="0"/>
                  <a:t>This value is reported in the output as 0.14.</a:t>
                </a:r>
              </a:p>
              <a:p>
                <a:pPr marL="0" indent="0">
                  <a:buFont typeface="Wingdings" panose="05000000000000000000" pitchFamily="2" charset="2"/>
                  <a:buChar char="§"/>
                </a:pPr>
                <a:endParaRPr lang="en-US" altLang="en-US" dirty="0"/>
              </a:p>
              <a:p>
                <a:pPr marL="457200" indent="-457200">
                  <a:buFont typeface="+mj-lt"/>
                  <a:buAutoNum type="arabicPeriod" startAt="5"/>
                </a:pPr>
                <a:r>
                  <a:rPr lang="en-US" altLang="en-US" b="1" dirty="0"/>
                  <a:t>Conclusion: </a:t>
                </a:r>
                <a:r>
                  <a:rPr lang="en-US" altLang="en-US" dirty="0"/>
                  <a:t>The P-value of 0.14 does not give much evidence against the null hypothesis that </a:t>
                </a:r>
                <a14:m>
                  <m:oMath xmlns:m="http://schemas.openxmlformats.org/officeDocument/2006/math">
                    <m:r>
                      <m:rPr>
                        <m:sty m:val="p"/>
                      </m:rPr>
                      <a:rPr lang="en-US" altLang="en-US" i="0" smtClean="0">
                        <a:latin typeface="Cambria Math" panose="02040503050406030204" pitchFamily="18" charset="0"/>
                        <a:ea typeface="Cambria Math" panose="02040503050406030204" pitchFamily="18" charset="0"/>
                      </a:rPr>
                      <m:t>β</m:t>
                    </m:r>
                    <m:r>
                      <a:rPr lang="en-US" altLang="en-US" b="0" i="1" baseline="-25000" smtClean="0">
                        <a:latin typeface="Cambria Math" panose="02040503050406030204" pitchFamily="18" charset="0"/>
                        <a:ea typeface="Cambria Math" panose="02040503050406030204" pitchFamily="18" charset="0"/>
                      </a:rPr>
                      <m:t>3</m:t>
                    </m:r>
                    <m:r>
                      <a:rPr lang="en-US" altLang="en-US" b="0" i="1" smtClean="0">
                        <a:latin typeface="Cambria Math" panose="02040503050406030204" pitchFamily="18" charset="0"/>
                        <a:ea typeface="Cambria Math" panose="02040503050406030204" pitchFamily="18" charset="0"/>
                      </a:rPr>
                      <m:t>=0.</m:t>
                    </m:r>
                  </m:oMath>
                </a14:m>
                <a:r>
                  <a:rPr lang="en-US" altLang="en-US" dirty="0"/>
                  <a:t>  </a:t>
                </a:r>
                <a:br>
                  <a:rPr lang="en-US" altLang="en-US" dirty="0"/>
                </a:br>
                <a:r>
                  <a:rPr lang="en-US" altLang="en-US" dirty="0"/>
                  <a:t>         </a:t>
                </a:r>
              </a:p>
              <a:p>
                <a:pPr lvl="1"/>
                <a:r>
                  <a:rPr lang="en-US" altLang="en-US" dirty="0"/>
                  <a:t>Age may not significantly </a:t>
                </a:r>
                <a:r>
                  <a:rPr lang="en-US" altLang="en-US" dirty="0">
                    <a:solidFill>
                      <a:schemeClr val="tx1"/>
                    </a:solidFill>
                  </a:rPr>
                  <a:t>contribute to predicting</a:t>
                </a:r>
                <a:r>
                  <a:rPr lang="en-US" altLang="en-US" b="1" dirty="0">
                    <a:solidFill>
                      <a:srgbClr val="FF0000"/>
                    </a:solidFill>
                  </a:rPr>
                  <a:t> </a:t>
                </a:r>
                <a:r>
                  <a:rPr lang="en-US" altLang="en-US" dirty="0"/>
                  <a:t>weight if we already know height and % body fat.</a:t>
                </a:r>
                <a:endParaRPr lang="el-GR" altLang="en-US" dirty="0"/>
              </a:p>
            </p:txBody>
          </p:sp>
        </mc:Choice>
        <mc:Fallback xmlns="">
          <p:sp>
            <p:nvSpPr>
              <p:cNvPr id="111618" name="Rectangle 2"/>
              <p:cNvSpPr>
                <a:spLocks noGrp="1" noRot="1" noChangeAspect="1" noMove="1" noResize="1" noEditPoints="1" noAdjustHandles="1" noChangeArrowheads="1" noChangeShapeType="1" noTextEdit="1"/>
              </p:cNvSpPr>
              <p:nvPr>
                <p:ph type="body" idx="4294967295"/>
              </p:nvPr>
            </p:nvSpPr>
            <p:spPr bwMode="auto">
              <a:xfrm>
                <a:off x="738188" y="1563688"/>
                <a:ext cx="7753350" cy="4511675"/>
              </a:xfrm>
              <a:prstGeom prst="rect">
                <a:avLst/>
              </a:prstGeom>
              <a:blipFill>
                <a:blip r:embed="rId3" cstate="print"/>
                <a:stretch>
                  <a:fillRect l="-2358" t="-946" r="-2673"/>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1619"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3200" b="1">
                <a:solidFill>
                  <a:schemeClr val="tx1"/>
                </a:solidFill>
                <a:latin typeface="Arial" panose="020B0604020202020204" pitchFamily="34" charset="0"/>
              </a:rPr>
              <a:t>Example: What Helps Predict a Female Athlete’s Weight?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idx="4294967295"/>
          </p:nvPr>
        </p:nvSpPr>
        <p:spPr bwMode="auto">
          <a:xfrm>
            <a:off x="914400" y="76200"/>
            <a:ext cx="7753350" cy="11239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Confidence Interval for a Multiple Regression Parameter</a:t>
            </a:r>
            <a:endParaRPr lang="el-GR" altLang="en-US" b="1">
              <a:latin typeface="Arial" panose="020B0604020202020204" pitchFamily="34" charset="0"/>
            </a:endParaRPr>
          </a:p>
        </p:txBody>
      </p:sp>
      <p:sp>
        <p:nvSpPr>
          <p:cNvPr id="113667" name="Rectangle 3"/>
          <p:cNvSpPr>
            <a:spLocks noGrp="1" noChangeArrowheads="1"/>
          </p:cNvSpPr>
          <p:nvPr>
            <p:ph type="body" sz="half" idx="4294967295"/>
          </p:nvPr>
        </p:nvSpPr>
        <p:spPr bwMode="auto">
          <a:xfrm>
            <a:off x="6858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A 95% confidence interval for a </a:t>
            </a:r>
            <a:r>
              <a:rPr lang="en-US" altLang="en-US" dirty="0">
                <a:sym typeface="Symbol" panose="05050102010706020507" pitchFamily="18" charset="2"/>
              </a:rPr>
              <a:t></a:t>
            </a:r>
            <a:r>
              <a:rPr lang="en-US" altLang="en-US" dirty="0"/>
              <a:t> slope parameter in multiple regression equals:</a:t>
            </a:r>
          </a:p>
          <a:p>
            <a:pPr marL="0" indent="0">
              <a:buFont typeface="Wingdings" panose="05000000000000000000" pitchFamily="2" charset="2"/>
              <a:buChar char="§"/>
            </a:pPr>
            <a:endParaRPr lang="en-US" altLang="en-US" dirty="0"/>
          </a:p>
          <a:p>
            <a:pPr marL="0" indent="0"/>
            <a:endParaRPr lang="en-US" altLang="en-US" dirty="0"/>
          </a:p>
          <a:p>
            <a:pPr marL="0" indent="0"/>
            <a:endParaRPr lang="en-US" altLang="en-US" dirty="0"/>
          </a:p>
          <a:p>
            <a:pPr marL="0" indent="0"/>
            <a:r>
              <a:rPr lang="en-US" altLang="en-US" dirty="0"/>
              <a:t>The </a:t>
            </a:r>
            <a:r>
              <a:rPr lang="en-US" altLang="en-US" i="1" dirty="0"/>
              <a:t>t</a:t>
            </a:r>
            <a:r>
              <a:rPr lang="en-US" altLang="en-US" dirty="0"/>
              <a:t>-score has </a:t>
            </a:r>
            <a:r>
              <a:rPr lang="en-US" altLang="en-US" i="1" dirty="0">
                <a:latin typeface="+mj-lt"/>
              </a:rPr>
              <a:t>df</a:t>
            </a:r>
            <a:r>
              <a:rPr lang="en-US" altLang="en-US" i="1" dirty="0"/>
              <a:t>  = (</a:t>
            </a:r>
            <a:r>
              <a:rPr lang="en-US" altLang="en-US" i="1" dirty="0">
                <a:latin typeface="+mj-lt"/>
              </a:rPr>
              <a:t>n</a:t>
            </a:r>
            <a:r>
              <a:rPr lang="en-US" altLang="en-US" i="1" dirty="0"/>
              <a:t> – # of parameters in the model).</a:t>
            </a:r>
          </a:p>
          <a:p>
            <a:pPr marL="0" indent="0"/>
            <a:endParaRPr lang="en-US" altLang="en-US" dirty="0"/>
          </a:p>
          <a:p>
            <a:pPr marL="0" indent="0"/>
            <a:r>
              <a:rPr lang="en-US" altLang="en-US" dirty="0"/>
              <a:t>The assumptions are the same as for the </a:t>
            </a:r>
            <a:r>
              <a:rPr lang="en-US" altLang="en-US" i="1" dirty="0"/>
              <a:t>t</a:t>
            </a:r>
            <a:r>
              <a:rPr lang="en-US" altLang="en-US" dirty="0"/>
              <a:t> test.</a:t>
            </a:r>
          </a:p>
          <a:p>
            <a:pPr marL="0" indent="0"/>
            <a:r>
              <a:rPr lang="en-US" altLang="en-US" dirty="0"/>
              <a:t> </a:t>
            </a:r>
          </a:p>
        </p:txBody>
      </p:sp>
      <p:graphicFrame>
        <p:nvGraphicFramePr>
          <p:cNvPr id="2" name="Object 1"/>
          <p:cNvGraphicFramePr>
            <a:graphicFrameLocks noChangeAspect="1"/>
          </p:cNvGraphicFramePr>
          <p:nvPr/>
        </p:nvGraphicFramePr>
        <p:xfrm>
          <a:off x="1851660" y="2729484"/>
          <a:ext cx="4279900" cy="431800"/>
        </p:xfrm>
        <a:graphic>
          <a:graphicData uri="http://schemas.openxmlformats.org/presentationml/2006/ole">
            <mc:AlternateContent xmlns:mc="http://schemas.openxmlformats.org/markup-compatibility/2006">
              <mc:Choice xmlns:v="urn:schemas-microsoft-com:vml" Requires="v">
                <p:oleObj name="Equation" r:id="rId3" imgW="4279680" imgH="431640" progId="Equation.DSMT4">
                  <p:embed/>
                </p:oleObj>
              </mc:Choice>
              <mc:Fallback>
                <p:oleObj name="Equation" r:id="rId3" imgW="4279680" imgH="4316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1660" y="2729484"/>
                        <a:ext cx="42799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body" sz="half" idx="4294967295"/>
          </p:nvPr>
        </p:nvSpPr>
        <p:spPr bwMode="auto">
          <a:xfrm>
            <a:off x="695325" y="1600200"/>
            <a:ext cx="7854950" cy="10001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Construct and interpret a 95% CI for </a:t>
            </a:r>
            <a:r>
              <a:rPr lang="en-US" altLang="en-US" dirty="0">
                <a:sym typeface="Symbol" panose="05050102010706020507" pitchFamily="18" charset="2"/>
              </a:rPr>
              <a:t></a:t>
            </a:r>
            <a:r>
              <a:rPr lang="en-US" altLang="en-US" baseline="-25000" dirty="0">
                <a:sym typeface="Symbol" panose="05050102010706020507" pitchFamily="18" charset="2"/>
              </a:rPr>
              <a:t>3</a:t>
            </a:r>
            <a:r>
              <a:rPr lang="en-US" altLang="en-US" dirty="0"/>
              <a:t>, the effect of age while controlling for height and % body fat </a:t>
            </a:r>
            <a:endParaRPr lang="el-GR" altLang="en-US" dirty="0"/>
          </a:p>
        </p:txBody>
      </p:sp>
      <p:sp>
        <p:nvSpPr>
          <p:cNvPr id="115716" name="Rectangle 2"/>
          <p:cNvSpPr>
            <a:spLocks noChangeArrowheads="1"/>
          </p:cNvSpPr>
          <p:nvPr/>
        </p:nvSpPr>
        <p:spPr bwMode="auto">
          <a:xfrm>
            <a:off x="914400" y="76200"/>
            <a:ext cx="77533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What’s plausible for the Effect of Age on Weight?</a:t>
            </a:r>
            <a:endParaRPr lang="el-GR" altLang="en-US" sz="3200" b="1">
              <a:solidFill>
                <a:schemeClr val="tx1"/>
              </a:solidFill>
              <a:latin typeface="Arial" panose="020B0604020202020204" pitchFamily="34" charset="0"/>
            </a:endParaRPr>
          </a:p>
        </p:txBody>
      </p:sp>
      <p:graphicFrame>
        <p:nvGraphicFramePr>
          <p:cNvPr id="2" name="Object 1"/>
          <p:cNvGraphicFramePr>
            <a:graphicFrameLocks noChangeAspect="1"/>
          </p:cNvGraphicFramePr>
          <p:nvPr/>
        </p:nvGraphicFramePr>
        <p:xfrm>
          <a:off x="1696212" y="2884932"/>
          <a:ext cx="4902200" cy="1498600"/>
        </p:xfrm>
        <a:graphic>
          <a:graphicData uri="http://schemas.openxmlformats.org/presentationml/2006/ole">
            <mc:AlternateContent xmlns:mc="http://schemas.openxmlformats.org/markup-compatibility/2006">
              <mc:Choice xmlns:v="urn:schemas-microsoft-com:vml" Requires="v">
                <p:oleObj name="Equation" r:id="rId3" imgW="4902120" imgH="1498320" progId="Equation.DSMT4">
                  <p:embed/>
                </p:oleObj>
              </mc:Choice>
              <mc:Fallback>
                <p:oleObj name="Equation" r:id="rId3" imgW="4902120" imgH="149832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6212" y="2884932"/>
                        <a:ext cx="4902200" cy="149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body" idx="4294967295"/>
          </p:nvPr>
        </p:nvSpPr>
        <p:spPr bwMode="auto">
          <a:xfrm>
            <a:off x="685800" y="14859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defRPr/>
            </a:pPr>
            <a:r>
              <a:rPr lang="en-US" altLang="en-US" dirty="0"/>
              <a:t>At fixed values of </a:t>
            </a:r>
            <a:r>
              <a:rPr lang="en-US" altLang="en-US" i="1" dirty="0">
                <a:latin typeface="+mj-lt"/>
              </a:rPr>
              <a:t>x</a:t>
            </a:r>
            <a:r>
              <a:rPr lang="en-US" altLang="en-US" baseline="-25000" dirty="0">
                <a:latin typeface="+mj-lt"/>
              </a:rPr>
              <a:t>1</a:t>
            </a:r>
            <a:r>
              <a:rPr lang="en-US" altLang="en-US" dirty="0"/>
              <a:t> and </a:t>
            </a:r>
            <a:r>
              <a:rPr lang="en-US" altLang="en-US" i="1" dirty="0">
                <a:latin typeface="+mj-lt"/>
              </a:rPr>
              <a:t>x</a:t>
            </a:r>
            <a:r>
              <a:rPr lang="en-US" altLang="en-US" baseline="-25000" dirty="0">
                <a:latin typeface="+mj-lt"/>
              </a:rPr>
              <a:t>2</a:t>
            </a:r>
            <a:r>
              <a:rPr lang="en-US" altLang="en-US" dirty="0"/>
              <a:t>, we infer that </a:t>
            </a:r>
            <a:r>
              <a:rPr lang="en-US" altLang="en-US"/>
              <a:t>the population for </a:t>
            </a:r>
            <a:r>
              <a:rPr lang="en-US" altLang="en-US" dirty="0">
                <a:solidFill>
                  <a:schemeClr val="tx1"/>
                </a:solidFill>
              </a:rPr>
              <a:t>the mean </a:t>
            </a:r>
            <a:r>
              <a:rPr lang="en-US" altLang="en-US" dirty="0"/>
              <a:t>of weight changes very little (and maybe not at all) for a 1 year increase in age.</a:t>
            </a:r>
          </a:p>
          <a:p>
            <a:pPr marL="0" indent="0">
              <a:defRPr/>
            </a:pPr>
            <a:endParaRPr lang="en-US" altLang="en-US" dirty="0"/>
          </a:p>
          <a:p>
            <a:pPr marL="0" indent="0">
              <a:buFont typeface="Wingdings" panose="05000000000000000000" pitchFamily="2" charset="2"/>
              <a:buChar char="§"/>
              <a:defRPr/>
            </a:pPr>
            <a:r>
              <a:rPr lang="en-US" altLang="en-US" dirty="0"/>
              <a:t>   The confidence interval contains 0.</a:t>
            </a:r>
          </a:p>
          <a:p>
            <a:pPr marL="0" indent="0">
              <a:buFont typeface="Wingdings" panose="05000000000000000000" pitchFamily="2" charset="2"/>
              <a:buChar char="§"/>
              <a:defRPr/>
            </a:pPr>
            <a:endParaRPr lang="en-US" altLang="en-US" dirty="0"/>
          </a:p>
          <a:p>
            <a:pPr marL="0" indent="0">
              <a:buFont typeface="Wingdings" panose="05000000000000000000" pitchFamily="2" charset="2"/>
              <a:buChar char="§"/>
              <a:defRPr/>
            </a:pPr>
            <a:r>
              <a:rPr lang="en-US" altLang="en-US" dirty="0"/>
              <a:t>   Age may have no effect on weight, once we control for </a:t>
            </a:r>
          </a:p>
          <a:p>
            <a:pPr marL="0" indent="0">
              <a:defRPr/>
            </a:pPr>
            <a:r>
              <a:rPr lang="en-US" altLang="en-US" dirty="0"/>
              <a:t>     height and % body fat.</a:t>
            </a:r>
          </a:p>
        </p:txBody>
      </p:sp>
      <p:sp>
        <p:nvSpPr>
          <p:cNvPr id="117763" name="Rectangle 2"/>
          <p:cNvSpPr>
            <a:spLocks noChangeArrowheads="1"/>
          </p:cNvSpPr>
          <p:nvPr/>
        </p:nvSpPr>
        <p:spPr bwMode="auto">
          <a:xfrm>
            <a:off x="914400" y="76200"/>
            <a:ext cx="77533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What’s plausible for the Effect of Age on Weight?</a:t>
            </a:r>
            <a:endParaRPr lang="el-GR" altLang="en-US" sz="3200" b="1">
              <a:solidFill>
                <a:schemeClr val="tx1"/>
              </a:solidFill>
              <a:latin typeface="Arial" panose="020B0604020202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Placeholder 1"/>
          <p:cNvSpPr>
            <a:spLocks noGrp="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dirty="0"/>
              <a:t>Unless the sample size is small and the correlation is weak between </a:t>
            </a:r>
            <a:r>
              <a:rPr lang="en-US" altLang="en-US" i="1" dirty="0">
                <a:latin typeface="+mj-lt"/>
              </a:rPr>
              <a:t>y</a:t>
            </a:r>
            <a:r>
              <a:rPr lang="en-US" altLang="en-US" i="1" dirty="0"/>
              <a:t> </a:t>
            </a:r>
            <a:r>
              <a:rPr lang="en-US" altLang="en-US" dirty="0"/>
              <a:t>and each explanatory variable, the </a:t>
            </a:r>
            <a:r>
              <a:rPr lang="en-US" altLang="en-US" i="1" dirty="0"/>
              <a:t>F </a:t>
            </a:r>
            <a:r>
              <a:rPr lang="en-US" altLang="en-US" dirty="0"/>
              <a:t>test usually has a small P-value. If the explanatory variables are chosen sensibly, at least one should have </a:t>
            </a:r>
            <a:r>
              <a:rPr lang="en-US" altLang="en-US" i="1" dirty="0"/>
              <a:t>some </a:t>
            </a:r>
            <a:r>
              <a:rPr lang="en-US" altLang="en-US" dirty="0"/>
              <a:t>predictive power.</a:t>
            </a:r>
          </a:p>
          <a:p>
            <a:pPr marL="0" indent="0"/>
            <a:endParaRPr lang="en-US" altLang="en-US" dirty="0"/>
          </a:p>
          <a:p>
            <a:pPr marL="0" indent="0"/>
            <a:r>
              <a:rPr lang="en-US" altLang="en-US" dirty="0"/>
              <a:t>When the P-value is small, we can conclude merely that </a:t>
            </a:r>
            <a:r>
              <a:rPr lang="en-US" altLang="en-US" i="1" dirty="0"/>
              <a:t>at least </a:t>
            </a:r>
            <a:r>
              <a:rPr lang="en-US" altLang="en-US" dirty="0"/>
              <a:t>one explanatory variable affects </a:t>
            </a:r>
            <a:r>
              <a:rPr lang="en-US" altLang="en-US" i="1" dirty="0">
                <a:latin typeface="+mj-lt"/>
              </a:rPr>
              <a:t>y</a:t>
            </a:r>
            <a:r>
              <a:rPr lang="en-US" altLang="en-US" i="1" dirty="0"/>
              <a:t>. </a:t>
            </a:r>
            <a:r>
              <a:rPr lang="en-US" altLang="en-US" dirty="0"/>
              <a:t>The more narrowly focused </a:t>
            </a:r>
            <a:r>
              <a:rPr lang="en-US" altLang="en-US" i="1" dirty="0"/>
              <a:t>t </a:t>
            </a:r>
            <a:r>
              <a:rPr lang="en-US" altLang="en-US" dirty="0"/>
              <a:t>inferences about individual slopes judge </a:t>
            </a:r>
            <a:r>
              <a:rPr lang="en-US" altLang="en-US" i="1" dirty="0"/>
              <a:t>which </a:t>
            </a:r>
            <a:r>
              <a:rPr lang="en-US" altLang="en-US" dirty="0"/>
              <a:t>effects are nonzero and estimate their sizes.</a:t>
            </a:r>
          </a:p>
        </p:txBody>
      </p:sp>
      <p:sp>
        <p:nvSpPr>
          <p:cNvPr id="3" name="Title 2"/>
          <p:cNvSpPr>
            <a:spLocks noGrp="1"/>
          </p:cNvSpPr>
          <p:nvPr>
            <p:ph type="title"/>
          </p:nvPr>
        </p:nvSpPr>
        <p:spPr>
          <a:xfrm>
            <a:off x="762000" y="0"/>
            <a:ext cx="7924800" cy="1143000"/>
          </a:xfrm>
        </p:spPr>
        <p:txBody>
          <a:bodyPr/>
          <a:lstStyle/>
          <a:p>
            <a:pPr>
              <a:defRPr/>
            </a:pPr>
            <a:r>
              <a:rPr lang="en-US" b="1" dirty="0">
                <a:latin typeface="+mn-lt"/>
              </a:rPr>
              <a:t>Model Building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Placeholder 1"/>
          <p:cNvSpPr>
            <a:spLocks noGrp="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a:t>The </a:t>
            </a:r>
            <a:r>
              <a:rPr lang="en-US" altLang="en-US" i="1"/>
              <a:t>F </a:t>
            </a:r>
            <a:r>
              <a:rPr lang="en-US" altLang="en-US"/>
              <a:t>test is typically performed </a:t>
            </a:r>
            <a:r>
              <a:rPr lang="en-US" altLang="en-US" i="1"/>
              <a:t>first </a:t>
            </a:r>
            <a:r>
              <a:rPr lang="en-US" altLang="en-US"/>
              <a:t>before looking at the individual </a:t>
            </a:r>
            <a:r>
              <a:rPr lang="en-US" altLang="en-US" i="1"/>
              <a:t>t </a:t>
            </a:r>
            <a:r>
              <a:rPr lang="en-US" altLang="en-US"/>
              <a:t>inferences. The </a:t>
            </a:r>
            <a:r>
              <a:rPr lang="en-US" altLang="en-US" i="1"/>
              <a:t>F </a:t>
            </a:r>
            <a:r>
              <a:rPr lang="en-US" altLang="en-US"/>
              <a:t>test result tells us if there is sufficient evidence to make it worthwhile to consider the individual effects. </a:t>
            </a:r>
          </a:p>
          <a:p>
            <a:pPr marL="0" indent="0"/>
            <a:endParaRPr lang="en-US" altLang="en-US"/>
          </a:p>
          <a:p>
            <a:pPr marL="0" indent="0"/>
            <a:r>
              <a:rPr lang="en-US" altLang="en-US"/>
              <a:t>When there are many explanatory variables, doing the </a:t>
            </a:r>
            <a:r>
              <a:rPr lang="en-US" altLang="en-US" i="1"/>
              <a:t>F </a:t>
            </a:r>
            <a:r>
              <a:rPr lang="en-US" altLang="en-US"/>
              <a:t>test first provides protection from doing lots of </a:t>
            </a:r>
            <a:r>
              <a:rPr lang="en-US" altLang="en-US" i="1"/>
              <a:t>t </a:t>
            </a:r>
            <a:r>
              <a:rPr lang="en-US" altLang="en-US"/>
              <a:t>tests and having one of them be significant merely by random variation when, in fact, there truly are no effects in the population.</a:t>
            </a:r>
          </a:p>
        </p:txBody>
      </p:sp>
      <p:sp>
        <p:nvSpPr>
          <p:cNvPr id="3" name="Title 2"/>
          <p:cNvSpPr>
            <a:spLocks noGrp="1"/>
          </p:cNvSpPr>
          <p:nvPr>
            <p:ph type="title"/>
          </p:nvPr>
        </p:nvSpPr>
        <p:spPr>
          <a:xfrm>
            <a:off x="752475" y="165100"/>
            <a:ext cx="7924800" cy="1143000"/>
          </a:xfrm>
        </p:spPr>
        <p:txBody>
          <a:bodyPr/>
          <a:lstStyle/>
          <a:p>
            <a:pPr>
              <a:defRPr/>
            </a:pPr>
            <a:r>
              <a:rPr lang="en-US" b="1" dirty="0">
                <a:latin typeface="+mn-lt"/>
              </a:rPr>
              <a:t>The Overall </a:t>
            </a:r>
            <a:r>
              <a:rPr lang="en-US" b="1" i="1" dirty="0">
                <a:latin typeface="+mn-lt"/>
              </a:rPr>
              <a:t>F </a:t>
            </a:r>
            <a:r>
              <a:rPr lang="en-US" b="1" dirty="0">
                <a:latin typeface="+mn-lt"/>
              </a:rPr>
              <a:t>Test is Done Before the Individual </a:t>
            </a:r>
            <a:r>
              <a:rPr lang="en-US" b="1" i="1" dirty="0">
                <a:latin typeface="+mn-lt"/>
              </a:rPr>
              <a:t>t </a:t>
            </a:r>
            <a:r>
              <a:rPr lang="en-US" b="1" dirty="0">
                <a:latin typeface="+mn-lt"/>
              </a:rPr>
              <a:t>Inferences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47713" y="1485900"/>
            <a:ext cx="7924800" cy="4479925"/>
          </a:xfrm>
        </p:spPr>
        <p:txBody>
          <a:bodyPr>
            <a:normAutofit fontScale="85000" lnSpcReduction="10000"/>
          </a:bodyPr>
          <a:lstStyle/>
          <a:p>
            <a:pPr marL="0" indent="0">
              <a:defRPr/>
            </a:pPr>
            <a:r>
              <a:rPr lang="en-US" dirty="0"/>
              <a:t>Steps should include:</a:t>
            </a:r>
          </a:p>
          <a:p>
            <a:pPr marL="1028700" lvl="1">
              <a:buFont typeface="+mj-lt"/>
              <a:buAutoNum type="arabicPeriod"/>
              <a:defRPr/>
            </a:pPr>
            <a:r>
              <a:rPr lang="en-US" dirty="0"/>
              <a:t>Identify response and potential explanatory </a:t>
            </a:r>
            <a:r>
              <a:rPr lang="en-US" dirty="0">
                <a:solidFill>
                  <a:schemeClr val="tx1"/>
                </a:solidFill>
              </a:rPr>
              <a:t>variables.</a:t>
            </a:r>
          </a:p>
          <a:p>
            <a:pPr marL="1028700" lvl="1">
              <a:buFont typeface="+mj-lt"/>
              <a:buAutoNum type="arabicPeriod"/>
              <a:defRPr/>
            </a:pPr>
            <a:r>
              <a:rPr lang="en-US" dirty="0">
                <a:solidFill>
                  <a:schemeClr val="tx1"/>
                </a:solidFill>
              </a:rPr>
              <a:t>Create a multiple regression model; perform appropriate tests (</a:t>
            </a:r>
            <a:r>
              <a:rPr lang="en-US" i="1" dirty="0">
                <a:solidFill>
                  <a:schemeClr val="tx1"/>
                </a:solidFill>
              </a:rPr>
              <a:t>F </a:t>
            </a:r>
            <a:r>
              <a:rPr lang="en-US" dirty="0">
                <a:solidFill>
                  <a:schemeClr val="tx1"/>
                </a:solidFill>
              </a:rPr>
              <a:t>and </a:t>
            </a:r>
            <a:r>
              <a:rPr lang="en-US" i="1" dirty="0">
                <a:solidFill>
                  <a:schemeClr val="tx1"/>
                </a:solidFill>
              </a:rPr>
              <a:t>t</a:t>
            </a:r>
            <a:r>
              <a:rPr lang="en-US" dirty="0">
                <a:solidFill>
                  <a:schemeClr val="tx1"/>
                </a:solidFill>
              </a:rPr>
              <a:t>) to see if and which explanatory variables have a statistically significant effect in predicting </a:t>
            </a:r>
            <a:r>
              <a:rPr lang="en-US" i="1" dirty="0">
                <a:solidFill>
                  <a:schemeClr val="tx1"/>
                </a:solidFill>
              </a:rPr>
              <a:t>y.</a:t>
            </a:r>
          </a:p>
          <a:p>
            <a:pPr marL="1028700" lvl="1">
              <a:buFont typeface="+mj-lt"/>
              <a:buAutoNum type="arabicPeriod"/>
              <a:defRPr/>
            </a:pPr>
            <a:r>
              <a:rPr lang="en-US" dirty="0">
                <a:solidFill>
                  <a:schemeClr val="tx1"/>
                </a:solidFill>
              </a:rPr>
              <a:t>Plot </a:t>
            </a:r>
            <a:r>
              <a:rPr lang="en-US" i="1" dirty="0">
                <a:solidFill>
                  <a:schemeClr val="tx1"/>
                </a:solidFill>
              </a:rPr>
              <a:t>y </a:t>
            </a:r>
            <a:r>
              <a:rPr lang="en-US" dirty="0">
                <a:solidFill>
                  <a:schemeClr val="tx1"/>
                </a:solidFill>
              </a:rPr>
              <a:t>versus </a:t>
            </a:r>
            <a:r>
              <a:rPr lang="cy-GB" i="1" dirty="0">
                <a:solidFill>
                  <a:schemeClr val="tx1"/>
                </a:solidFill>
                <a:latin typeface="Times New Roman" panose="02020603050405020304" pitchFamily="18" charset="0"/>
                <a:cs typeface="Times New Roman" panose="02020603050405020304" pitchFamily="18" charset="0"/>
              </a:rPr>
              <a:t>ŷ</a:t>
            </a:r>
            <a:r>
              <a:rPr lang="en-US" dirty="0">
                <a:solidFill>
                  <a:schemeClr val="tx1"/>
                </a:solidFill>
              </a:rPr>
              <a:t> for resulting models and find </a:t>
            </a:r>
            <a:r>
              <a:rPr lang="en-US" i="1" dirty="0">
                <a:solidFill>
                  <a:schemeClr val="tx1"/>
                </a:solidFill>
              </a:rPr>
              <a:t>R </a:t>
            </a:r>
            <a:r>
              <a:rPr lang="en-US" dirty="0">
                <a:solidFill>
                  <a:schemeClr val="tx1"/>
                </a:solidFill>
              </a:rPr>
              <a:t>and </a:t>
            </a:r>
            <a:r>
              <a:rPr lang="en-US" i="1" dirty="0">
                <a:solidFill>
                  <a:schemeClr val="tx1"/>
                </a:solidFill>
              </a:rPr>
              <a:t>R</a:t>
            </a:r>
            <a:r>
              <a:rPr lang="en-US" baseline="30000" dirty="0">
                <a:solidFill>
                  <a:schemeClr val="tx1"/>
                </a:solidFill>
              </a:rPr>
              <a:t>2</a:t>
            </a:r>
            <a:r>
              <a:rPr lang="en-US" dirty="0">
                <a:solidFill>
                  <a:schemeClr val="tx1"/>
                </a:solidFill>
              </a:rPr>
              <a:t> values.</a:t>
            </a:r>
          </a:p>
          <a:p>
            <a:pPr marL="1028700" lvl="1">
              <a:buFont typeface="+mj-lt"/>
              <a:buAutoNum type="arabicPeriod"/>
              <a:defRPr/>
            </a:pPr>
            <a:r>
              <a:rPr lang="en-US" dirty="0">
                <a:solidFill>
                  <a:schemeClr val="tx1"/>
                </a:solidFill>
              </a:rPr>
              <a:t>Check assumptions (residual plot, randomization, histogram of standardized residuals).</a:t>
            </a:r>
          </a:p>
          <a:p>
            <a:pPr marL="1028700" lvl="1">
              <a:buFont typeface="+mj-lt"/>
              <a:buAutoNum type="arabicPeriod"/>
              <a:defRPr/>
            </a:pPr>
            <a:r>
              <a:rPr lang="en-US" dirty="0">
                <a:solidFill>
                  <a:schemeClr val="tx1"/>
                </a:solidFill>
              </a:rPr>
              <a:t>Choose appropriate model.</a:t>
            </a:r>
          </a:p>
          <a:p>
            <a:pPr marL="1028700" lvl="1">
              <a:buFont typeface="+mj-lt"/>
              <a:buAutoNum type="arabicPeriod"/>
              <a:defRPr/>
            </a:pPr>
            <a:r>
              <a:rPr lang="en-US" dirty="0">
                <a:solidFill>
                  <a:schemeClr val="tx1"/>
                </a:solidFill>
              </a:rPr>
              <a:t>Create confidence intervals for slope.</a:t>
            </a:r>
          </a:p>
          <a:p>
            <a:pPr marL="1028700" lvl="1">
              <a:buFont typeface="+mj-lt"/>
              <a:buAutoNum type="arabicPeriod"/>
              <a:defRPr/>
            </a:pPr>
            <a:r>
              <a:rPr lang="en-US" dirty="0">
                <a:solidFill>
                  <a:schemeClr val="tx1"/>
                </a:solidFill>
              </a:rPr>
              <a:t>Make predictions at specified levels of explanatory variables.</a:t>
            </a:r>
          </a:p>
          <a:p>
            <a:pPr marL="1028700" lvl="1">
              <a:buFont typeface="+mj-lt"/>
              <a:buAutoNum type="arabicPeriod"/>
              <a:defRPr/>
            </a:pPr>
            <a:r>
              <a:rPr lang="en-US" dirty="0">
                <a:solidFill>
                  <a:schemeClr val="tx1"/>
                </a:solidFill>
              </a:rPr>
              <a:t>Create prediction intervals.</a:t>
            </a:r>
          </a:p>
        </p:txBody>
      </p:sp>
      <p:sp>
        <p:nvSpPr>
          <p:cNvPr id="3" name="Title 2"/>
          <p:cNvSpPr>
            <a:spLocks noGrp="1"/>
          </p:cNvSpPr>
          <p:nvPr>
            <p:ph type="title"/>
          </p:nvPr>
        </p:nvSpPr>
        <p:spPr>
          <a:xfrm>
            <a:off x="747713" y="165100"/>
            <a:ext cx="7924800" cy="1143000"/>
          </a:xfrm>
        </p:spPr>
        <p:txBody>
          <a:bodyPr/>
          <a:lstStyle/>
          <a:p>
            <a:pPr>
              <a:defRPr/>
            </a:pPr>
            <a:r>
              <a:rPr lang="en-US" b="1" dirty="0">
                <a:latin typeface="+mn-lt"/>
              </a:rPr>
              <a:t>SUMMARY: The Process of Multiple Regression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A40CE4-E59D-4AB4-09E2-397CCE10A5DC}"/>
              </a:ext>
            </a:extLst>
          </p:cNvPr>
          <p:cNvSpPr>
            <a:spLocks noGrp="1"/>
          </p:cNvSpPr>
          <p:nvPr>
            <p:ph type="body" sz="quarter" idx="10"/>
          </p:nvPr>
        </p:nvSpPr>
        <p:spPr/>
        <p:txBody>
          <a:bodyPr/>
          <a:lstStyle/>
          <a:p>
            <a:pPr algn="ctr"/>
            <a:r>
              <a:rPr lang="en-US" sz="3600" dirty="0"/>
              <a:t>Regression and Categorical Predictors</a:t>
            </a:r>
          </a:p>
          <a:p>
            <a:endParaRPr lang="en-US" dirty="0"/>
          </a:p>
        </p:txBody>
      </p:sp>
    </p:spTree>
    <p:extLst>
      <p:ext uri="{BB962C8B-B14F-4D97-AF65-F5344CB8AC3E}">
        <p14:creationId xmlns:p14="http://schemas.microsoft.com/office/powerpoint/2010/main" val="26378578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idx="4294967295"/>
          </p:nvPr>
        </p:nvSpPr>
        <p:spPr bwMode="auto">
          <a:xfrm>
            <a:off x="685800" y="76200"/>
            <a:ext cx="8382000" cy="7921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Indicator Variables</a:t>
            </a:r>
          </a:p>
        </p:txBody>
      </p:sp>
      <p:sp>
        <p:nvSpPr>
          <p:cNvPr id="140291" name="Rectangle 3"/>
          <p:cNvSpPr>
            <a:spLocks noGrp="1" noChangeArrowheads="1"/>
          </p:cNvSpPr>
          <p:nvPr>
            <p:ph type="body" idx="4294967295"/>
          </p:nvPr>
        </p:nvSpPr>
        <p:spPr bwMode="auto">
          <a:xfrm>
            <a:off x="685800" y="1563688"/>
            <a:ext cx="792480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Regression models can specify categories of a categorical explanatory variable using artificial variables, called indicator variables.</a:t>
            </a:r>
          </a:p>
          <a:p>
            <a:pPr marL="0" indent="0"/>
            <a:endParaRPr lang="en-US" altLang="en-US"/>
          </a:p>
          <a:p>
            <a:pPr marL="342900" lvl="1" indent="-342900"/>
            <a:r>
              <a:rPr lang="en-US" altLang="en-US"/>
              <a:t>The indicator variable for a particular category is binary.</a:t>
            </a:r>
          </a:p>
          <a:p>
            <a:pPr marL="342900" lvl="1" indent="-342900"/>
            <a:endParaRPr lang="en-US" altLang="en-US"/>
          </a:p>
          <a:p>
            <a:pPr marL="342900" lvl="1" indent="-342900"/>
            <a:r>
              <a:rPr lang="en-US" altLang="en-US"/>
              <a:t>It equals 1 if the observation falls into that category and it equals 0 otherwise.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3"/>
          <p:cNvSpPr>
            <a:spLocks noGrp="1" noChangeArrowheads="1"/>
          </p:cNvSpPr>
          <p:nvPr>
            <p:ph type="body" idx="4294967295"/>
          </p:nvPr>
        </p:nvSpPr>
        <p:spPr bwMode="auto">
          <a:xfrm>
            <a:off x="688975" y="1477963"/>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defRPr/>
            </a:pPr>
            <a:r>
              <a:rPr lang="en-US" altLang="en-US" dirty="0"/>
              <a:t>In the house selling prices data set, the condition of the house is a categorical variable. It was measured with categories (good, not good).</a:t>
            </a:r>
          </a:p>
          <a:p>
            <a:pPr marL="0" indent="0">
              <a:buFont typeface="Wingdings" panose="05000000000000000000" pitchFamily="2" charset="2"/>
              <a:buChar char="§"/>
              <a:defRPr/>
            </a:pPr>
            <a:endParaRPr lang="en-US" altLang="en-US" dirty="0"/>
          </a:p>
          <a:p>
            <a:pPr marL="0" indent="0">
              <a:defRPr/>
            </a:pPr>
            <a:r>
              <a:rPr lang="en-US" altLang="en-US" dirty="0"/>
              <a:t>The indicator variable </a:t>
            </a:r>
            <a:r>
              <a:rPr lang="en-US" altLang="en-US" i="1" dirty="0">
                <a:latin typeface="+mj-lt"/>
              </a:rPr>
              <a:t>x</a:t>
            </a:r>
            <a:r>
              <a:rPr lang="en-US" altLang="en-US" dirty="0"/>
              <a:t> for condition is</a:t>
            </a:r>
          </a:p>
          <a:p>
            <a:pPr lvl="1">
              <a:defRPr/>
            </a:pPr>
            <a:r>
              <a:rPr lang="en-US" altLang="en-US" i="1" dirty="0">
                <a:latin typeface="+mj-lt"/>
              </a:rPr>
              <a:t>x</a:t>
            </a:r>
            <a:r>
              <a:rPr lang="en-US" altLang="en-US" i="1" dirty="0"/>
              <a:t> = </a:t>
            </a:r>
            <a:r>
              <a:rPr lang="en-US" altLang="en-US" dirty="0"/>
              <a:t>1</a:t>
            </a:r>
            <a:r>
              <a:rPr lang="en-US" altLang="en-US" i="1" dirty="0"/>
              <a:t> </a:t>
            </a:r>
            <a:r>
              <a:rPr lang="en-US" altLang="en-US" dirty="0"/>
              <a:t>if house is in good </a:t>
            </a:r>
            <a:r>
              <a:rPr lang="en-US" altLang="en-US" dirty="0">
                <a:solidFill>
                  <a:schemeClr val="tx1"/>
                </a:solidFill>
              </a:rPr>
              <a:t>condition.</a:t>
            </a:r>
          </a:p>
          <a:p>
            <a:pPr lvl="1">
              <a:defRPr/>
            </a:pPr>
            <a:r>
              <a:rPr lang="en-US" altLang="en-US" i="1" dirty="0">
                <a:solidFill>
                  <a:schemeClr val="tx1"/>
                </a:solidFill>
                <a:latin typeface="+mj-lt"/>
              </a:rPr>
              <a:t>x</a:t>
            </a:r>
            <a:r>
              <a:rPr lang="en-US" altLang="en-US" i="1" dirty="0">
                <a:solidFill>
                  <a:schemeClr val="tx1"/>
                </a:solidFill>
              </a:rPr>
              <a:t> = </a:t>
            </a:r>
            <a:r>
              <a:rPr lang="en-US" altLang="en-US" dirty="0">
                <a:solidFill>
                  <a:schemeClr val="tx1"/>
                </a:solidFill>
              </a:rPr>
              <a:t>0</a:t>
            </a:r>
            <a:r>
              <a:rPr lang="en-US" altLang="en-US" i="1" dirty="0">
                <a:solidFill>
                  <a:schemeClr val="tx1"/>
                </a:solidFill>
              </a:rPr>
              <a:t> </a:t>
            </a:r>
            <a:r>
              <a:rPr lang="en-US" altLang="en-US" dirty="0">
                <a:solidFill>
                  <a:schemeClr val="tx1"/>
                </a:solidFill>
              </a:rPr>
              <a:t>if house is </a:t>
            </a:r>
            <a:r>
              <a:rPr lang="en-US" altLang="en-US" b="1" dirty="0">
                <a:solidFill>
                  <a:schemeClr val="tx1"/>
                </a:solidFill>
              </a:rPr>
              <a:t>not</a:t>
            </a:r>
            <a:r>
              <a:rPr lang="en-US" altLang="en-US" dirty="0">
                <a:solidFill>
                  <a:schemeClr val="tx1"/>
                </a:solidFill>
              </a:rPr>
              <a:t> in good condition.</a:t>
            </a:r>
          </a:p>
        </p:txBody>
      </p:sp>
      <p:sp>
        <p:nvSpPr>
          <p:cNvPr id="142339" name="Rectangle 2"/>
          <p:cNvSpPr>
            <a:spLocks noChangeArrowheads="1"/>
          </p:cNvSpPr>
          <p:nvPr/>
        </p:nvSpPr>
        <p:spPr bwMode="auto">
          <a:xfrm>
            <a:off x="685800" y="76200"/>
            <a:ext cx="83820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Indicator Variables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9" name="Rectangle 2"/>
          <p:cNvSpPr>
            <a:spLocks noChangeArrowheads="1"/>
          </p:cNvSpPr>
          <p:nvPr/>
        </p:nvSpPr>
        <p:spPr bwMode="auto">
          <a:xfrm>
            <a:off x="685800" y="76200"/>
            <a:ext cx="83820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Indicator Variables</a:t>
            </a:r>
          </a:p>
        </p:txBody>
      </p:sp>
      <mc:AlternateContent xmlns:mc="http://schemas.openxmlformats.org/markup-compatibility/2006" xmlns:a14="http://schemas.microsoft.com/office/drawing/2010/main">
        <mc:Choice Requires="a14">
          <p:sp>
            <p:nvSpPr>
              <p:cNvPr id="2" name="TextBox 1"/>
              <p:cNvSpPr txBox="1"/>
              <p:nvPr/>
            </p:nvSpPr>
            <p:spPr>
              <a:xfrm>
                <a:off x="110785" y="1539477"/>
                <a:ext cx="8874806" cy="830997"/>
              </a:xfrm>
              <a:prstGeom prst="rect">
                <a:avLst/>
              </a:prstGeom>
              <a:noFill/>
            </p:spPr>
            <p:txBody>
              <a:bodyPr wrap="square" rtlCol="0">
                <a:spAutoFit/>
              </a:bodyPr>
              <a:lstStyle/>
              <a:p>
                <a:r>
                  <a:rPr lang="en-US" dirty="0">
                    <a:solidFill>
                      <a:schemeClr val="tx1"/>
                    </a:solidFill>
                    <a:latin typeface="+mn-lt"/>
                  </a:rPr>
                  <a:t>The regression model is then </a:t>
                </a:r>
                <a14:m>
                  <m:oMath xmlns:m="http://schemas.openxmlformats.org/officeDocument/2006/math">
                    <m:r>
                      <m:rPr>
                        <m:sty m:val="p"/>
                      </m:rPr>
                      <a:rPr lang="en-US" i="0" smtClean="0">
                        <a:solidFill>
                          <a:schemeClr val="tx1"/>
                        </a:solidFill>
                        <a:latin typeface="Cambria Math" panose="02040503050406030204" pitchFamily="18" charset="0"/>
                        <a:ea typeface="Cambria Math" panose="02040503050406030204" pitchFamily="18" charset="0"/>
                      </a:rPr>
                      <m:t>μ</m:t>
                    </m:r>
                    <m:r>
                      <a:rPr lang="en-US" b="0" i="1" baseline="-25000" smtClean="0">
                        <a:solidFill>
                          <a:schemeClr val="tx1"/>
                        </a:solidFill>
                        <a:latin typeface="Cambria Math" panose="02040503050406030204" pitchFamily="18" charset="0"/>
                        <a:ea typeface="Cambria Math" panose="02040503050406030204" pitchFamily="18" charset="0"/>
                      </a:rPr>
                      <m:t>𝑦</m:t>
                    </m:r>
                    <m:r>
                      <a:rPr lang="en-US" b="0" i="1" smtClean="0">
                        <a:solidFill>
                          <a:schemeClr val="tx1"/>
                        </a:solidFill>
                        <a:latin typeface="Cambria Math" panose="02040503050406030204" pitchFamily="18" charset="0"/>
                        <a:ea typeface="Cambria Math" panose="02040503050406030204" pitchFamily="18" charset="0"/>
                      </a:rPr>
                      <m:t>=</m:t>
                    </m:r>
                    <m:r>
                      <m:rPr>
                        <m:sty m:val="p"/>
                      </m:rPr>
                      <a:rPr lang="en-US" b="0" i="0" smtClean="0">
                        <a:solidFill>
                          <a:schemeClr val="tx1"/>
                        </a:solidFill>
                        <a:latin typeface="Cambria Math" panose="02040503050406030204" pitchFamily="18" charset="0"/>
                        <a:ea typeface="Cambria Math" panose="02040503050406030204" pitchFamily="18" charset="0"/>
                      </a:rPr>
                      <m:t>α</m:t>
                    </m:r>
                    <m:r>
                      <a:rPr lang="en-US" b="0" i="1" smtClean="0">
                        <a:solidFill>
                          <a:schemeClr val="tx1"/>
                        </a:solidFill>
                        <a:latin typeface="Cambria Math" panose="02040503050406030204" pitchFamily="18" charset="0"/>
                        <a:ea typeface="Cambria Math" panose="02040503050406030204" pitchFamily="18" charset="0"/>
                      </a:rPr>
                      <m:t>+</m:t>
                    </m:r>
                    <m:r>
                      <m:rPr>
                        <m:sty m:val="p"/>
                      </m:rPr>
                      <a:rPr lang="en-US" b="0" i="0" smtClean="0">
                        <a:solidFill>
                          <a:schemeClr val="tx1"/>
                        </a:solidFill>
                        <a:latin typeface="Cambria Math" panose="02040503050406030204" pitchFamily="18" charset="0"/>
                        <a:ea typeface="Cambria Math" panose="02040503050406030204" pitchFamily="18" charset="0"/>
                      </a:rPr>
                      <m:t>β</m:t>
                    </m:r>
                    <m:r>
                      <a:rPr lang="en-US" b="0" i="1" smtClean="0">
                        <a:solidFill>
                          <a:schemeClr val="tx1"/>
                        </a:solidFill>
                        <a:latin typeface="Cambria Math" panose="02040503050406030204" pitchFamily="18" charset="0"/>
                        <a:ea typeface="Cambria Math" panose="02040503050406030204" pitchFamily="18" charset="0"/>
                      </a:rPr>
                      <m:t>𝑥</m:t>
                    </m:r>
                  </m:oMath>
                </a14:m>
                <a:r>
                  <a:rPr lang="en-US" dirty="0">
                    <a:solidFill>
                      <a:schemeClr val="tx1"/>
                    </a:solidFill>
                    <a:latin typeface="+mn-lt"/>
                  </a:rPr>
                  <a:t>, with </a:t>
                </a:r>
                <a:r>
                  <a:rPr lang="en-US" i="1" dirty="0">
                    <a:solidFill>
                      <a:schemeClr val="tx1"/>
                    </a:solidFill>
                    <a:latin typeface="+mj-lt"/>
                  </a:rPr>
                  <a:t>x</a:t>
                </a:r>
                <a:r>
                  <a:rPr lang="en-US" dirty="0">
                    <a:solidFill>
                      <a:schemeClr val="tx1"/>
                    </a:solidFill>
                    <a:latin typeface="+mn-lt"/>
                  </a:rPr>
                  <a:t> as just defined.</a:t>
                </a:r>
              </a:p>
              <a:p>
                <a:r>
                  <a:rPr lang="en-US" dirty="0">
                    <a:solidFill>
                      <a:schemeClr val="tx1"/>
                    </a:solidFill>
                    <a:latin typeface="+mn-lt"/>
                  </a:rPr>
                  <a:t>Substituting the possible values of 1 and 0 for </a:t>
                </a:r>
                <a:r>
                  <a:rPr lang="en-US" i="1" dirty="0">
                    <a:solidFill>
                      <a:schemeClr val="tx1"/>
                    </a:solidFill>
                    <a:latin typeface="+mj-lt"/>
                  </a:rPr>
                  <a:t>x</a:t>
                </a:r>
                <a:r>
                  <a:rPr lang="en-US" dirty="0">
                    <a:solidFill>
                      <a:schemeClr val="tx1"/>
                    </a:solidFill>
                    <a:latin typeface="+mn-lt"/>
                  </a:rPr>
                  <a:t>,</a:t>
                </a:r>
              </a:p>
            </p:txBody>
          </p:sp>
        </mc:Choice>
        <mc:Fallback xmlns="">
          <p:sp>
            <p:nvSpPr>
              <p:cNvPr id="2" name="TextBox 1"/>
              <p:cNvSpPr txBox="1">
                <a:spLocks noRot="1" noChangeAspect="1" noMove="1" noResize="1" noEditPoints="1" noAdjustHandles="1" noChangeArrowheads="1" noChangeShapeType="1" noTextEdit="1"/>
              </p:cNvSpPr>
              <p:nvPr/>
            </p:nvSpPr>
            <p:spPr>
              <a:xfrm>
                <a:off x="110785" y="1539477"/>
                <a:ext cx="8874806" cy="830997"/>
              </a:xfrm>
              <a:prstGeom prst="rect">
                <a:avLst/>
              </a:prstGeom>
              <a:blipFill>
                <a:blip r:embed="rId4" cstate="print"/>
                <a:stretch>
                  <a:fillRect l="-1030" t="-5882" r="-687" b="-16176"/>
                </a:stretch>
              </a:blipFill>
            </p:spPr>
            <p:txBody>
              <a:bodyPr/>
              <a:lstStyle/>
              <a:p>
                <a:r>
                  <a:rPr lang="en-US">
                    <a:noFill/>
                  </a:rPr>
                  <a:t> </a:t>
                </a:r>
              </a:p>
            </p:txBody>
          </p:sp>
        </mc:Fallback>
      </mc:AlternateContent>
      <p:graphicFrame>
        <p:nvGraphicFramePr>
          <p:cNvPr id="3" name="Object 2"/>
          <p:cNvGraphicFramePr>
            <a:graphicFrameLocks noChangeAspect="1"/>
          </p:cNvGraphicFramePr>
          <p:nvPr/>
        </p:nvGraphicFramePr>
        <p:xfrm>
          <a:off x="420688" y="2711389"/>
          <a:ext cx="8255000" cy="952500"/>
        </p:xfrm>
        <a:graphic>
          <a:graphicData uri="http://schemas.openxmlformats.org/presentationml/2006/ole">
            <mc:AlternateContent xmlns:mc="http://schemas.openxmlformats.org/markup-compatibility/2006">
              <mc:Choice xmlns:v="urn:schemas-microsoft-com:vml" Requires="v">
                <p:oleObj name="Equation" r:id="rId5" imgW="8254800" imgH="952200" progId="Equation.DSMT4">
                  <p:embed/>
                </p:oleObj>
              </mc:Choice>
              <mc:Fallback>
                <p:oleObj name="Equation" r:id="rId5" imgW="8254800" imgH="952200" progId="Equation.DSMT4">
                  <p:embed/>
                  <p:pic>
                    <p:nvPicPr>
                      <p:cNvPr id="3"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688" y="2711389"/>
                        <a:ext cx="82550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p:cNvSpPr/>
          <p:nvPr/>
        </p:nvSpPr>
        <p:spPr>
          <a:xfrm>
            <a:off x="360634" y="4102446"/>
            <a:ext cx="8025713" cy="830997"/>
          </a:xfrm>
          <a:prstGeom prst="rect">
            <a:avLst/>
          </a:prstGeom>
        </p:spPr>
        <p:txBody>
          <a:bodyPr wrap="square">
            <a:spAutoFit/>
          </a:bodyPr>
          <a:lstStyle/>
          <a:p>
            <a:r>
              <a:rPr lang="en-US" dirty="0">
                <a:solidFill>
                  <a:schemeClr val="tx1"/>
                </a:solidFill>
                <a:latin typeface="+mn-lt"/>
              </a:rPr>
              <a:t>The difference between the mean selling price for houses in good condition and houses in not good condition is</a:t>
            </a:r>
          </a:p>
        </p:txBody>
      </p:sp>
      <p:graphicFrame>
        <p:nvGraphicFramePr>
          <p:cNvPr id="5" name="Object 4"/>
          <p:cNvGraphicFramePr>
            <a:graphicFrameLocks noChangeAspect="1"/>
          </p:cNvGraphicFramePr>
          <p:nvPr/>
        </p:nvGraphicFramePr>
        <p:xfrm>
          <a:off x="995291" y="5331885"/>
          <a:ext cx="6756400" cy="520700"/>
        </p:xfrm>
        <a:graphic>
          <a:graphicData uri="http://schemas.openxmlformats.org/presentationml/2006/ole">
            <mc:AlternateContent xmlns:mc="http://schemas.openxmlformats.org/markup-compatibility/2006">
              <mc:Choice xmlns:v="urn:schemas-microsoft-com:vml" Requires="v">
                <p:oleObj name="Equation" r:id="rId7" imgW="6756120" imgH="520560" progId="Equation.DSMT4">
                  <p:embed/>
                </p:oleObj>
              </mc:Choice>
              <mc:Fallback>
                <p:oleObj name="Equation" r:id="rId7" imgW="6756120" imgH="520560" progId="Equation.DSMT4">
                  <p:embed/>
                  <p:pic>
                    <p:nvPicPr>
                      <p:cNvPr id="5"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5291" y="5331885"/>
                        <a:ext cx="67564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idx="4294967295"/>
          </p:nvPr>
        </p:nvSpPr>
        <p:spPr bwMode="auto">
          <a:xfrm>
            <a:off x="762000" y="76200"/>
            <a:ext cx="7924800" cy="1143000"/>
          </a:xfrm>
          <a:prstGeom prst="rect">
            <a:avLst/>
          </a:prstGeom>
          <a:noFill/>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Including Condition in Regression for House Selling Price</a:t>
            </a:r>
          </a:p>
        </p:txBody>
      </p:sp>
      <p:sp>
        <p:nvSpPr>
          <p:cNvPr id="146435" name="Rectangle 3"/>
          <p:cNvSpPr>
            <a:spLocks noGrp="1" noChangeArrowheads="1"/>
          </p:cNvSpPr>
          <p:nvPr>
            <p:ph type="body" idx="4294967295"/>
          </p:nvPr>
        </p:nvSpPr>
        <p:spPr bwMode="auto">
          <a:xfrm>
            <a:off x="717550" y="1600200"/>
            <a:ext cx="8051800" cy="8461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Output from the regression model for selling price of home using house size and </a:t>
            </a:r>
            <a:r>
              <a:rPr lang="en-US" altLang="en-US" dirty="0">
                <a:solidFill>
                  <a:schemeClr val="tx1"/>
                </a:solidFill>
              </a:rPr>
              <a:t>condition</a:t>
            </a:r>
          </a:p>
        </p:txBody>
      </p:sp>
      <p:sp>
        <p:nvSpPr>
          <p:cNvPr id="146436" name="TextBox 1"/>
          <p:cNvSpPr txBox="1">
            <a:spLocks noChangeArrowheads="1"/>
          </p:cNvSpPr>
          <p:nvPr/>
        </p:nvSpPr>
        <p:spPr bwMode="auto">
          <a:xfrm>
            <a:off x="882650" y="5682996"/>
            <a:ext cx="7696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Table 13.11 Regression Analysis of </a:t>
            </a:r>
            <a:r>
              <a:rPr lang="en-US" altLang="en-US" sz="1600" b="1" dirty="0">
                <a:solidFill>
                  <a:schemeClr val="tx1"/>
                </a:solidFill>
                <a:latin typeface="+mj-lt"/>
              </a:rPr>
              <a:t>y</a:t>
            </a:r>
            <a:r>
              <a:rPr lang="en-US" altLang="en-US" sz="1600" b="1" dirty="0">
                <a:solidFill>
                  <a:schemeClr val="tx1"/>
                </a:solidFill>
                <a:latin typeface="Arial" panose="020B0604020202020204" pitchFamily="34" charset="0"/>
              </a:rPr>
              <a:t> = Selling Price Using </a:t>
            </a:r>
            <a:r>
              <a:rPr lang="en-US" altLang="en-US" sz="1600" b="1" i="1" dirty="0">
                <a:solidFill>
                  <a:schemeClr val="tx1"/>
                </a:solidFill>
                <a:latin typeface="+mj-lt"/>
              </a:rPr>
              <a:t>x</a:t>
            </a:r>
            <a:r>
              <a:rPr lang="en-US" altLang="en-US" sz="1600" b="1" baseline="-25000" dirty="0">
                <a:solidFill>
                  <a:schemeClr val="tx1"/>
                </a:solidFill>
                <a:latin typeface="Arial" panose="020B0604020202020204" pitchFamily="34" charset="0"/>
              </a:rPr>
              <a:t>1 </a:t>
            </a:r>
            <a:r>
              <a:rPr lang="en-US" altLang="en-US" sz="1600" b="1" dirty="0">
                <a:solidFill>
                  <a:schemeClr val="tx1"/>
                </a:solidFill>
                <a:latin typeface="Arial" panose="020B0604020202020204" pitchFamily="34" charset="0"/>
              </a:rPr>
              <a:t>= House Size</a:t>
            </a:r>
          </a:p>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and </a:t>
            </a:r>
            <a:r>
              <a:rPr lang="en-US" altLang="en-US" sz="1600" b="1" i="1" dirty="0">
                <a:solidFill>
                  <a:schemeClr val="tx1"/>
                </a:solidFill>
                <a:latin typeface="+mj-lt"/>
              </a:rPr>
              <a:t>x</a:t>
            </a:r>
            <a:r>
              <a:rPr lang="en-US" altLang="en-US" sz="1600" b="1" baseline="-25000" dirty="0">
                <a:solidFill>
                  <a:schemeClr val="tx1"/>
                </a:solidFill>
                <a:latin typeface="Arial" panose="020B0604020202020204" pitchFamily="34" charset="0"/>
              </a:rPr>
              <a:t>2</a:t>
            </a:r>
            <a:r>
              <a:rPr lang="en-US" altLang="en-US" sz="1600" b="1" dirty="0">
                <a:solidFill>
                  <a:schemeClr val="tx1"/>
                </a:solidFill>
                <a:latin typeface="Arial" panose="020B0604020202020204" pitchFamily="34" charset="0"/>
              </a:rPr>
              <a:t> = Indicator Variable for Condition (Good, Not Good)</a:t>
            </a:r>
            <a:endParaRPr lang="en-US" altLang="en-US" sz="1600" dirty="0">
              <a:solidFill>
                <a:schemeClr val="tx1"/>
              </a:solidFill>
              <a:latin typeface="Arial" panose="020B0604020202020204" pitchFamily="34"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7750" y="2463546"/>
            <a:ext cx="7391400" cy="321945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idx="4294967295"/>
          </p:nvPr>
        </p:nvSpPr>
        <p:spPr bwMode="auto">
          <a:xfrm>
            <a:off x="615950" y="1600200"/>
            <a:ext cx="8051800" cy="35417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457200" indent="-457200">
              <a:buFont typeface="+mj-lt"/>
              <a:buAutoNum type="arabicPeriod"/>
            </a:pPr>
            <a:r>
              <a:rPr lang="en-US" dirty="0"/>
              <a:t>Find and plot the lines showing how the predicted selling price varies as a function of house size for houses in good condition and for houses in not good condition.</a:t>
            </a:r>
          </a:p>
          <a:p>
            <a:pPr marL="457200" indent="-457200">
              <a:buFont typeface="+mj-lt"/>
              <a:buAutoNum type="arabicPeriod"/>
            </a:pPr>
            <a:r>
              <a:rPr lang="en-US" altLang="en-US" dirty="0"/>
              <a:t>Interpret the coefficient of the indicator variable for condition.</a:t>
            </a:r>
          </a:p>
          <a:p>
            <a:pPr marL="457200" indent="-457200"/>
            <a:endParaRPr lang="en-US" altLang="en-US" dirty="0"/>
          </a:p>
          <a:p>
            <a:pPr marL="457200" indent="-457200"/>
            <a:endParaRPr lang="en-US" altLang="en-US" dirty="0"/>
          </a:p>
        </p:txBody>
      </p:sp>
      <p:sp>
        <p:nvSpPr>
          <p:cNvPr id="148483"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Including Condition in Regression for House Selling Price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body" sz="half" idx="4294967295"/>
          </p:nvPr>
        </p:nvSpPr>
        <p:spPr bwMode="auto">
          <a:xfrm>
            <a:off x="615950" y="1600200"/>
            <a:ext cx="8051800" cy="6159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dirty="0"/>
              <a:t>Table 13.11 reports the prediction equation,</a:t>
            </a:r>
            <a:endParaRPr lang="en-US" altLang="en-US" dirty="0"/>
          </a:p>
        </p:txBody>
      </p:sp>
      <p:sp>
        <p:nvSpPr>
          <p:cNvPr id="150532"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Including Condition in Regression for House Selling Price</a:t>
            </a:r>
          </a:p>
        </p:txBody>
      </p:sp>
      <p:graphicFrame>
        <p:nvGraphicFramePr>
          <p:cNvPr id="3" name="Object 2"/>
          <p:cNvGraphicFramePr>
            <a:graphicFrameLocks noChangeAspect="1"/>
          </p:cNvGraphicFramePr>
          <p:nvPr/>
        </p:nvGraphicFramePr>
        <p:xfrm>
          <a:off x="2007108" y="2381250"/>
          <a:ext cx="4432300" cy="431800"/>
        </p:xfrm>
        <a:graphic>
          <a:graphicData uri="http://schemas.openxmlformats.org/presentationml/2006/ole">
            <mc:AlternateContent xmlns:mc="http://schemas.openxmlformats.org/markup-compatibility/2006">
              <mc:Choice xmlns:v="urn:schemas-microsoft-com:vml" Requires="v">
                <p:oleObj name="Equation" r:id="rId3" imgW="4431960" imgH="431640" progId="Equation.DSMT4">
                  <p:embed/>
                </p:oleObj>
              </mc:Choice>
              <mc:Fallback>
                <p:oleObj name="Equation" r:id="rId3" imgW="4431960" imgH="431640" progId="Equation.DSMT4">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7108" y="2381250"/>
                        <a:ext cx="44323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body" sz="half" idx="4294967295"/>
          </p:nvPr>
        </p:nvSpPr>
        <p:spPr bwMode="auto">
          <a:xfrm>
            <a:off x="1085850" y="1600200"/>
            <a:ext cx="767715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buFont typeface="Wingdings" panose="05000000000000000000" pitchFamily="2" charset="2"/>
              <a:buChar char="§"/>
            </a:pPr>
            <a:r>
              <a:rPr lang="en-US" altLang="en-US" dirty="0"/>
              <a:t>For houses </a:t>
            </a:r>
            <a:r>
              <a:rPr lang="en-US" altLang="en-US" b="1" dirty="0"/>
              <a:t>not</a:t>
            </a:r>
            <a:r>
              <a:rPr lang="en-US" altLang="en-US" dirty="0"/>
              <a:t> </a:t>
            </a:r>
            <a:r>
              <a:rPr lang="en-US" altLang="en-US" b="1" dirty="0"/>
              <a:t>in good condition</a:t>
            </a:r>
            <a:r>
              <a:rPr lang="en-US" altLang="en-US" dirty="0"/>
              <a:t>, </a:t>
            </a:r>
            <a:r>
              <a:rPr lang="en-US" altLang="en-US" i="1" dirty="0">
                <a:latin typeface="+mj-lt"/>
              </a:rPr>
              <a:t>x</a:t>
            </a:r>
            <a:r>
              <a:rPr lang="en-US" altLang="en-US" baseline="-25000" dirty="0"/>
              <a:t>2</a:t>
            </a:r>
            <a:r>
              <a:rPr lang="en-US" altLang="en-US" dirty="0"/>
              <a:t> = 0.    </a:t>
            </a:r>
          </a:p>
          <a:p>
            <a:pPr marL="0">
              <a:buFont typeface="Wingdings" panose="05000000000000000000" pitchFamily="2" charset="2"/>
              <a:buChar char="§"/>
            </a:pPr>
            <a:r>
              <a:rPr lang="en-US" altLang="en-US" dirty="0"/>
              <a:t>The prediction equation then simplifies to: </a:t>
            </a:r>
          </a:p>
          <a:p>
            <a:pPr marL="0">
              <a:buFont typeface="Wingdings" panose="05000000000000000000" pitchFamily="2" charset="2"/>
              <a:buChar char="§"/>
            </a:pPr>
            <a:endParaRPr lang="en-US" altLang="en-US" dirty="0"/>
          </a:p>
        </p:txBody>
      </p:sp>
      <p:sp>
        <p:nvSpPr>
          <p:cNvPr id="152580"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Including Condition in Regression for House Selling Price</a:t>
            </a:r>
          </a:p>
        </p:txBody>
      </p:sp>
      <p:graphicFrame>
        <p:nvGraphicFramePr>
          <p:cNvPr id="2" name="Object 1"/>
          <p:cNvGraphicFramePr>
            <a:graphicFrameLocks noChangeAspect="1"/>
          </p:cNvGraphicFramePr>
          <p:nvPr/>
        </p:nvGraphicFramePr>
        <p:xfrm>
          <a:off x="2162556" y="3040380"/>
          <a:ext cx="4483100" cy="965200"/>
        </p:xfrm>
        <a:graphic>
          <a:graphicData uri="http://schemas.openxmlformats.org/presentationml/2006/ole">
            <mc:AlternateContent xmlns:mc="http://schemas.openxmlformats.org/markup-compatibility/2006">
              <mc:Choice xmlns:v="urn:schemas-microsoft-com:vml" Requires="v">
                <p:oleObj name="Equation" r:id="rId3" imgW="4483080" imgH="965160" progId="Equation.DSMT4">
                  <p:embed/>
                </p:oleObj>
              </mc:Choice>
              <mc:Fallback>
                <p:oleObj name="Equation" r:id="rId3" imgW="4483080" imgH="96516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2556" y="3040380"/>
                        <a:ext cx="44831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sz="half" idx="4294967295"/>
          </p:nvPr>
        </p:nvSpPr>
        <p:spPr bwMode="auto">
          <a:xfrm>
            <a:off x="1085850" y="1600200"/>
            <a:ext cx="7753350" cy="1066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buFont typeface="Wingdings" panose="05000000000000000000" pitchFamily="2" charset="2"/>
              <a:buChar char="§"/>
            </a:pPr>
            <a:r>
              <a:rPr lang="en-US" altLang="en-US" dirty="0"/>
              <a:t>For houses </a:t>
            </a:r>
            <a:r>
              <a:rPr lang="en-US" altLang="en-US" b="1" dirty="0"/>
              <a:t>in good condition</a:t>
            </a:r>
            <a:r>
              <a:rPr lang="en-US" altLang="en-US" dirty="0"/>
              <a:t>, </a:t>
            </a:r>
            <a:r>
              <a:rPr lang="en-US" altLang="en-US" i="1" dirty="0">
                <a:latin typeface="+mj-lt"/>
              </a:rPr>
              <a:t>x</a:t>
            </a:r>
            <a:r>
              <a:rPr lang="en-US" altLang="en-US" baseline="-25000" dirty="0"/>
              <a:t>2</a:t>
            </a:r>
            <a:r>
              <a:rPr lang="en-US" altLang="en-US" dirty="0"/>
              <a:t> = 1.  </a:t>
            </a:r>
          </a:p>
          <a:p>
            <a:pPr marL="0">
              <a:buFont typeface="Wingdings" panose="05000000000000000000" pitchFamily="2" charset="2"/>
              <a:buChar char="§"/>
            </a:pPr>
            <a:r>
              <a:rPr lang="en-US" altLang="en-US" dirty="0"/>
              <a:t>The prediction equation then simplifies to:</a:t>
            </a:r>
          </a:p>
        </p:txBody>
      </p:sp>
      <p:sp>
        <p:nvSpPr>
          <p:cNvPr id="154628"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Including Condition in Regression for House Selling Price</a:t>
            </a:r>
          </a:p>
        </p:txBody>
      </p:sp>
      <p:graphicFrame>
        <p:nvGraphicFramePr>
          <p:cNvPr id="2" name="Object 1"/>
          <p:cNvGraphicFramePr>
            <a:graphicFrameLocks noChangeAspect="1"/>
          </p:cNvGraphicFramePr>
          <p:nvPr/>
        </p:nvGraphicFramePr>
        <p:xfrm>
          <a:off x="2007108" y="2962656"/>
          <a:ext cx="4419600" cy="965200"/>
        </p:xfrm>
        <a:graphic>
          <a:graphicData uri="http://schemas.openxmlformats.org/presentationml/2006/ole">
            <mc:AlternateContent xmlns:mc="http://schemas.openxmlformats.org/markup-compatibility/2006">
              <mc:Choice xmlns:v="urn:schemas-microsoft-com:vml" Requires="v">
                <p:oleObj name="Equation" r:id="rId3" imgW="4419360" imgH="965160" progId="Equation.DSMT4">
                  <p:embed/>
                </p:oleObj>
              </mc:Choice>
              <mc:Fallback>
                <p:oleObj name="Equation" r:id="rId3" imgW="4419360" imgH="96516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7108" y="2962656"/>
                        <a:ext cx="44196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6674" name="TextBox 1"/>
              <p:cNvSpPr txBox="1">
                <a:spLocks noChangeArrowheads="1"/>
              </p:cNvSpPr>
              <p:nvPr/>
            </p:nvSpPr>
            <p:spPr bwMode="auto">
              <a:xfrm>
                <a:off x="457200" y="5527548"/>
                <a:ext cx="8534400" cy="8309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Figure 13.7 Plot of Equation Relating </a:t>
                </a:r>
                <a14:m>
                  <m:oMath xmlns:m="http://schemas.openxmlformats.org/officeDocument/2006/math">
                    <m:acc>
                      <m:accPr>
                        <m:chr m:val="̂"/>
                        <m:ctrlPr>
                          <a:rPr lang="en-US" altLang="en-US" sz="1600" b="1" i="1" smtClean="0">
                            <a:solidFill>
                              <a:schemeClr val="tx1"/>
                            </a:solidFill>
                            <a:latin typeface="Cambria Math" panose="02040503050406030204" pitchFamily="18" charset="0"/>
                          </a:rPr>
                        </m:ctrlPr>
                      </m:accPr>
                      <m:e>
                        <m:r>
                          <a:rPr lang="en-US" altLang="en-US" sz="1600" b="1" i="1" smtClean="0">
                            <a:solidFill>
                              <a:schemeClr val="tx1"/>
                            </a:solidFill>
                            <a:latin typeface="Cambria Math" panose="02040503050406030204" pitchFamily="18" charset="0"/>
                          </a:rPr>
                          <m:t>𝒚</m:t>
                        </m:r>
                      </m:e>
                    </m:acc>
                  </m:oMath>
                </a14:m>
                <a:r>
                  <a:rPr lang="en-US" altLang="en-US" sz="1600" b="1" dirty="0">
                    <a:solidFill>
                      <a:schemeClr val="tx1"/>
                    </a:solidFill>
                    <a:latin typeface="Arial" panose="020B0604020202020204" pitchFamily="34" charset="0"/>
                  </a:rPr>
                  <a:t> = Predicted Selling Price to </a:t>
                </a:r>
                <a:r>
                  <a:rPr lang="en-US" altLang="en-US" sz="1600" b="1" i="1" dirty="0">
                    <a:solidFill>
                      <a:schemeClr val="tx1"/>
                    </a:solidFill>
                    <a:latin typeface="+mj-lt"/>
                  </a:rPr>
                  <a:t>x</a:t>
                </a:r>
                <a:r>
                  <a:rPr lang="en-US" altLang="en-US" sz="1600" b="1" baseline="-25000" dirty="0">
                    <a:solidFill>
                      <a:schemeClr val="tx1"/>
                    </a:solidFill>
                    <a:latin typeface="Arial" panose="020B0604020202020204" pitchFamily="34" charset="0"/>
                  </a:rPr>
                  <a:t>1</a:t>
                </a:r>
                <a:r>
                  <a:rPr lang="en-US" altLang="en-US" sz="1600" b="1" dirty="0">
                    <a:solidFill>
                      <a:schemeClr val="tx1"/>
                    </a:solidFill>
                    <a:latin typeface="Arial" panose="020B0604020202020204" pitchFamily="34" charset="0"/>
                  </a:rPr>
                  <a:t> = House Size, According to </a:t>
                </a:r>
                <a:r>
                  <a:rPr lang="en-US" altLang="en-US" sz="1600" b="1" i="1" dirty="0">
                    <a:solidFill>
                      <a:schemeClr val="tx1"/>
                    </a:solidFill>
                    <a:latin typeface="+mj-lt"/>
                  </a:rPr>
                  <a:t>x</a:t>
                </a:r>
                <a:r>
                  <a:rPr lang="en-US" altLang="en-US" sz="1600" b="1" baseline="-25000" dirty="0">
                    <a:solidFill>
                      <a:schemeClr val="tx1"/>
                    </a:solidFill>
                    <a:latin typeface="Arial" panose="020B0604020202020204" pitchFamily="34" charset="0"/>
                  </a:rPr>
                  <a:t>2</a:t>
                </a:r>
                <a:r>
                  <a:rPr lang="en-US" altLang="en-US" sz="1600" b="1" dirty="0">
                    <a:solidFill>
                      <a:schemeClr val="tx1"/>
                    </a:solidFill>
                    <a:latin typeface="Arial" panose="020B0604020202020204" pitchFamily="34" charset="0"/>
                  </a:rPr>
                  <a:t> = Condition (1 = Good, 0 = Not Good). Question: </a:t>
                </a:r>
                <a:r>
                  <a:rPr lang="en-US" altLang="en-US" sz="1600" dirty="0">
                    <a:solidFill>
                      <a:schemeClr val="tx1"/>
                    </a:solidFill>
                    <a:latin typeface="Arial" panose="020B0604020202020204" pitchFamily="34" charset="0"/>
                  </a:rPr>
                  <a:t>Why are the lines parallel?</a:t>
                </a:r>
              </a:p>
            </p:txBody>
          </p:sp>
        </mc:Choice>
        <mc:Fallback xmlns="">
          <p:sp>
            <p:nvSpPr>
              <p:cNvPr id="156674" name="TextBox 1"/>
              <p:cNvSpPr txBox="1">
                <a:spLocks noRot="1" noChangeAspect="1" noMove="1" noResize="1" noEditPoints="1" noAdjustHandles="1" noChangeArrowheads="1" noChangeShapeType="1" noTextEdit="1"/>
              </p:cNvSpPr>
              <p:nvPr/>
            </p:nvSpPr>
            <p:spPr bwMode="auto">
              <a:xfrm>
                <a:off x="457200" y="5527548"/>
                <a:ext cx="8534400" cy="830997"/>
              </a:xfrm>
              <a:prstGeom prst="rect">
                <a:avLst/>
              </a:prstGeom>
              <a:blipFill>
                <a:blip r:embed="rId3" cstate="print"/>
                <a:stretch>
                  <a:fillRect l="-357" t="-2206" b="-882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56676"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Including Condition in Regression for House Selling Price</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1100" y="1330452"/>
            <a:ext cx="6781800" cy="40386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body" idx="4294967295"/>
          </p:nvPr>
        </p:nvSpPr>
        <p:spPr bwMode="auto">
          <a:xfrm>
            <a:off x="685800" y="1563688"/>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Both lines have the same slope, 66.5.</a:t>
            </a:r>
            <a:br>
              <a:rPr lang="en-US" altLang="en-US" dirty="0"/>
            </a:br>
            <a:endParaRPr lang="en-US" altLang="en-US" dirty="0"/>
          </a:p>
          <a:p>
            <a:pPr lvl="1"/>
            <a:r>
              <a:rPr lang="en-US" altLang="en-US" dirty="0"/>
              <a:t>The line for houses in </a:t>
            </a:r>
            <a:r>
              <a:rPr lang="en-US" altLang="en-US" b="1" dirty="0"/>
              <a:t>good</a:t>
            </a:r>
            <a:r>
              <a:rPr lang="en-US" altLang="en-US" dirty="0"/>
              <a:t> condition is above the other line (</a:t>
            </a:r>
            <a:r>
              <a:rPr lang="en-US" altLang="en-US" b="1" dirty="0"/>
              <a:t>not good</a:t>
            </a:r>
            <a:r>
              <a:rPr lang="en-US" altLang="en-US" dirty="0"/>
              <a:t>) because its </a:t>
            </a:r>
            <a:r>
              <a:rPr lang="en-US" altLang="en-US" i="1" dirty="0">
                <a:latin typeface="+mj-lt"/>
              </a:rPr>
              <a:t>y</a:t>
            </a:r>
            <a:r>
              <a:rPr lang="en-US" altLang="en-US" dirty="0"/>
              <a:t>-intercept is larger. This means that for any fixed value of house size, the predicted selling price is </a:t>
            </a:r>
            <a:r>
              <a:rPr lang="en-US" altLang="en-US" b="1" dirty="0"/>
              <a:t>higher for houses in better condition.</a:t>
            </a:r>
          </a:p>
          <a:p>
            <a:pPr lvl="1"/>
            <a:endParaRPr lang="en-US" altLang="en-US" dirty="0"/>
          </a:p>
          <a:p>
            <a:pPr lvl="1"/>
            <a:r>
              <a:rPr lang="en-US" altLang="en-US" dirty="0"/>
              <a:t>The </a:t>
            </a:r>
            <a:r>
              <a:rPr lang="en-US" altLang="en-US" b="1" dirty="0"/>
              <a:t>P-value</a:t>
            </a:r>
            <a:r>
              <a:rPr lang="en-US" altLang="en-US" dirty="0"/>
              <a:t> of 0.453 for the test for the coefficient of the indicator variable suggests that this difference is </a:t>
            </a:r>
            <a:r>
              <a:rPr lang="en-US" altLang="en-US" b="1" dirty="0"/>
              <a:t>not</a:t>
            </a:r>
            <a:r>
              <a:rPr lang="en-US" altLang="en-US" dirty="0"/>
              <a:t> statistically significant.</a:t>
            </a:r>
          </a:p>
        </p:txBody>
      </p:sp>
      <p:sp>
        <p:nvSpPr>
          <p:cNvPr id="158723"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B9"/>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Including Condition in Regression for House Selling Price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idx="4294967295"/>
          </p:nvPr>
        </p:nvSpPr>
        <p:spPr bwMode="auto">
          <a:xfrm>
            <a:off x="762000" y="242888"/>
            <a:ext cx="8077200" cy="7921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Determining Whether Interaction Exists</a:t>
            </a:r>
          </a:p>
        </p:txBody>
      </p:sp>
      <mc:AlternateContent xmlns:mc="http://schemas.openxmlformats.org/markup-compatibility/2006" xmlns:a14="http://schemas.microsoft.com/office/drawing/2010/main">
        <mc:Choice Requires="a14">
          <p:sp>
            <p:nvSpPr>
              <p:cNvPr id="2" name="TextBox 1"/>
              <p:cNvSpPr txBox="1"/>
              <p:nvPr/>
            </p:nvSpPr>
            <p:spPr>
              <a:xfrm>
                <a:off x="796616" y="1485900"/>
                <a:ext cx="7739307" cy="1569660"/>
              </a:xfrm>
              <a:prstGeom prst="rect">
                <a:avLst/>
              </a:prstGeom>
              <a:noFill/>
            </p:spPr>
            <p:txBody>
              <a:bodyPr wrap="square" rtlCol="0">
                <a:spAutoFit/>
              </a:bodyPr>
              <a:lstStyle/>
              <a:p>
                <a:r>
                  <a:rPr lang="en-US" dirty="0">
                    <a:solidFill>
                      <a:schemeClr val="tx1"/>
                    </a:solidFill>
                    <a:latin typeface="+mn-lt"/>
                  </a:rPr>
                  <a:t>For two explanatory variables, interaction exists when the slope of the linear relationship between </a:t>
                </a:r>
                <a14:m>
                  <m:oMath xmlns:m="http://schemas.openxmlformats.org/officeDocument/2006/math">
                    <m:r>
                      <m:rPr>
                        <m:sty m:val="p"/>
                      </m:rPr>
                      <a:rPr lang="en-US" i="0" smtClean="0">
                        <a:solidFill>
                          <a:schemeClr val="tx1"/>
                        </a:solidFill>
                        <a:latin typeface="Cambria Math" panose="02040503050406030204" pitchFamily="18" charset="0"/>
                        <a:ea typeface="Cambria Math" panose="02040503050406030204" pitchFamily="18" charset="0"/>
                      </a:rPr>
                      <m:t>μ</m:t>
                    </m:r>
                  </m:oMath>
                </a14:m>
                <a:r>
                  <a:rPr lang="en-US" i="1" baseline="-25000" dirty="0">
                    <a:solidFill>
                      <a:schemeClr val="tx1"/>
                    </a:solidFill>
                    <a:latin typeface="+mj-lt"/>
                  </a:rPr>
                  <a:t>y</a:t>
                </a:r>
                <a:r>
                  <a:rPr lang="en-US" i="1" dirty="0">
                    <a:solidFill>
                      <a:schemeClr val="tx1"/>
                    </a:solidFill>
                    <a:latin typeface="+mn-lt"/>
                  </a:rPr>
                  <a:t> </a:t>
                </a:r>
                <a:r>
                  <a:rPr lang="en-US" dirty="0">
                    <a:solidFill>
                      <a:schemeClr val="tx1"/>
                    </a:solidFill>
                    <a:latin typeface="+mn-lt"/>
                  </a:rPr>
                  <a:t>and one explanatory variable changes as the other explanatory variable changes.</a:t>
                </a:r>
              </a:p>
            </p:txBody>
          </p:sp>
        </mc:Choice>
        <mc:Fallback xmlns="">
          <p:sp>
            <p:nvSpPr>
              <p:cNvPr id="2" name="TextBox 1"/>
              <p:cNvSpPr txBox="1">
                <a:spLocks noRot="1" noChangeAspect="1" noMove="1" noResize="1" noEditPoints="1" noAdjustHandles="1" noChangeArrowheads="1" noChangeShapeType="1" noTextEdit="1"/>
              </p:cNvSpPr>
              <p:nvPr/>
            </p:nvSpPr>
            <p:spPr>
              <a:xfrm>
                <a:off x="796616" y="1485900"/>
                <a:ext cx="7739307" cy="1569660"/>
              </a:xfrm>
              <a:prstGeom prst="rect">
                <a:avLst/>
              </a:prstGeom>
              <a:blipFill>
                <a:blip r:embed="rId3" cstate="print"/>
                <a:stretch>
                  <a:fillRect l="-1261" t="-2724" b="-8560"/>
                </a:stretch>
              </a:blipFill>
            </p:spPr>
            <p:txBody>
              <a:bodyPr/>
              <a:lstStyle/>
              <a:p>
                <a:r>
                  <a:rPr lang="en-US">
                    <a:noFill/>
                  </a:rPr>
                  <a:t> </a:t>
                </a:r>
              </a:p>
            </p:txBody>
          </p:sp>
        </mc:Fallback>
      </mc:AlternateContent>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Interaction in effects on House Selling Price</a:t>
            </a:r>
          </a:p>
        </p:txBody>
      </p:sp>
      <p:sp>
        <p:nvSpPr>
          <p:cNvPr id="204803" name="Rectangle 3"/>
          <p:cNvSpPr>
            <a:spLocks noGrp="1" noChangeArrowheads="1"/>
          </p:cNvSpPr>
          <p:nvPr>
            <p:ph type="body" idx="4294967295"/>
          </p:nvPr>
        </p:nvSpPr>
        <p:spPr bwMode="auto">
          <a:xfrm>
            <a:off x="9144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defRPr/>
            </a:pPr>
            <a:r>
              <a:rPr lang="en-US" altLang="en-US" dirty="0"/>
              <a:t>Suppose the actual </a:t>
            </a:r>
            <a:r>
              <a:rPr lang="en-US" altLang="en-US" i="1" dirty="0"/>
              <a:t>population</a:t>
            </a:r>
            <a:r>
              <a:rPr lang="en-US" altLang="en-US" dirty="0"/>
              <a:t> relationship between house size and the mean selling price is:</a:t>
            </a:r>
          </a:p>
          <a:p>
            <a:pPr marL="0" indent="0">
              <a:defRPr/>
            </a:pPr>
            <a:endParaRPr lang="en-US" altLang="en-US" dirty="0"/>
          </a:p>
          <a:p>
            <a:pPr marL="0" indent="0">
              <a:buFont typeface="Wingdings" panose="05000000000000000000" pitchFamily="2" charset="2"/>
              <a:buChar char="§"/>
              <a:defRPr/>
            </a:pPr>
            <a:endParaRPr lang="en-US" altLang="en-US" dirty="0"/>
          </a:p>
          <a:p>
            <a:pPr marL="0" indent="0">
              <a:buFont typeface="Wingdings" panose="05000000000000000000" pitchFamily="2" charset="2"/>
              <a:buChar char="§"/>
              <a:defRPr/>
            </a:pPr>
            <a:endParaRPr lang="en-US" altLang="en-US" dirty="0"/>
          </a:p>
          <a:p>
            <a:pPr marL="0" indent="0">
              <a:buFont typeface="Wingdings" panose="05000000000000000000" pitchFamily="2" charset="2"/>
              <a:buChar char="§"/>
              <a:defRPr/>
            </a:pPr>
            <a:endParaRPr lang="en-US" altLang="en-US" dirty="0"/>
          </a:p>
          <a:p>
            <a:pPr marL="0" indent="0">
              <a:defRPr/>
            </a:pPr>
            <a:r>
              <a:rPr lang="en-US" altLang="en-US" dirty="0"/>
              <a:t>Then the slope for the effect of </a:t>
            </a:r>
            <a:r>
              <a:rPr lang="en-US" altLang="en-US" i="1" dirty="0">
                <a:latin typeface="+mj-lt"/>
              </a:rPr>
              <a:t>x</a:t>
            </a:r>
            <a:r>
              <a:rPr lang="en-US" altLang="en-US" baseline="-25000" dirty="0">
                <a:latin typeface="+mj-lt"/>
              </a:rPr>
              <a:t>1</a:t>
            </a:r>
            <a:r>
              <a:rPr lang="en-US" altLang="en-US" dirty="0"/>
              <a:t> differs for the two conditions. </a:t>
            </a:r>
            <a:r>
              <a:rPr lang="en-US" altLang="en-US" b="1" dirty="0"/>
              <a:t>There is then interaction</a:t>
            </a:r>
            <a:r>
              <a:rPr lang="en-US" altLang="en-US" dirty="0"/>
              <a:t> between house size and condition in their effects on selling price. </a:t>
            </a:r>
          </a:p>
        </p:txBody>
      </p:sp>
      <p:graphicFrame>
        <p:nvGraphicFramePr>
          <p:cNvPr id="2" name="Object 1"/>
          <p:cNvGraphicFramePr>
            <a:graphicFrameLocks noChangeAspect="1"/>
          </p:cNvGraphicFramePr>
          <p:nvPr/>
        </p:nvGraphicFramePr>
        <p:xfrm>
          <a:off x="1063625" y="2651125"/>
          <a:ext cx="7454900" cy="1066800"/>
        </p:xfrm>
        <a:graphic>
          <a:graphicData uri="http://schemas.openxmlformats.org/presentationml/2006/ole">
            <mc:AlternateContent xmlns:mc="http://schemas.openxmlformats.org/markup-compatibility/2006">
              <mc:Choice xmlns:v="urn:schemas-microsoft-com:vml" Requires="v">
                <p:oleObj name="Equation" r:id="rId2" imgW="7454880" imgH="1066680" progId="Equation.DSMT4">
                  <p:embed/>
                </p:oleObj>
              </mc:Choice>
              <mc:Fallback>
                <p:oleObj name="Equation" r:id="rId2" imgW="7454880" imgH="1066680" progId="Equation.DSMT4">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625" y="2651125"/>
                        <a:ext cx="74549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Box 1"/>
          <p:cNvSpPr txBox="1">
            <a:spLocks noChangeArrowheads="1"/>
          </p:cNvSpPr>
          <p:nvPr/>
        </p:nvSpPr>
        <p:spPr bwMode="auto">
          <a:xfrm>
            <a:off x="882650" y="5816600"/>
            <a:ext cx="78803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13.8 An Example of Interaction. </a:t>
            </a:r>
            <a:r>
              <a:rPr lang="en-US" altLang="en-US" sz="1600">
                <a:solidFill>
                  <a:schemeClr val="tx1"/>
                </a:solidFill>
                <a:latin typeface="Arial" panose="020B0604020202020204" pitchFamily="34" charset="0"/>
              </a:rPr>
              <a:t>There’s a larger slope between selling price and house size for homes in good condition than in other conditions.</a:t>
            </a:r>
          </a:p>
        </p:txBody>
      </p:sp>
      <p:sp>
        <p:nvSpPr>
          <p:cNvPr id="163843"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dirty="0">
                <a:solidFill>
                  <a:schemeClr val="tx1"/>
                </a:solidFill>
                <a:latin typeface="Arial" panose="020B0604020202020204" pitchFamily="34" charset="0"/>
              </a:rPr>
              <a:t>Example: Interaction in Effects on House Selling Price</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180" y="1533588"/>
            <a:ext cx="8250434" cy="428301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p:cNvSpPr>
            <a:spLocks noGrp="1" noChangeArrowheads="1"/>
          </p:cNvSpPr>
          <p:nvPr>
            <p:ph type="body" idx="4294967295"/>
          </p:nvPr>
        </p:nvSpPr>
        <p:spPr bwMode="auto">
          <a:xfrm>
            <a:off x="9144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How can you allow for interaction when you do a regression analysis?</a:t>
            </a:r>
          </a:p>
          <a:p>
            <a:pPr marL="0" indent="0"/>
            <a:endParaRPr lang="en-US" altLang="en-US"/>
          </a:p>
          <a:p>
            <a:pPr marL="0" indent="0">
              <a:buFont typeface="Wingdings" panose="05000000000000000000" pitchFamily="2" charset="2"/>
              <a:buChar char="§"/>
            </a:pPr>
            <a:r>
              <a:rPr lang="en-US" altLang="en-US"/>
              <a:t>   To allow for interaction with two explanatory variables, </a:t>
            </a:r>
          </a:p>
          <a:p>
            <a:pPr marL="0" indent="0"/>
            <a:r>
              <a:rPr lang="en-US" altLang="en-US"/>
              <a:t>     one quantitative and one categorical, you can fit a </a:t>
            </a:r>
          </a:p>
          <a:p>
            <a:pPr marL="0" indent="0"/>
            <a:r>
              <a:rPr lang="en-US" altLang="en-US"/>
              <a:t>     separate regression line with a different slope </a:t>
            </a:r>
          </a:p>
          <a:p>
            <a:pPr marL="0" indent="0"/>
            <a:r>
              <a:rPr lang="en-US" altLang="en-US"/>
              <a:t>     between the two quantitative variables for each </a:t>
            </a:r>
          </a:p>
          <a:p>
            <a:pPr marL="0" indent="0"/>
            <a:r>
              <a:rPr lang="en-US" altLang="en-US"/>
              <a:t>     category of the categorical variable.</a:t>
            </a:r>
          </a:p>
        </p:txBody>
      </p:sp>
      <p:sp>
        <p:nvSpPr>
          <p:cNvPr id="165891"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dirty="0">
                <a:solidFill>
                  <a:schemeClr val="tx1"/>
                </a:solidFill>
                <a:latin typeface="Arial" panose="020B0604020202020204" pitchFamily="34" charset="0"/>
              </a:rPr>
              <a:t>Example: Interaction in Effects on House Selling Price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SEAMSFONTS" val="Wahr"/>
  <p:tag name="USEBOLDAMS" val="Falsch"/>
  <p:tag name="TEX2PS" val="latex $(base).tex; dvips -D $(res) -E -o $(base).ps $(base).dvi"/>
  <p:tag name="EXTERNALEDITCOMMAND" val="notepad %"/>
  <p:tag name="GHOSTSCRIPTCOMMAND" val="gswin32c"/>
  <p:tag name="DEFAULTBITMAP" val="pngmono"/>
  <p:tag name="DEFAULTBLEND" val="Falsch"/>
  <p:tag name="DEFAULTTRANSPARENT" val="Falsch"/>
  <p:tag name="DEFAULTWORKAROUNDTRANSPARENCYBUG" val="Falsch"/>
  <p:tag name="DEFAULTRESOLUTION" val="1200"/>
  <p:tag name="DEFAULTMAGNIFICATION" val="1,1"/>
  <p:tag name="DEFAULTFONTSIZE" val="10"/>
  <p:tag name="DEFAULTWIDTH" val="348"/>
  <p:tag name="DEFAULTHEIGHT" val="200"/>
  <p:tag name="FIRSTBIEWEN@8SHAIKMFUVWYY577" val="3552"/>
  <p:tag name="FIRSTBIEWEN@LDFYIHPX46WYY57I" val="3573"/>
  <p:tag name="DEFAULTDISPLAYSOURCE" val="\documentclass{slides}\pagestyle{empty}&#10;\begin{document}&#10;&#10;\end{document}&#10;"/>
  <p:tag name="EMBEDFONTS" val="0"/>
  <p:tag name="FIRSTWWGBI01@LDFYIHPX46WYY57I" val="3573"/>
</p:tagLst>
</file>

<file path=ppt/theme/theme1.xml><?xml version="1.0" encoding="utf-8"?>
<a:theme xmlns:a="http://schemas.openxmlformats.org/drawingml/2006/main" name="3_Content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828</TotalTime>
  <Words>3853</Words>
  <Application>Microsoft Office PowerPoint</Application>
  <PresentationFormat>On-screen Show (4:3)</PresentationFormat>
  <Paragraphs>441</Paragraphs>
  <Slides>77</Slides>
  <Notes>67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77</vt:i4>
      </vt:variant>
    </vt:vector>
  </HeadingPairs>
  <TitlesOfParts>
    <vt:vector size="85" baseType="lpstr">
      <vt:lpstr>Arial</vt:lpstr>
      <vt:lpstr>Calibri Light</vt:lpstr>
      <vt:lpstr>Cambria Math</vt:lpstr>
      <vt:lpstr>Tahoma</vt:lpstr>
      <vt:lpstr>Times New Roman</vt:lpstr>
      <vt:lpstr>Wingdings</vt:lpstr>
      <vt:lpstr>3_Content Theme</vt:lpstr>
      <vt:lpstr>Equation</vt:lpstr>
      <vt:lpstr>Econ 7900 Statistics for Data Science </vt:lpstr>
      <vt:lpstr>PowerPoint Presentation</vt:lpstr>
      <vt:lpstr>Example: Predicting the Selling Price of a House</vt:lpstr>
      <vt:lpstr>PowerPoint Presentation</vt:lpstr>
      <vt:lpstr>Multiple Regression Model</vt:lpstr>
      <vt:lpstr>PowerPoint Presentation</vt:lpstr>
      <vt:lpstr>PowerPoint Presentation</vt:lpstr>
      <vt:lpstr>PowerPoint Presentation</vt:lpstr>
      <vt:lpstr>PowerPoint Presentation</vt:lpstr>
      <vt:lpstr>The Number of Explanatory Variables</vt:lpstr>
      <vt:lpstr>Plotting Relationships</vt:lpstr>
      <vt:lpstr>PowerPoint Presentation</vt:lpstr>
      <vt:lpstr>Interpretation of Multiple Regression Coefficients</vt:lpstr>
      <vt:lpstr>PowerPoint Presentation</vt:lpstr>
      <vt:lpstr>PowerPoint Presentation</vt:lpstr>
      <vt:lpstr>Summarizing the Effect While Controlling for a Variable</vt:lpstr>
      <vt:lpstr>PowerPoint Presentation</vt:lpstr>
      <vt:lpstr>PowerPoint Presentation</vt:lpstr>
      <vt:lpstr>PowerPoint Presentation</vt:lpstr>
      <vt:lpstr>Multiple Correlation, R</vt:lpstr>
      <vt:lpstr>PowerPoint Presentation</vt:lpstr>
      <vt:lpstr>PowerPoint Presentation</vt:lpstr>
      <vt:lpstr>PowerPoint Presentation</vt:lpstr>
      <vt:lpstr>R2</vt:lpstr>
      <vt:lpstr>PowerPoint Presentation</vt:lpstr>
      <vt:lpstr>PowerPoint Presentation</vt:lpstr>
      <vt:lpstr>Example: Predicting House Selling Prices</vt:lpstr>
      <vt:lpstr>PowerPoint Presentation</vt:lpstr>
      <vt:lpstr>PowerPoint Presentation</vt:lpstr>
      <vt:lpstr>PowerPoint Presentation</vt:lpstr>
      <vt:lpstr>PowerPoint Presentation</vt:lpstr>
      <vt:lpstr>PowerPoint Presentation</vt:lpstr>
      <vt:lpstr>PowerPoint Presentation</vt:lpstr>
      <vt:lpstr>R2 Often Does Not Increase Much After a Few Predictors</vt:lpstr>
      <vt:lpstr>PowerPoint Presentation</vt:lpstr>
      <vt:lpstr>Inferences about the Population</vt:lpstr>
      <vt:lpstr>Estimating Variability Around the Regression Equation</vt:lpstr>
      <vt:lpstr>Example: Female Athlete’s Weight</vt:lpstr>
      <vt:lpstr>PowerPoint Presentation</vt:lpstr>
      <vt:lpstr>PowerPoint Presentation</vt:lpstr>
      <vt:lpstr>PowerPoint Presentation</vt:lpstr>
      <vt:lpstr>PowerPoint Presentation</vt:lpstr>
      <vt:lpstr>The Collective Effect of Explanatory 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Confidence Interval for a Multiple Regression Parameter</vt:lpstr>
      <vt:lpstr>PowerPoint Presentation</vt:lpstr>
      <vt:lpstr>PowerPoint Presentation</vt:lpstr>
      <vt:lpstr>Model Building</vt:lpstr>
      <vt:lpstr>The Overall F Test is Done Before the Individual t Inferences</vt:lpstr>
      <vt:lpstr>SUMMARY: The Process of Multiple Regression</vt:lpstr>
      <vt:lpstr>PowerPoint Presentation</vt:lpstr>
      <vt:lpstr>Indicator Variables</vt:lpstr>
      <vt:lpstr>PowerPoint Presentation</vt:lpstr>
      <vt:lpstr>PowerPoint Presentation</vt:lpstr>
      <vt:lpstr>Example: Including Condition in Regression for House Selling Price</vt:lpstr>
      <vt:lpstr>PowerPoint Presentation</vt:lpstr>
      <vt:lpstr>PowerPoint Presentation</vt:lpstr>
      <vt:lpstr>PowerPoint Presentation</vt:lpstr>
      <vt:lpstr>PowerPoint Presentation</vt:lpstr>
      <vt:lpstr>PowerPoint Presentation</vt:lpstr>
      <vt:lpstr>PowerPoint Presentation</vt:lpstr>
      <vt:lpstr>Determining Whether Interaction Exists</vt:lpstr>
      <vt:lpstr>Example: Interaction in effects on House Selling Price</vt:lpstr>
      <vt:lpstr>PowerPoint Presentation</vt:lpstr>
      <vt:lpstr>PowerPoint Presentation</vt:lpstr>
    </vt:vector>
  </TitlesOfParts>
  <Company>Johannes Gutenberg Universität Mainz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Martin Biewen</dc:creator>
  <cp:lastModifiedBy>Kang Hua CAO</cp:lastModifiedBy>
  <cp:revision>494</cp:revision>
  <cp:lastPrinted>2014-09-10T08:11:03Z</cp:lastPrinted>
  <dcterms:created xsi:type="dcterms:W3CDTF">2007-09-04T09:14:36Z</dcterms:created>
  <dcterms:modified xsi:type="dcterms:W3CDTF">2022-10-25T09:51:48Z</dcterms:modified>
</cp:coreProperties>
</file>