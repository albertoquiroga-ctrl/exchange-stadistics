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 Project: Building a Multi‑source Dataset on Food Prices, Energy and Logistics (2018–2025)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Econ 7900 — Statistics for Data Science | ~15‑minute presentation</a:t>
            </a:r>
          </a:p>
          <a:p>
            <a:r>
              <a:t>Team: [Add names]</a:t>
            </a:r>
          </a:p>
          <a:p>
            <a:r>
              <a:t>Deliverable generated automatically (v2)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How do shipping, energy prices, and climate anomalies co‑move with food price inflation month‑by‑month (2018–2025)?</a:t>
            </a:r>
          </a:p>
          <a:p>
            <a:pPr/>
            <a:r>
              <a:t>Goal: curate a clean, documented dataset ready for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Food prices hit consumers directly; drivers inform forecasting and policy.</a:t>
            </a:r>
          </a:p>
          <a:p>
            <a:pPr/>
            <a:r>
              <a:t>Monthly granularity supports timely monitoring and scenarios.</a:t>
            </a:r>
          </a:p>
          <a:p>
            <a:pPr/>
            <a:r>
              <a:t>Matches course brief: dataset assembly, not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alignment with project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Assemble monthly series (2018–2025) from multiple public sources.</a:t>
            </a:r>
          </a:p>
          <a:p>
            <a:pPr/>
            <a:r>
              <a:t>Standardize units and time keys; document metadata and caveats.</a:t>
            </a:r>
          </a:p>
          <a:p>
            <a:pPr/>
            <a:r>
              <a:t>Deliver a reproducible pipeline and a data dictionary.</a:t>
            </a:r>
          </a:p>
          <a:p>
            <a:pPr/>
            <a:r>
              <a:t>Keep regression out of scope for this deliverable.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map (variables)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Response: FAO Food Price Index (monthly).</a:t>
            </a:r>
          </a:p>
          <a:p>
            <a:pPr/>
            <a:r>
              <a:t>Explanatory examples: Brent crude, Baltic Dry Index, temperature anomaly, FX HKD/USD.</a:t>
            </a:r>
          </a:p>
          <a:p>
            <a:pPr/>
            <a:r>
              <a:t>Event flags: pandemic, supply‑chain peak.</a:t>
            </a:r>
          </a:p>
          <a:p>
            <a:pPr/>
            <a:r>
              <a:t>Merge key: month‑start `date`.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data sources (public)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FAO Food Price Index (monthly).</a:t>
            </a:r>
          </a:p>
          <a:p>
            <a:pPr/>
            <a:r>
              <a:t>Energy prices (Brent).</a:t>
            </a:r>
          </a:p>
          <a:p>
            <a:pPr/>
            <a:r>
              <a:t>Freight/shipping index (BDI).</a:t>
            </a:r>
          </a:p>
          <a:p>
            <a:pPr/>
            <a:r>
              <a:t>NOAA global temperature anomaly.</a:t>
            </a:r>
          </a:p>
          <a:p>
            <a:pPr/>
            <a:r>
              <a:t>FX HKD/USD (monthly mean).</a:t>
            </a:r>
          </a:p>
          <a:p>
            <a:pPr/>
            <a:r>
              <a:t>URLs and licenses documented in the code and README.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Ingest provider CSVs.</a:t>
            </a:r>
          </a:p>
          <a:p>
            <a:pPr/>
            <a:r>
              <a:t>Normalize date to month start; standardize names/units.</a:t>
            </a:r>
          </a:p>
          <a:p>
            <a:pPr/>
            <a:r>
              <a:t>Join on `date`; check coverage and duplicates.</a:t>
            </a:r>
          </a:p>
          <a:p>
            <a:pPr/>
            <a:r>
              <a:t>Quality checks: missingness, outliers, jumps flagged.</a:t>
            </a:r>
          </a:p>
          <a:p>
            <a:pPr/>
            <a:r>
              <a:t>Write `final_dataset.csv` and `data_dictionary.csv`.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of final_dataset (first 8 rows)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556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fao_food_price_index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brent_crude_usd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baltic_dry_index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global_temp_anomaly_c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precip_anomaly_mm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fx_hkd_per_usd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covid_period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supply_chain_peak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2018-01-01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7.7921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2018-02-01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7.8023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2018-03-01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7.7991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2018-04-01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7.7966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2018-05-01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7.8005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2018-06-01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7.7984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2018-07-01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7.8022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2018-08-01 00:00:00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7.8029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dictionary (excerpt)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55600">
                <a:tc>
                  <a:txBody>
                    <a:bodyPr/>
                    <a:lstStyle/>
                    <a:p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 (YYYY-MM-01)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 start date (period key)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fao_food_price_index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Index (2014–2016=100)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FAO Food Price Index (stylized sample)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brent_crude_usd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USD per barrel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Brent crude oil spot price (stylized sample)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baltic_dry_index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Baltic Dry Index (stylized sample)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global_temp_anomaly_c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 land/ocean temperature anomaly (stylized sample)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precip_anomaly_mm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 precipitation anomaly proxy (stylized sample)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fx_hkd_per_usd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HKD per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HKD per USD exchange rate (near-peg, stylized sample)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covid_period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binary (0/1)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Indicator for pandemic period (2020-03 to 2022-06)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figure: Food Price Index</a:t>
            </a:r>
          </a:p>
        </p:txBody>
      </p:sp>
      <p:pic>
        <p:nvPicPr>
          <p:cNvPr id="3" name="Picture 2" descr="fig_f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77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data to illustrate visuals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figure: Brent crude oil</a:t>
            </a:r>
          </a:p>
        </p:txBody>
      </p:sp>
      <p:pic>
        <p:nvPicPr>
          <p:cNvPr id="3" name="Picture 2" descr="fig_b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77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data to illustrate visuals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figure: Baltic Dry Index</a:t>
            </a:r>
          </a:p>
        </p:txBody>
      </p:sp>
      <p:pic>
        <p:nvPicPr>
          <p:cNvPr id="3" name="Picture 2" descr="fig_b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77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data to illustrate visuals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figure: Global temperature anomaly</a:t>
            </a:r>
          </a:p>
        </p:txBody>
      </p:sp>
      <p:pic>
        <p:nvPicPr>
          <p:cNvPr id="3" name="Picture 2" descr="fig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577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data to illustrate visuals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Quality, risks,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Source revisions; record vintages and update dates.</a:t>
            </a:r>
          </a:p>
          <a:p>
            <a:pPr/>
            <a:r>
              <a:t>Different calendars/time zones; enforce monthly alignment.</a:t>
            </a:r>
          </a:p>
          <a:p>
            <a:pPr/>
            <a:r>
              <a:t>Methodology breaks; document metadata and caveats.</a:t>
            </a:r>
          </a:p>
          <a:p>
            <a:pPr/>
            <a:r>
              <a:t>Event flags are descriptive; not causal.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Reproducibility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Scripted pipeline in R; deterministic steps.</a:t>
            </a:r>
          </a:p>
          <a:p>
            <a:pPr/>
            <a:r>
              <a:t>Respect licenses; cite providers.</a:t>
            </a:r>
          </a:p>
          <a:p>
            <a:pPr/>
            <a:r>
              <a:t>Aggregated indicators only; no personal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 of scope (this deliverable)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regression or causal claims.</a:t>
            </a:r>
          </a:p>
          <a:p>
            <a:pPr/>
            <a:r>
              <a:t>No ML models.</a:t>
            </a:r>
          </a:p>
          <a:p>
            <a:pPr/>
            <a:r>
              <a:t>No proprietary/paywalled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Clean, documented, multi‑source dataset ready for analysis.</a:t>
            </a:r>
          </a:p>
          <a:p>
            <a:pPr/>
            <a:r>
              <a:t>Slides = summary report; R script rebuilds full dataset locally.</a:t>
            </a:r>
          </a:p>
          <a:p>
            <a:pPr/>
            <a:r>
              <a:t>Future: modeling and robustness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